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12192000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  <a:srgbClr val="6F6F6F"/>
    <a:srgbClr val="828282"/>
    <a:srgbClr val="7D7D7D"/>
    <a:srgbClr val="777777"/>
    <a:srgbClr val="858585"/>
    <a:srgbClr val="CAD1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>
      <p:cViewPr varScale="1">
        <p:scale>
          <a:sx n="105" d="100"/>
          <a:sy n="105" d="100"/>
        </p:scale>
        <p:origin x="11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A593C3-E430-4D35-AAB3-1ECEFE646914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815975" y="1143000"/>
            <a:ext cx="5226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E1895B-2F14-4110-9BC2-4F368A6C9AD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8521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1895B-2F14-4110-9BC2-4F368A6C9AD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94867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78222"/>
            <a:ext cx="9144000" cy="250642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81306"/>
            <a:ext cx="9144000" cy="173816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9946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6273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94830"/>
            <a:ext cx="10515600" cy="2994714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817875"/>
            <a:ext cx="10515600" cy="157484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3837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916484"/>
            <a:ext cx="5181600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916484"/>
            <a:ext cx="5181600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691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83297"/>
            <a:ext cx="10515600" cy="139153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764832"/>
            <a:ext cx="5157787" cy="8649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629749"/>
            <a:ext cx="5157787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764832"/>
            <a:ext cx="5183188" cy="8649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629749"/>
            <a:ext cx="5183188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138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097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2912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79954"/>
            <a:ext cx="3932237" cy="167984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036569"/>
            <a:ext cx="6172200" cy="511617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159794"/>
            <a:ext cx="3932237" cy="40012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753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79954"/>
            <a:ext cx="3932237" cy="167984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036569"/>
            <a:ext cx="6172200" cy="511617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159794"/>
            <a:ext cx="3932237" cy="40012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9001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4607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83297"/>
            <a:ext cx="2628900" cy="610108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83297"/>
            <a:ext cx="7734300" cy="610108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46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83297"/>
            <a:ext cx="10515600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916484"/>
            <a:ext cx="10515600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672697"/>
            <a:ext cx="27432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ECEF7-B6E9-49C4-83BF-168FC5D45A15}" type="datetimeFigureOut">
              <a:rPr lang="de-DE" smtClean="0"/>
              <a:t>08.09.2025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672697"/>
            <a:ext cx="41148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672697"/>
            <a:ext cx="27432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6365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B85B9A3-64C5-4F81-9DFF-35058B4010AE}"/>
              </a:ext>
            </a:extLst>
          </p:cNvPr>
          <p:cNvSpPr/>
          <p:nvPr/>
        </p:nvSpPr>
        <p:spPr>
          <a:xfrm>
            <a:off x="-24679" y="-28747"/>
            <a:ext cx="2825468" cy="72280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0" name="Flussdiagramm: Daten 15">
            <a:extLst>
              <a:ext uri="{FF2B5EF4-FFF2-40B4-BE49-F238E27FC236}">
                <a16:creationId xmlns:a16="http://schemas.microsoft.com/office/drawing/2014/main" id="{E41194DF-D90E-1BF1-3D4B-F727FD3D5D63}"/>
              </a:ext>
            </a:extLst>
          </p:cNvPr>
          <p:cNvSpPr/>
          <p:nvPr/>
        </p:nvSpPr>
        <p:spPr>
          <a:xfrm rot="958259" flipV="1">
            <a:off x="-428516" y="2919333"/>
            <a:ext cx="3411956" cy="3056497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50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9000">
                <a:srgbClr val="939393"/>
              </a:gs>
              <a:gs pos="52000">
                <a:srgbClr val="828282"/>
              </a:gs>
              <a:gs pos="82000">
                <a:schemeClr val="bg1">
                  <a:lumMod val="7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2E693B6-E99C-9633-B4C6-1023F408522E}"/>
              </a:ext>
            </a:extLst>
          </p:cNvPr>
          <p:cNvSpPr/>
          <p:nvPr/>
        </p:nvSpPr>
        <p:spPr>
          <a:xfrm>
            <a:off x="53245" y="279731"/>
            <a:ext cx="10396109" cy="4080205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1038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3051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638501"/>
              <a:gd name="connsiteY0" fmla="*/ 3779610 h 3779610"/>
              <a:gd name="connsiteX1" fmla="*/ 2189213 w 9638501"/>
              <a:gd name="connsiteY1" fmla="*/ 2590799 h 3779610"/>
              <a:gd name="connsiteX2" fmla="*/ 3060976 w 9638501"/>
              <a:gd name="connsiteY2" fmla="*/ 1357085 h 3779610"/>
              <a:gd name="connsiteX3" fmla="*/ 4018921 w 9638501"/>
              <a:gd name="connsiteY3" fmla="*/ 1349829 h 3779610"/>
              <a:gd name="connsiteX4" fmla="*/ 6217833 w 9638501"/>
              <a:gd name="connsiteY4" fmla="*/ 1857828 h 3779610"/>
              <a:gd name="connsiteX5" fmla="*/ 9374690 w 9638501"/>
              <a:gd name="connsiteY5" fmla="*/ 1872340 h 3779610"/>
              <a:gd name="connsiteX6" fmla="*/ 9410976 w 9638501"/>
              <a:gd name="connsiteY6" fmla="*/ 1074057 h 3779610"/>
              <a:gd name="connsiteX7" fmla="*/ 7219321 w 9638501"/>
              <a:gd name="connsiteY7" fmla="*/ 1030513 h 3779610"/>
              <a:gd name="connsiteX8" fmla="*/ 4367262 w 9638501"/>
              <a:gd name="connsiteY8" fmla="*/ 0 h 3779610"/>
              <a:gd name="connsiteX9" fmla="*/ 1776462 w 9638501"/>
              <a:gd name="connsiteY9" fmla="*/ 7257 h 3779610"/>
              <a:gd name="connsiteX10" fmla="*/ 5720 w 9638501"/>
              <a:gd name="connsiteY10" fmla="*/ 1792514 h 3779610"/>
              <a:gd name="connsiteX11" fmla="*/ 8892 w 9638501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12899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38990"/>
              <a:gd name="connsiteY0" fmla="*/ 3779610 h 3779610"/>
              <a:gd name="connsiteX1" fmla="*/ 2189213 w 9738990"/>
              <a:gd name="connsiteY1" fmla="*/ 2590799 h 3779610"/>
              <a:gd name="connsiteX2" fmla="*/ 3060976 w 9738990"/>
              <a:gd name="connsiteY2" fmla="*/ 1357085 h 3779610"/>
              <a:gd name="connsiteX3" fmla="*/ 4018921 w 9738990"/>
              <a:gd name="connsiteY3" fmla="*/ 1349829 h 3779610"/>
              <a:gd name="connsiteX4" fmla="*/ 6217833 w 9738990"/>
              <a:gd name="connsiteY4" fmla="*/ 1857828 h 3779610"/>
              <a:gd name="connsiteX5" fmla="*/ 9374690 w 9738990"/>
              <a:gd name="connsiteY5" fmla="*/ 1872340 h 3779610"/>
              <a:gd name="connsiteX6" fmla="*/ 9408041 w 9738990"/>
              <a:gd name="connsiteY6" fmla="*/ 1059379 h 3779610"/>
              <a:gd name="connsiteX7" fmla="*/ 7219321 w 9738990"/>
              <a:gd name="connsiteY7" fmla="*/ 1012899 h 3779610"/>
              <a:gd name="connsiteX8" fmla="*/ 4367262 w 9738990"/>
              <a:gd name="connsiteY8" fmla="*/ 0 h 3779610"/>
              <a:gd name="connsiteX9" fmla="*/ 1776462 w 9738990"/>
              <a:gd name="connsiteY9" fmla="*/ 7257 h 3779610"/>
              <a:gd name="connsiteX10" fmla="*/ 5720 w 9738990"/>
              <a:gd name="connsiteY10" fmla="*/ 1792514 h 3779610"/>
              <a:gd name="connsiteX11" fmla="*/ 8892 w 973899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53780"/>
              <a:gd name="connsiteY0" fmla="*/ 3779610 h 3779610"/>
              <a:gd name="connsiteX1" fmla="*/ 2189213 w 9753780"/>
              <a:gd name="connsiteY1" fmla="*/ 2590799 h 3779610"/>
              <a:gd name="connsiteX2" fmla="*/ 3060976 w 9753780"/>
              <a:gd name="connsiteY2" fmla="*/ 1357085 h 3779610"/>
              <a:gd name="connsiteX3" fmla="*/ 4018921 w 9753780"/>
              <a:gd name="connsiteY3" fmla="*/ 1349829 h 3779610"/>
              <a:gd name="connsiteX4" fmla="*/ 6217833 w 9753780"/>
              <a:gd name="connsiteY4" fmla="*/ 1857828 h 3779610"/>
              <a:gd name="connsiteX5" fmla="*/ 9374690 w 9753780"/>
              <a:gd name="connsiteY5" fmla="*/ 1872340 h 3779610"/>
              <a:gd name="connsiteX6" fmla="*/ 9405106 w 9753780"/>
              <a:gd name="connsiteY6" fmla="*/ 1050572 h 3779610"/>
              <a:gd name="connsiteX7" fmla="*/ 7219321 w 9753780"/>
              <a:gd name="connsiteY7" fmla="*/ 1012899 h 3779610"/>
              <a:gd name="connsiteX8" fmla="*/ 4367262 w 9753780"/>
              <a:gd name="connsiteY8" fmla="*/ 0 h 3779610"/>
              <a:gd name="connsiteX9" fmla="*/ 1776462 w 9753780"/>
              <a:gd name="connsiteY9" fmla="*/ 7257 h 3779610"/>
              <a:gd name="connsiteX10" fmla="*/ 5720 w 9753780"/>
              <a:gd name="connsiteY10" fmla="*/ 1792514 h 3779610"/>
              <a:gd name="connsiteX11" fmla="*/ 8892 w 9753780"/>
              <a:gd name="connsiteY11" fmla="*/ 3027362 h 3779610"/>
              <a:gd name="connsiteX0" fmla="*/ 2191479 w 9723760"/>
              <a:gd name="connsiteY0" fmla="*/ 3779610 h 3779610"/>
              <a:gd name="connsiteX1" fmla="*/ 2189213 w 9723760"/>
              <a:gd name="connsiteY1" fmla="*/ 2590799 h 3779610"/>
              <a:gd name="connsiteX2" fmla="*/ 3060976 w 9723760"/>
              <a:gd name="connsiteY2" fmla="*/ 1357085 h 3779610"/>
              <a:gd name="connsiteX3" fmla="*/ 4018921 w 9723760"/>
              <a:gd name="connsiteY3" fmla="*/ 1349829 h 3779610"/>
              <a:gd name="connsiteX4" fmla="*/ 6217833 w 9723760"/>
              <a:gd name="connsiteY4" fmla="*/ 1857828 h 3779610"/>
              <a:gd name="connsiteX5" fmla="*/ 9374690 w 9723760"/>
              <a:gd name="connsiteY5" fmla="*/ 1872340 h 3779610"/>
              <a:gd name="connsiteX6" fmla="*/ 9405106 w 9723760"/>
              <a:gd name="connsiteY6" fmla="*/ 1050572 h 3779610"/>
              <a:gd name="connsiteX7" fmla="*/ 7219321 w 9723760"/>
              <a:gd name="connsiteY7" fmla="*/ 1012899 h 3779610"/>
              <a:gd name="connsiteX8" fmla="*/ 4367262 w 9723760"/>
              <a:gd name="connsiteY8" fmla="*/ 0 h 3779610"/>
              <a:gd name="connsiteX9" fmla="*/ 1776462 w 9723760"/>
              <a:gd name="connsiteY9" fmla="*/ 7257 h 3779610"/>
              <a:gd name="connsiteX10" fmla="*/ 5720 w 9723760"/>
              <a:gd name="connsiteY10" fmla="*/ 1792514 h 3779610"/>
              <a:gd name="connsiteX11" fmla="*/ 8892 w 9723760"/>
              <a:gd name="connsiteY11" fmla="*/ 3027362 h 3779610"/>
              <a:gd name="connsiteX0" fmla="*/ 2191479 w 9703577"/>
              <a:gd name="connsiteY0" fmla="*/ 3779610 h 3779610"/>
              <a:gd name="connsiteX1" fmla="*/ 2189213 w 9703577"/>
              <a:gd name="connsiteY1" fmla="*/ 2590799 h 3779610"/>
              <a:gd name="connsiteX2" fmla="*/ 3060976 w 9703577"/>
              <a:gd name="connsiteY2" fmla="*/ 1357085 h 3779610"/>
              <a:gd name="connsiteX3" fmla="*/ 4018921 w 9703577"/>
              <a:gd name="connsiteY3" fmla="*/ 1349829 h 3779610"/>
              <a:gd name="connsiteX4" fmla="*/ 6217833 w 9703577"/>
              <a:gd name="connsiteY4" fmla="*/ 1857828 h 3779610"/>
              <a:gd name="connsiteX5" fmla="*/ 9374690 w 9703577"/>
              <a:gd name="connsiteY5" fmla="*/ 1872340 h 3779610"/>
              <a:gd name="connsiteX6" fmla="*/ 9405106 w 9703577"/>
              <a:gd name="connsiteY6" fmla="*/ 1050572 h 3779610"/>
              <a:gd name="connsiteX7" fmla="*/ 7219321 w 9703577"/>
              <a:gd name="connsiteY7" fmla="*/ 1012899 h 3779610"/>
              <a:gd name="connsiteX8" fmla="*/ 4367262 w 9703577"/>
              <a:gd name="connsiteY8" fmla="*/ 0 h 3779610"/>
              <a:gd name="connsiteX9" fmla="*/ 1776462 w 9703577"/>
              <a:gd name="connsiteY9" fmla="*/ 7257 h 3779610"/>
              <a:gd name="connsiteX10" fmla="*/ 5720 w 9703577"/>
              <a:gd name="connsiteY10" fmla="*/ 1792514 h 3779610"/>
              <a:gd name="connsiteX11" fmla="*/ 8892 w 9703577"/>
              <a:gd name="connsiteY11" fmla="*/ 3027362 h 3779610"/>
              <a:gd name="connsiteX0" fmla="*/ 2191479 w 9706546"/>
              <a:gd name="connsiteY0" fmla="*/ 3779610 h 3779610"/>
              <a:gd name="connsiteX1" fmla="*/ 2189213 w 9706546"/>
              <a:gd name="connsiteY1" fmla="*/ 2590799 h 3779610"/>
              <a:gd name="connsiteX2" fmla="*/ 3060976 w 9706546"/>
              <a:gd name="connsiteY2" fmla="*/ 1357085 h 3779610"/>
              <a:gd name="connsiteX3" fmla="*/ 4018921 w 9706546"/>
              <a:gd name="connsiteY3" fmla="*/ 1349829 h 3779610"/>
              <a:gd name="connsiteX4" fmla="*/ 6217833 w 9706546"/>
              <a:gd name="connsiteY4" fmla="*/ 1857828 h 3779610"/>
              <a:gd name="connsiteX5" fmla="*/ 9380562 w 9706546"/>
              <a:gd name="connsiteY5" fmla="*/ 1975087 h 3779610"/>
              <a:gd name="connsiteX6" fmla="*/ 9405106 w 9706546"/>
              <a:gd name="connsiteY6" fmla="*/ 1050572 h 3779610"/>
              <a:gd name="connsiteX7" fmla="*/ 7219321 w 9706546"/>
              <a:gd name="connsiteY7" fmla="*/ 1012899 h 3779610"/>
              <a:gd name="connsiteX8" fmla="*/ 4367262 w 9706546"/>
              <a:gd name="connsiteY8" fmla="*/ 0 h 3779610"/>
              <a:gd name="connsiteX9" fmla="*/ 1776462 w 9706546"/>
              <a:gd name="connsiteY9" fmla="*/ 7257 h 3779610"/>
              <a:gd name="connsiteX10" fmla="*/ 5720 w 9706546"/>
              <a:gd name="connsiteY10" fmla="*/ 1792514 h 3779610"/>
              <a:gd name="connsiteX11" fmla="*/ 8892 w 9706546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0670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33988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99735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53797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80218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65540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285419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77590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65848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56956 w 9749318"/>
              <a:gd name="connsiteY0" fmla="*/ 3771782 h 3771782"/>
              <a:gd name="connsiteX1" fmla="*/ 2256648 w 9749318"/>
              <a:gd name="connsiteY1" fmla="*/ 2590799 h 3771782"/>
              <a:gd name="connsiteX2" fmla="*/ 3113732 w 9749318"/>
              <a:gd name="connsiteY2" fmla="*/ 1404055 h 3771782"/>
              <a:gd name="connsiteX3" fmla="*/ 4010029 w 9749318"/>
              <a:gd name="connsiteY3" fmla="*/ 1408542 h 3771782"/>
              <a:gd name="connsiteX4" fmla="*/ 6206005 w 9749318"/>
              <a:gd name="connsiteY4" fmla="*/ 1913605 h 3771782"/>
              <a:gd name="connsiteX5" fmla="*/ 9371670 w 9749318"/>
              <a:gd name="connsiteY5" fmla="*/ 1936924 h 3771782"/>
              <a:gd name="connsiteX6" fmla="*/ 9396214 w 9749318"/>
              <a:gd name="connsiteY6" fmla="*/ 1050572 h 3771782"/>
              <a:gd name="connsiteX7" fmla="*/ 7210429 w 9749318"/>
              <a:gd name="connsiteY7" fmla="*/ 1012899 h 3771782"/>
              <a:gd name="connsiteX8" fmla="*/ 4358370 w 9749318"/>
              <a:gd name="connsiteY8" fmla="*/ 0 h 3771782"/>
              <a:gd name="connsiteX9" fmla="*/ 1767570 w 9749318"/>
              <a:gd name="connsiteY9" fmla="*/ 7257 h 3771782"/>
              <a:gd name="connsiteX10" fmla="*/ 39884 w 9749318"/>
              <a:gd name="connsiteY10" fmla="*/ 1796428 h 3771782"/>
              <a:gd name="connsiteX11" fmla="*/ 0 w 9749318"/>
              <a:gd name="connsiteY11" fmla="*/ 3027362 h 3771782"/>
              <a:gd name="connsiteX0" fmla="*/ 2233471 w 9725833"/>
              <a:gd name="connsiteY0" fmla="*/ 3771782 h 3771782"/>
              <a:gd name="connsiteX1" fmla="*/ 2233163 w 9725833"/>
              <a:gd name="connsiteY1" fmla="*/ 2590799 h 3771782"/>
              <a:gd name="connsiteX2" fmla="*/ 3090247 w 9725833"/>
              <a:gd name="connsiteY2" fmla="*/ 1404055 h 3771782"/>
              <a:gd name="connsiteX3" fmla="*/ 3986544 w 9725833"/>
              <a:gd name="connsiteY3" fmla="*/ 1408542 h 3771782"/>
              <a:gd name="connsiteX4" fmla="*/ 6182520 w 9725833"/>
              <a:gd name="connsiteY4" fmla="*/ 1913605 h 3771782"/>
              <a:gd name="connsiteX5" fmla="*/ 9348185 w 9725833"/>
              <a:gd name="connsiteY5" fmla="*/ 1936924 h 3771782"/>
              <a:gd name="connsiteX6" fmla="*/ 9372729 w 9725833"/>
              <a:gd name="connsiteY6" fmla="*/ 1050572 h 3771782"/>
              <a:gd name="connsiteX7" fmla="*/ 7186944 w 9725833"/>
              <a:gd name="connsiteY7" fmla="*/ 1012899 h 3771782"/>
              <a:gd name="connsiteX8" fmla="*/ 4334885 w 9725833"/>
              <a:gd name="connsiteY8" fmla="*/ 0 h 3771782"/>
              <a:gd name="connsiteX9" fmla="*/ 1744085 w 9725833"/>
              <a:gd name="connsiteY9" fmla="*/ 7257 h 3771782"/>
              <a:gd name="connsiteX10" fmla="*/ 16399 w 9725833"/>
              <a:gd name="connsiteY10" fmla="*/ 1796428 h 3771782"/>
              <a:gd name="connsiteX11" fmla="*/ 0 w 9725833"/>
              <a:gd name="connsiteY11" fmla="*/ 3027362 h 3771782"/>
              <a:gd name="connsiteX0" fmla="*/ 2223722 w 9716084"/>
              <a:gd name="connsiteY0" fmla="*/ 3771782 h 3771782"/>
              <a:gd name="connsiteX1" fmla="*/ 2223414 w 9716084"/>
              <a:gd name="connsiteY1" fmla="*/ 2590799 h 3771782"/>
              <a:gd name="connsiteX2" fmla="*/ 3080498 w 9716084"/>
              <a:gd name="connsiteY2" fmla="*/ 1404055 h 3771782"/>
              <a:gd name="connsiteX3" fmla="*/ 3976795 w 9716084"/>
              <a:gd name="connsiteY3" fmla="*/ 1408542 h 3771782"/>
              <a:gd name="connsiteX4" fmla="*/ 6172771 w 9716084"/>
              <a:gd name="connsiteY4" fmla="*/ 1913605 h 3771782"/>
              <a:gd name="connsiteX5" fmla="*/ 9338436 w 9716084"/>
              <a:gd name="connsiteY5" fmla="*/ 1936924 h 3771782"/>
              <a:gd name="connsiteX6" fmla="*/ 9362980 w 9716084"/>
              <a:gd name="connsiteY6" fmla="*/ 1050572 h 3771782"/>
              <a:gd name="connsiteX7" fmla="*/ 7177195 w 9716084"/>
              <a:gd name="connsiteY7" fmla="*/ 1012899 h 3771782"/>
              <a:gd name="connsiteX8" fmla="*/ 4325136 w 9716084"/>
              <a:gd name="connsiteY8" fmla="*/ 0 h 3771782"/>
              <a:gd name="connsiteX9" fmla="*/ 1734336 w 9716084"/>
              <a:gd name="connsiteY9" fmla="*/ 7257 h 3771782"/>
              <a:gd name="connsiteX10" fmla="*/ 6650 w 9716084"/>
              <a:gd name="connsiteY10" fmla="*/ 1796428 h 3771782"/>
              <a:gd name="connsiteX11" fmla="*/ 5908 w 9716084"/>
              <a:gd name="connsiteY11" fmla="*/ 3019534 h 3771782"/>
              <a:gd name="connsiteX0" fmla="*/ 2223722 w 9716084"/>
              <a:gd name="connsiteY0" fmla="*/ 3764525 h 3764525"/>
              <a:gd name="connsiteX1" fmla="*/ 2223414 w 9716084"/>
              <a:gd name="connsiteY1" fmla="*/ 2583542 h 3764525"/>
              <a:gd name="connsiteX2" fmla="*/ 3080498 w 9716084"/>
              <a:gd name="connsiteY2" fmla="*/ 1396798 h 3764525"/>
              <a:gd name="connsiteX3" fmla="*/ 3976795 w 9716084"/>
              <a:gd name="connsiteY3" fmla="*/ 1401285 h 3764525"/>
              <a:gd name="connsiteX4" fmla="*/ 6172771 w 9716084"/>
              <a:gd name="connsiteY4" fmla="*/ 1906348 h 3764525"/>
              <a:gd name="connsiteX5" fmla="*/ 9338436 w 9716084"/>
              <a:gd name="connsiteY5" fmla="*/ 1929667 h 3764525"/>
              <a:gd name="connsiteX6" fmla="*/ 9362980 w 9716084"/>
              <a:gd name="connsiteY6" fmla="*/ 1043315 h 3764525"/>
              <a:gd name="connsiteX7" fmla="*/ 7177195 w 9716084"/>
              <a:gd name="connsiteY7" fmla="*/ 1005642 h 3764525"/>
              <a:gd name="connsiteX8" fmla="*/ 4325137 w 9716084"/>
              <a:gd name="connsiteY8" fmla="*/ 6834 h 3764525"/>
              <a:gd name="connsiteX9" fmla="*/ 1734336 w 9716084"/>
              <a:gd name="connsiteY9" fmla="*/ 0 h 3764525"/>
              <a:gd name="connsiteX10" fmla="*/ 6650 w 9716084"/>
              <a:gd name="connsiteY10" fmla="*/ 1789171 h 3764525"/>
              <a:gd name="connsiteX11" fmla="*/ 5908 w 9716084"/>
              <a:gd name="connsiteY11" fmla="*/ 3012277 h 3764525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7195 w 9716084"/>
              <a:gd name="connsiteY7" fmla="*/ 998808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07013 w 9716084"/>
              <a:gd name="connsiteY4" fmla="*/ 1894817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99348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85257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927530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752207"/>
              <a:gd name="connsiteY0" fmla="*/ 3757691 h 3757691"/>
              <a:gd name="connsiteX1" fmla="*/ 2223414 w 9752207"/>
              <a:gd name="connsiteY1" fmla="*/ 2576708 h 3757691"/>
              <a:gd name="connsiteX2" fmla="*/ 3080498 w 9752207"/>
              <a:gd name="connsiteY2" fmla="*/ 1389964 h 3757691"/>
              <a:gd name="connsiteX3" fmla="*/ 3976795 w 9752207"/>
              <a:gd name="connsiteY3" fmla="*/ 1399148 h 3757691"/>
              <a:gd name="connsiteX4" fmla="*/ 6107013 w 9752207"/>
              <a:gd name="connsiteY4" fmla="*/ 1894817 h 3757691"/>
              <a:gd name="connsiteX5" fmla="*/ 9291466 w 9752207"/>
              <a:gd name="connsiteY5" fmla="*/ 1927530 h 3757691"/>
              <a:gd name="connsiteX6" fmla="*/ 9362980 w 9752207"/>
              <a:gd name="connsiteY6" fmla="*/ 1036481 h 3757691"/>
              <a:gd name="connsiteX7" fmla="*/ 7172498 w 9752207"/>
              <a:gd name="connsiteY7" fmla="*/ 1003505 h 3757691"/>
              <a:gd name="connsiteX8" fmla="*/ 4325137 w 9752207"/>
              <a:gd name="connsiteY8" fmla="*/ 0 h 3757691"/>
              <a:gd name="connsiteX9" fmla="*/ 1734336 w 9752207"/>
              <a:gd name="connsiteY9" fmla="*/ 2560 h 3757691"/>
              <a:gd name="connsiteX10" fmla="*/ 6650 w 9752207"/>
              <a:gd name="connsiteY10" fmla="*/ 1782337 h 3757691"/>
              <a:gd name="connsiteX11" fmla="*/ 5908 w 9752207"/>
              <a:gd name="connsiteY11" fmla="*/ 3005443 h 3757691"/>
              <a:gd name="connsiteX0" fmla="*/ 2223722 w 9858186"/>
              <a:gd name="connsiteY0" fmla="*/ 3757691 h 3757691"/>
              <a:gd name="connsiteX1" fmla="*/ 2223414 w 9858186"/>
              <a:gd name="connsiteY1" fmla="*/ 2576708 h 3757691"/>
              <a:gd name="connsiteX2" fmla="*/ 3080498 w 9858186"/>
              <a:gd name="connsiteY2" fmla="*/ 1389964 h 3757691"/>
              <a:gd name="connsiteX3" fmla="*/ 3976795 w 9858186"/>
              <a:gd name="connsiteY3" fmla="*/ 1399148 h 3757691"/>
              <a:gd name="connsiteX4" fmla="*/ 6107013 w 9858186"/>
              <a:gd name="connsiteY4" fmla="*/ 1894817 h 3757691"/>
              <a:gd name="connsiteX5" fmla="*/ 9291466 w 9858186"/>
              <a:gd name="connsiteY5" fmla="*/ 1927530 h 3757691"/>
              <a:gd name="connsiteX6" fmla="*/ 9362980 w 9858186"/>
              <a:gd name="connsiteY6" fmla="*/ 1036481 h 3757691"/>
              <a:gd name="connsiteX7" fmla="*/ 7172498 w 9858186"/>
              <a:gd name="connsiteY7" fmla="*/ 1003505 h 3757691"/>
              <a:gd name="connsiteX8" fmla="*/ 4325137 w 9858186"/>
              <a:gd name="connsiteY8" fmla="*/ 0 h 3757691"/>
              <a:gd name="connsiteX9" fmla="*/ 1734336 w 9858186"/>
              <a:gd name="connsiteY9" fmla="*/ 2560 h 3757691"/>
              <a:gd name="connsiteX10" fmla="*/ 6650 w 9858186"/>
              <a:gd name="connsiteY10" fmla="*/ 1782337 h 3757691"/>
              <a:gd name="connsiteX11" fmla="*/ 5908 w 9858186"/>
              <a:gd name="connsiteY11" fmla="*/ 3005443 h 3757691"/>
              <a:gd name="connsiteX0" fmla="*/ 2223722 w 9912630"/>
              <a:gd name="connsiteY0" fmla="*/ 3757691 h 3757691"/>
              <a:gd name="connsiteX1" fmla="*/ 2223414 w 9912630"/>
              <a:gd name="connsiteY1" fmla="*/ 2576708 h 3757691"/>
              <a:gd name="connsiteX2" fmla="*/ 3080498 w 9912630"/>
              <a:gd name="connsiteY2" fmla="*/ 1389964 h 3757691"/>
              <a:gd name="connsiteX3" fmla="*/ 3976795 w 9912630"/>
              <a:gd name="connsiteY3" fmla="*/ 1399148 h 3757691"/>
              <a:gd name="connsiteX4" fmla="*/ 6107013 w 9912630"/>
              <a:gd name="connsiteY4" fmla="*/ 1894817 h 3757691"/>
              <a:gd name="connsiteX5" fmla="*/ 9291466 w 9912630"/>
              <a:gd name="connsiteY5" fmla="*/ 1927530 h 3757691"/>
              <a:gd name="connsiteX6" fmla="*/ 9362980 w 9912630"/>
              <a:gd name="connsiteY6" fmla="*/ 1036481 h 3757691"/>
              <a:gd name="connsiteX7" fmla="*/ 7172498 w 9912630"/>
              <a:gd name="connsiteY7" fmla="*/ 1003505 h 3757691"/>
              <a:gd name="connsiteX8" fmla="*/ 4325137 w 9912630"/>
              <a:gd name="connsiteY8" fmla="*/ 0 h 3757691"/>
              <a:gd name="connsiteX9" fmla="*/ 1734336 w 9912630"/>
              <a:gd name="connsiteY9" fmla="*/ 2560 h 3757691"/>
              <a:gd name="connsiteX10" fmla="*/ 6650 w 9912630"/>
              <a:gd name="connsiteY10" fmla="*/ 1782337 h 3757691"/>
              <a:gd name="connsiteX11" fmla="*/ 5908 w 9912630"/>
              <a:gd name="connsiteY11" fmla="*/ 3005443 h 3757691"/>
              <a:gd name="connsiteX0" fmla="*/ 2223722 w 9799100"/>
              <a:gd name="connsiteY0" fmla="*/ 3757691 h 3757691"/>
              <a:gd name="connsiteX1" fmla="*/ 2223414 w 9799100"/>
              <a:gd name="connsiteY1" fmla="*/ 2576708 h 3757691"/>
              <a:gd name="connsiteX2" fmla="*/ 3080498 w 9799100"/>
              <a:gd name="connsiteY2" fmla="*/ 1389964 h 3757691"/>
              <a:gd name="connsiteX3" fmla="*/ 3976795 w 9799100"/>
              <a:gd name="connsiteY3" fmla="*/ 1399148 h 3757691"/>
              <a:gd name="connsiteX4" fmla="*/ 6107013 w 9799100"/>
              <a:gd name="connsiteY4" fmla="*/ 1894817 h 3757691"/>
              <a:gd name="connsiteX5" fmla="*/ 9042526 w 9799100"/>
              <a:gd name="connsiteY5" fmla="*/ 1932227 h 3757691"/>
              <a:gd name="connsiteX6" fmla="*/ 9362980 w 9799100"/>
              <a:gd name="connsiteY6" fmla="*/ 1036481 h 3757691"/>
              <a:gd name="connsiteX7" fmla="*/ 7172498 w 9799100"/>
              <a:gd name="connsiteY7" fmla="*/ 1003505 h 3757691"/>
              <a:gd name="connsiteX8" fmla="*/ 4325137 w 9799100"/>
              <a:gd name="connsiteY8" fmla="*/ 0 h 3757691"/>
              <a:gd name="connsiteX9" fmla="*/ 1734336 w 9799100"/>
              <a:gd name="connsiteY9" fmla="*/ 2560 h 3757691"/>
              <a:gd name="connsiteX10" fmla="*/ 6650 w 9799100"/>
              <a:gd name="connsiteY10" fmla="*/ 1782337 h 3757691"/>
              <a:gd name="connsiteX11" fmla="*/ 5908 w 9799100"/>
              <a:gd name="connsiteY11" fmla="*/ 3005443 h 3757691"/>
              <a:gd name="connsiteX0" fmla="*/ 2223722 w 9665970"/>
              <a:gd name="connsiteY0" fmla="*/ 3757691 h 3757691"/>
              <a:gd name="connsiteX1" fmla="*/ 2223414 w 9665970"/>
              <a:gd name="connsiteY1" fmla="*/ 2576708 h 3757691"/>
              <a:gd name="connsiteX2" fmla="*/ 3080498 w 9665970"/>
              <a:gd name="connsiteY2" fmla="*/ 1389964 h 3757691"/>
              <a:gd name="connsiteX3" fmla="*/ 3976795 w 9665970"/>
              <a:gd name="connsiteY3" fmla="*/ 1399148 h 3757691"/>
              <a:gd name="connsiteX4" fmla="*/ 6107013 w 9665970"/>
              <a:gd name="connsiteY4" fmla="*/ 1894817 h 3757691"/>
              <a:gd name="connsiteX5" fmla="*/ 9042526 w 9665970"/>
              <a:gd name="connsiteY5" fmla="*/ 1932227 h 3757691"/>
              <a:gd name="connsiteX6" fmla="*/ 9118737 w 9665970"/>
              <a:gd name="connsiteY6" fmla="*/ 1031784 h 3757691"/>
              <a:gd name="connsiteX7" fmla="*/ 7172498 w 9665970"/>
              <a:gd name="connsiteY7" fmla="*/ 1003505 h 3757691"/>
              <a:gd name="connsiteX8" fmla="*/ 4325137 w 9665970"/>
              <a:gd name="connsiteY8" fmla="*/ 0 h 3757691"/>
              <a:gd name="connsiteX9" fmla="*/ 1734336 w 9665970"/>
              <a:gd name="connsiteY9" fmla="*/ 2560 h 3757691"/>
              <a:gd name="connsiteX10" fmla="*/ 6650 w 9665970"/>
              <a:gd name="connsiteY10" fmla="*/ 1782337 h 3757691"/>
              <a:gd name="connsiteX11" fmla="*/ 5908 w 9665970"/>
              <a:gd name="connsiteY11" fmla="*/ 3005443 h 3757691"/>
              <a:gd name="connsiteX0" fmla="*/ 2223722 w 9641471"/>
              <a:gd name="connsiteY0" fmla="*/ 3757691 h 3757691"/>
              <a:gd name="connsiteX1" fmla="*/ 2223414 w 9641471"/>
              <a:gd name="connsiteY1" fmla="*/ 2576708 h 3757691"/>
              <a:gd name="connsiteX2" fmla="*/ 3080498 w 9641471"/>
              <a:gd name="connsiteY2" fmla="*/ 1389964 h 3757691"/>
              <a:gd name="connsiteX3" fmla="*/ 3976795 w 9641471"/>
              <a:gd name="connsiteY3" fmla="*/ 1399148 h 3757691"/>
              <a:gd name="connsiteX4" fmla="*/ 6107013 w 9641471"/>
              <a:gd name="connsiteY4" fmla="*/ 1894817 h 3757691"/>
              <a:gd name="connsiteX5" fmla="*/ 9042526 w 9641471"/>
              <a:gd name="connsiteY5" fmla="*/ 1932227 h 3757691"/>
              <a:gd name="connsiteX6" fmla="*/ 9067070 w 9641471"/>
              <a:gd name="connsiteY6" fmla="*/ 1031784 h 3757691"/>
              <a:gd name="connsiteX7" fmla="*/ 7172498 w 9641471"/>
              <a:gd name="connsiteY7" fmla="*/ 1003505 h 3757691"/>
              <a:gd name="connsiteX8" fmla="*/ 4325137 w 9641471"/>
              <a:gd name="connsiteY8" fmla="*/ 0 h 3757691"/>
              <a:gd name="connsiteX9" fmla="*/ 1734336 w 9641471"/>
              <a:gd name="connsiteY9" fmla="*/ 2560 h 3757691"/>
              <a:gd name="connsiteX10" fmla="*/ 6650 w 9641471"/>
              <a:gd name="connsiteY10" fmla="*/ 1782337 h 3757691"/>
              <a:gd name="connsiteX11" fmla="*/ 5908 w 9641471"/>
              <a:gd name="connsiteY11" fmla="*/ 3005443 h 3757691"/>
              <a:gd name="connsiteX0" fmla="*/ 2223722 w 9645832"/>
              <a:gd name="connsiteY0" fmla="*/ 3757691 h 3757691"/>
              <a:gd name="connsiteX1" fmla="*/ 2223414 w 9645832"/>
              <a:gd name="connsiteY1" fmla="*/ 2576708 h 3757691"/>
              <a:gd name="connsiteX2" fmla="*/ 3080498 w 9645832"/>
              <a:gd name="connsiteY2" fmla="*/ 1389964 h 3757691"/>
              <a:gd name="connsiteX3" fmla="*/ 3976795 w 9645832"/>
              <a:gd name="connsiteY3" fmla="*/ 1399148 h 3757691"/>
              <a:gd name="connsiteX4" fmla="*/ 6107013 w 9645832"/>
              <a:gd name="connsiteY4" fmla="*/ 1894817 h 3757691"/>
              <a:gd name="connsiteX5" fmla="*/ 9042526 w 9645832"/>
              <a:gd name="connsiteY5" fmla="*/ 1932227 h 3757691"/>
              <a:gd name="connsiteX6" fmla="*/ 9076464 w 9645832"/>
              <a:gd name="connsiteY6" fmla="*/ 1041178 h 3757691"/>
              <a:gd name="connsiteX7" fmla="*/ 7172498 w 9645832"/>
              <a:gd name="connsiteY7" fmla="*/ 1003505 h 3757691"/>
              <a:gd name="connsiteX8" fmla="*/ 4325137 w 9645832"/>
              <a:gd name="connsiteY8" fmla="*/ 0 h 3757691"/>
              <a:gd name="connsiteX9" fmla="*/ 1734336 w 9645832"/>
              <a:gd name="connsiteY9" fmla="*/ 2560 h 3757691"/>
              <a:gd name="connsiteX10" fmla="*/ 6650 w 9645832"/>
              <a:gd name="connsiteY10" fmla="*/ 1782337 h 3757691"/>
              <a:gd name="connsiteX11" fmla="*/ 5908 w 9645832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899348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65464"/>
              <a:gd name="connsiteY0" fmla="*/ 3757691 h 3757691"/>
              <a:gd name="connsiteX1" fmla="*/ 2223414 w 9665464"/>
              <a:gd name="connsiteY1" fmla="*/ 2576708 h 3757691"/>
              <a:gd name="connsiteX2" fmla="*/ 3080498 w 9665464"/>
              <a:gd name="connsiteY2" fmla="*/ 1389964 h 3757691"/>
              <a:gd name="connsiteX3" fmla="*/ 3976795 w 9665464"/>
              <a:gd name="connsiteY3" fmla="*/ 1399148 h 3757691"/>
              <a:gd name="connsiteX4" fmla="*/ 6083528 w 9665464"/>
              <a:gd name="connsiteY4" fmla="*/ 1908908 h 3757691"/>
              <a:gd name="connsiteX5" fmla="*/ 9037829 w 9665464"/>
              <a:gd name="connsiteY5" fmla="*/ 1908742 h 3757691"/>
              <a:gd name="connsiteX6" fmla="*/ 9076464 w 9665464"/>
              <a:gd name="connsiteY6" fmla="*/ 1041178 h 3757691"/>
              <a:gd name="connsiteX7" fmla="*/ 7172498 w 9665464"/>
              <a:gd name="connsiteY7" fmla="*/ 1003505 h 3757691"/>
              <a:gd name="connsiteX8" fmla="*/ 4325137 w 9665464"/>
              <a:gd name="connsiteY8" fmla="*/ 0 h 3757691"/>
              <a:gd name="connsiteX9" fmla="*/ 1734336 w 9665464"/>
              <a:gd name="connsiteY9" fmla="*/ 2560 h 3757691"/>
              <a:gd name="connsiteX10" fmla="*/ 6650 w 9665464"/>
              <a:gd name="connsiteY10" fmla="*/ 1782337 h 3757691"/>
              <a:gd name="connsiteX11" fmla="*/ 5908 w 9665464"/>
              <a:gd name="connsiteY11" fmla="*/ 3005443 h 3757691"/>
              <a:gd name="connsiteX0" fmla="*/ 2223722 w 9704826"/>
              <a:gd name="connsiteY0" fmla="*/ 3757691 h 3757691"/>
              <a:gd name="connsiteX1" fmla="*/ 2223414 w 9704826"/>
              <a:gd name="connsiteY1" fmla="*/ 2576708 h 3757691"/>
              <a:gd name="connsiteX2" fmla="*/ 3080498 w 9704826"/>
              <a:gd name="connsiteY2" fmla="*/ 1389964 h 3757691"/>
              <a:gd name="connsiteX3" fmla="*/ 3976795 w 9704826"/>
              <a:gd name="connsiteY3" fmla="*/ 1399148 h 3757691"/>
              <a:gd name="connsiteX4" fmla="*/ 6083528 w 9704826"/>
              <a:gd name="connsiteY4" fmla="*/ 1908908 h 3757691"/>
              <a:gd name="connsiteX5" fmla="*/ 9108284 w 9704826"/>
              <a:gd name="connsiteY5" fmla="*/ 1899348 h 3757691"/>
              <a:gd name="connsiteX6" fmla="*/ 9076464 w 9704826"/>
              <a:gd name="connsiteY6" fmla="*/ 1041178 h 3757691"/>
              <a:gd name="connsiteX7" fmla="*/ 7172498 w 9704826"/>
              <a:gd name="connsiteY7" fmla="*/ 1003505 h 3757691"/>
              <a:gd name="connsiteX8" fmla="*/ 4325137 w 9704826"/>
              <a:gd name="connsiteY8" fmla="*/ 0 h 3757691"/>
              <a:gd name="connsiteX9" fmla="*/ 1734336 w 9704826"/>
              <a:gd name="connsiteY9" fmla="*/ 2560 h 3757691"/>
              <a:gd name="connsiteX10" fmla="*/ 6650 w 9704826"/>
              <a:gd name="connsiteY10" fmla="*/ 1782337 h 3757691"/>
              <a:gd name="connsiteX11" fmla="*/ 5908 w 9704826"/>
              <a:gd name="connsiteY11" fmla="*/ 3005443 h 3757691"/>
              <a:gd name="connsiteX0" fmla="*/ 2223722 w 9651784"/>
              <a:gd name="connsiteY0" fmla="*/ 3757691 h 3757691"/>
              <a:gd name="connsiteX1" fmla="*/ 2223414 w 9651784"/>
              <a:gd name="connsiteY1" fmla="*/ 2576708 h 3757691"/>
              <a:gd name="connsiteX2" fmla="*/ 3080498 w 9651784"/>
              <a:gd name="connsiteY2" fmla="*/ 1389964 h 3757691"/>
              <a:gd name="connsiteX3" fmla="*/ 3976795 w 9651784"/>
              <a:gd name="connsiteY3" fmla="*/ 1399148 h 3757691"/>
              <a:gd name="connsiteX4" fmla="*/ 6083528 w 9651784"/>
              <a:gd name="connsiteY4" fmla="*/ 1908908 h 3757691"/>
              <a:gd name="connsiteX5" fmla="*/ 9108284 w 9651784"/>
              <a:gd name="connsiteY5" fmla="*/ 1899348 h 3757691"/>
              <a:gd name="connsiteX6" fmla="*/ 9076464 w 9651784"/>
              <a:gd name="connsiteY6" fmla="*/ 1041178 h 3757691"/>
              <a:gd name="connsiteX7" fmla="*/ 7172498 w 9651784"/>
              <a:gd name="connsiteY7" fmla="*/ 1003505 h 3757691"/>
              <a:gd name="connsiteX8" fmla="*/ 4325137 w 9651784"/>
              <a:gd name="connsiteY8" fmla="*/ 0 h 3757691"/>
              <a:gd name="connsiteX9" fmla="*/ 1734336 w 9651784"/>
              <a:gd name="connsiteY9" fmla="*/ 2560 h 3757691"/>
              <a:gd name="connsiteX10" fmla="*/ 6650 w 9651784"/>
              <a:gd name="connsiteY10" fmla="*/ 1782337 h 3757691"/>
              <a:gd name="connsiteX11" fmla="*/ 5908 w 9651784"/>
              <a:gd name="connsiteY11" fmla="*/ 3005443 h 3757691"/>
              <a:gd name="connsiteX0" fmla="*/ 2223722 w 9633196"/>
              <a:gd name="connsiteY0" fmla="*/ 3757691 h 3757691"/>
              <a:gd name="connsiteX1" fmla="*/ 2223414 w 9633196"/>
              <a:gd name="connsiteY1" fmla="*/ 2576708 h 3757691"/>
              <a:gd name="connsiteX2" fmla="*/ 3080498 w 9633196"/>
              <a:gd name="connsiteY2" fmla="*/ 1389964 h 3757691"/>
              <a:gd name="connsiteX3" fmla="*/ 3976795 w 9633196"/>
              <a:gd name="connsiteY3" fmla="*/ 1399148 h 3757691"/>
              <a:gd name="connsiteX4" fmla="*/ 6083528 w 9633196"/>
              <a:gd name="connsiteY4" fmla="*/ 1908908 h 3757691"/>
              <a:gd name="connsiteX5" fmla="*/ 9108284 w 9633196"/>
              <a:gd name="connsiteY5" fmla="*/ 1899348 h 3757691"/>
              <a:gd name="connsiteX6" fmla="*/ 9076464 w 9633196"/>
              <a:gd name="connsiteY6" fmla="*/ 1041178 h 3757691"/>
              <a:gd name="connsiteX7" fmla="*/ 7172498 w 9633196"/>
              <a:gd name="connsiteY7" fmla="*/ 1003505 h 3757691"/>
              <a:gd name="connsiteX8" fmla="*/ 4325137 w 9633196"/>
              <a:gd name="connsiteY8" fmla="*/ 0 h 3757691"/>
              <a:gd name="connsiteX9" fmla="*/ 1734336 w 9633196"/>
              <a:gd name="connsiteY9" fmla="*/ 2560 h 3757691"/>
              <a:gd name="connsiteX10" fmla="*/ 6650 w 9633196"/>
              <a:gd name="connsiteY10" fmla="*/ 1782337 h 3757691"/>
              <a:gd name="connsiteX11" fmla="*/ 5908 w 9633196"/>
              <a:gd name="connsiteY11" fmla="*/ 3005443 h 3757691"/>
              <a:gd name="connsiteX0" fmla="*/ 2223722 w 9650014"/>
              <a:gd name="connsiteY0" fmla="*/ 3757691 h 3757691"/>
              <a:gd name="connsiteX1" fmla="*/ 2223414 w 9650014"/>
              <a:gd name="connsiteY1" fmla="*/ 2576708 h 3757691"/>
              <a:gd name="connsiteX2" fmla="*/ 3080498 w 9650014"/>
              <a:gd name="connsiteY2" fmla="*/ 1389964 h 3757691"/>
              <a:gd name="connsiteX3" fmla="*/ 3976795 w 9650014"/>
              <a:gd name="connsiteY3" fmla="*/ 1399148 h 3757691"/>
              <a:gd name="connsiteX4" fmla="*/ 6083528 w 9650014"/>
              <a:gd name="connsiteY4" fmla="*/ 1908908 h 3757691"/>
              <a:gd name="connsiteX5" fmla="*/ 9108284 w 9650014"/>
              <a:gd name="connsiteY5" fmla="*/ 1899348 h 3757691"/>
              <a:gd name="connsiteX6" fmla="*/ 9076464 w 9650014"/>
              <a:gd name="connsiteY6" fmla="*/ 1041178 h 3757691"/>
              <a:gd name="connsiteX7" fmla="*/ 7172498 w 9650014"/>
              <a:gd name="connsiteY7" fmla="*/ 1003505 h 3757691"/>
              <a:gd name="connsiteX8" fmla="*/ 4325137 w 9650014"/>
              <a:gd name="connsiteY8" fmla="*/ 0 h 3757691"/>
              <a:gd name="connsiteX9" fmla="*/ 1734336 w 9650014"/>
              <a:gd name="connsiteY9" fmla="*/ 2560 h 3757691"/>
              <a:gd name="connsiteX10" fmla="*/ 6650 w 9650014"/>
              <a:gd name="connsiteY10" fmla="*/ 1782337 h 3757691"/>
              <a:gd name="connsiteX11" fmla="*/ 5908 w 9650014"/>
              <a:gd name="connsiteY11" fmla="*/ 3005443 h 3757691"/>
              <a:gd name="connsiteX0" fmla="*/ 2223722 w 9672700"/>
              <a:gd name="connsiteY0" fmla="*/ 3757691 h 3757691"/>
              <a:gd name="connsiteX1" fmla="*/ 2223414 w 9672700"/>
              <a:gd name="connsiteY1" fmla="*/ 2576708 h 3757691"/>
              <a:gd name="connsiteX2" fmla="*/ 3080498 w 9672700"/>
              <a:gd name="connsiteY2" fmla="*/ 1389964 h 3757691"/>
              <a:gd name="connsiteX3" fmla="*/ 3976795 w 9672700"/>
              <a:gd name="connsiteY3" fmla="*/ 1399148 h 3757691"/>
              <a:gd name="connsiteX4" fmla="*/ 6083528 w 9672700"/>
              <a:gd name="connsiteY4" fmla="*/ 1908908 h 3757691"/>
              <a:gd name="connsiteX5" fmla="*/ 9150557 w 9672700"/>
              <a:gd name="connsiteY5" fmla="*/ 1899348 h 3757691"/>
              <a:gd name="connsiteX6" fmla="*/ 9076464 w 9672700"/>
              <a:gd name="connsiteY6" fmla="*/ 1041178 h 3757691"/>
              <a:gd name="connsiteX7" fmla="*/ 7172498 w 9672700"/>
              <a:gd name="connsiteY7" fmla="*/ 1003505 h 3757691"/>
              <a:gd name="connsiteX8" fmla="*/ 4325137 w 9672700"/>
              <a:gd name="connsiteY8" fmla="*/ 0 h 3757691"/>
              <a:gd name="connsiteX9" fmla="*/ 1734336 w 9672700"/>
              <a:gd name="connsiteY9" fmla="*/ 2560 h 3757691"/>
              <a:gd name="connsiteX10" fmla="*/ 6650 w 9672700"/>
              <a:gd name="connsiteY10" fmla="*/ 1782337 h 3757691"/>
              <a:gd name="connsiteX11" fmla="*/ 5908 w 9672700"/>
              <a:gd name="connsiteY11" fmla="*/ 3005443 h 3757691"/>
              <a:gd name="connsiteX0" fmla="*/ 2223722 w 9650476"/>
              <a:gd name="connsiteY0" fmla="*/ 3757691 h 3757691"/>
              <a:gd name="connsiteX1" fmla="*/ 2223414 w 9650476"/>
              <a:gd name="connsiteY1" fmla="*/ 2576708 h 3757691"/>
              <a:gd name="connsiteX2" fmla="*/ 3080498 w 9650476"/>
              <a:gd name="connsiteY2" fmla="*/ 1389964 h 3757691"/>
              <a:gd name="connsiteX3" fmla="*/ 3976795 w 9650476"/>
              <a:gd name="connsiteY3" fmla="*/ 1399148 h 3757691"/>
              <a:gd name="connsiteX4" fmla="*/ 6083528 w 9650476"/>
              <a:gd name="connsiteY4" fmla="*/ 1908908 h 3757691"/>
              <a:gd name="connsiteX5" fmla="*/ 9150557 w 9650476"/>
              <a:gd name="connsiteY5" fmla="*/ 1899348 h 3757691"/>
              <a:gd name="connsiteX6" fmla="*/ 9076464 w 9650476"/>
              <a:gd name="connsiteY6" fmla="*/ 1041178 h 3757691"/>
              <a:gd name="connsiteX7" fmla="*/ 7172498 w 9650476"/>
              <a:gd name="connsiteY7" fmla="*/ 1003505 h 3757691"/>
              <a:gd name="connsiteX8" fmla="*/ 4325137 w 9650476"/>
              <a:gd name="connsiteY8" fmla="*/ 0 h 3757691"/>
              <a:gd name="connsiteX9" fmla="*/ 1734336 w 9650476"/>
              <a:gd name="connsiteY9" fmla="*/ 2560 h 3757691"/>
              <a:gd name="connsiteX10" fmla="*/ 6650 w 9650476"/>
              <a:gd name="connsiteY10" fmla="*/ 1782337 h 3757691"/>
              <a:gd name="connsiteX11" fmla="*/ 5908 w 9650476"/>
              <a:gd name="connsiteY11" fmla="*/ 3005443 h 3757691"/>
              <a:gd name="connsiteX0" fmla="*/ 2223722 w 9626783"/>
              <a:gd name="connsiteY0" fmla="*/ 3757691 h 3757691"/>
              <a:gd name="connsiteX1" fmla="*/ 2223414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23722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704 h 3757704"/>
              <a:gd name="connsiteX1" fmla="*/ 2251596 w 9626783"/>
              <a:gd name="connsiteY1" fmla="*/ 2576721 h 3757704"/>
              <a:gd name="connsiteX2" fmla="*/ 3080498 w 9626783"/>
              <a:gd name="connsiteY2" fmla="*/ 1389977 h 3757704"/>
              <a:gd name="connsiteX3" fmla="*/ 3976795 w 9626783"/>
              <a:gd name="connsiteY3" fmla="*/ 1399161 h 3757704"/>
              <a:gd name="connsiteX4" fmla="*/ 6083528 w 9626783"/>
              <a:gd name="connsiteY4" fmla="*/ 1908921 h 3757704"/>
              <a:gd name="connsiteX5" fmla="*/ 9150557 w 9626783"/>
              <a:gd name="connsiteY5" fmla="*/ 1899361 h 3757704"/>
              <a:gd name="connsiteX6" fmla="*/ 9076464 w 9626783"/>
              <a:gd name="connsiteY6" fmla="*/ 1041191 h 3757704"/>
              <a:gd name="connsiteX7" fmla="*/ 7172498 w 9626783"/>
              <a:gd name="connsiteY7" fmla="*/ 1003518 h 3757704"/>
              <a:gd name="connsiteX8" fmla="*/ 4325137 w 9626783"/>
              <a:gd name="connsiteY8" fmla="*/ 13 h 3757704"/>
              <a:gd name="connsiteX9" fmla="*/ 1734336 w 9626783"/>
              <a:gd name="connsiteY9" fmla="*/ 2573 h 3757704"/>
              <a:gd name="connsiteX10" fmla="*/ 6650 w 9626783"/>
              <a:gd name="connsiteY10" fmla="*/ 1782350 h 3757704"/>
              <a:gd name="connsiteX11" fmla="*/ 5908 w 9626783"/>
              <a:gd name="connsiteY11" fmla="*/ 3005456 h 3757704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41910"/>
              <a:gd name="connsiteY0" fmla="*/ 3755131 h 3755131"/>
              <a:gd name="connsiteX1" fmla="*/ 2251596 w 9641910"/>
              <a:gd name="connsiteY1" fmla="*/ 2574148 h 3755131"/>
              <a:gd name="connsiteX2" fmla="*/ 3080498 w 9641910"/>
              <a:gd name="connsiteY2" fmla="*/ 1387404 h 3755131"/>
              <a:gd name="connsiteX3" fmla="*/ 3976795 w 9641910"/>
              <a:gd name="connsiteY3" fmla="*/ 1396588 h 3755131"/>
              <a:gd name="connsiteX4" fmla="*/ 6083528 w 9641910"/>
              <a:gd name="connsiteY4" fmla="*/ 1906348 h 3755131"/>
              <a:gd name="connsiteX5" fmla="*/ 9150557 w 9641910"/>
              <a:gd name="connsiteY5" fmla="*/ 1896788 h 3755131"/>
              <a:gd name="connsiteX6" fmla="*/ 9076464 w 9641910"/>
              <a:gd name="connsiteY6" fmla="*/ 1038618 h 3755131"/>
              <a:gd name="connsiteX7" fmla="*/ 7130225 w 9641910"/>
              <a:gd name="connsiteY7" fmla="*/ 1005642 h 3755131"/>
              <a:gd name="connsiteX8" fmla="*/ 4376804 w 9641910"/>
              <a:gd name="connsiteY8" fmla="*/ 2137 h 3755131"/>
              <a:gd name="connsiteX9" fmla="*/ 1734336 w 9641910"/>
              <a:gd name="connsiteY9" fmla="*/ 0 h 3755131"/>
              <a:gd name="connsiteX10" fmla="*/ 6650 w 9641910"/>
              <a:gd name="connsiteY10" fmla="*/ 1779777 h 3755131"/>
              <a:gd name="connsiteX11" fmla="*/ 5908 w 9641910"/>
              <a:gd name="connsiteY11" fmla="*/ 3002883 h 3755131"/>
              <a:gd name="connsiteX0" fmla="*/ 2265995 w 9654750"/>
              <a:gd name="connsiteY0" fmla="*/ 3755131 h 3755131"/>
              <a:gd name="connsiteX1" fmla="*/ 2251596 w 9654750"/>
              <a:gd name="connsiteY1" fmla="*/ 2574148 h 3755131"/>
              <a:gd name="connsiteX2" fmla="*/ 3080498 w 9654750"/>
              <a:gd name="connsiteY2" fmla="*/ 1387404 h 3755131"/>
              <a:gd name="connsiteX3" fmla="*/ 3976795 w 9654750"/>
              <a:gd name="connsiteY3" fmla="*/ 1396588 h 3755131"/>
              <a:gd name="connsiteX4" fmla="*/ 6083528 w 9654750"/>
              <a:gd name="connsiteY4" fmla="*/ 1906348 h 3755131"/>
              <a:gd name="connsiteX5" fmla="*/ 9175511 w 9654750"/>
              <a:gd name="connsiteY5" fmla="*/ 1904127 h 3755131"/>
              <a:gd name="connsiteX6" fmla="*/ 9076464 w 9654750"/>
              <a:gd name="connsiteY6" fmla="*/ 1038618 h 3755131"/>
              <a:gd name="connsiteX7" fmla="*/ 7130225 w 9654750"/>
              <a:gd name="connsiteY7" fmla="*/ 1005642 h 3755131"/>
              <a:gd name="connsiteX8" fmla="*/ 4376804 w 9654750"/>
              <a:gd name="connsiteY8" fmla="*/ 2137 h 3755131"/>
              <a:gd name="connsiteX9" fmla="*/ 1734336 w 9654750"/>
              <a:gd name="connsiteY9" fmla="*/ 0 h 3755131"/>
              <a:gd name="connsiteX10" fmla="*/ 6650 w 9654750"/>
              <a:gd name="connsiteY10" fmla="*/ 1779777 h 3755131"/>
              <a:gd name="connsiteX11" fmla="*/ 5908 w 9654750"/>
              <a:gd name="connsiteY11" fmla="*/ 3002883 h 3755131"/>
              <a:gd name="connsiteX0" fmla="*/ 2265995 w 9653986"/>
              <a:gd name="connsiteY0" fmla="*/ 3755131 h 3755131"/>
              <a:gd name="connsiteX1" fmla="*/ 2251596 w 9653986"/>
              <a:gd name="connsiteY1" fmla="*/ 2574148 h 3755131"/>
              <a:gd name="connsiteX2" fmla="*/ 3080498 w 9653986"/>
              <a:gd name="connsiteY2" fmla="*/ 1387404 h 3755131"/>
              <a:gd name="connsiteX3" fmla="*/ 3976795 w 9653986"/>
              <a:gd name="connsiteY3" fmla="*/ 1396588 h 3755131"/>
              <a:gd name="connsiteX4" fmla="*/ 6083528 w 9653986"/>
              <a:gd name="connsiteY4" fmla="*/ 1906348 h 3755131"/>
              <a:gd name="connsiteX5" fmla="*/ 9174043 w 9653986"/>
              <a:gd name="connsiteY5" fmla="*/ 1902660 h 3755131"/>
              <a:gd name="connsiteX6" fmla="*/ 9076464 w 9653986"/>
              <a:gd name="connsiteY6" fmla="*/ 1038618 h 3755131"/>
              <a:gd name="connsiteX7" fmla="*/ 7130225 w 9653986"/>
              <a:gd name="connsiteY7" fmla="*/ 1005642 h 3755131"/>
              <a:gd name="connsiteX8" fmla="*/ 4376804 w 9653986"/>
              <a:gd name="connsiteY8" fmla="*/ 2137 h 3755131"/>
              <a:gd name="connsiteX9" fmla="*/ 1734336 w 9653986"/>
              <a:gd name="connsiteY9" fmla="*/ 0 h 3755131"/>
              <a:gd name="connsiteX10" fmla="*/ 6650 w 9653986"/>
              <a:gd name="connsiteY10" fmla="*/ 1779777 h 3755131"/>
              <a:gd name="connsiteX11" fmla="*/ 5908 w 9653986"/>
              <a:gd name="connsiteY11" fmla="*/ 3002883 h 3755131"/>
              <a:gd name="connsiteX0" fmla="*/ 2265995 w 9640501"/>
              <a:gd name="connsiteY0" fmla="*/ 3755131 h 3755131"/>
              <a:gd name="connsiteX1" fmla="*/ 2251596 w 9640501"/>
              <a:gd name="connsiteY1" fmla="*/ 2574148 h 3755131"/>
              <a:gd name="connsiteX2" fmla="*/ 3080498 w 9640501"/>
              <a:gd name="connsiteY2" fmla="*/ 1387404 h 3755131"/>
              <a:gd name="connsiteX3" fmla="*/ 3976795 w 9640501"/>
              <a:gd name="connsiteY3" fmla="*/ 1396588 h 3755131"/>
              <a:gd name="connsiteX4" fmla="*/ 6083528 w 9640501"/>
              <a:gd name="connsiteY4" fmla="*/ 1906348 h 3755131"/>
              <a:gd name="connsiteX5" fmla="*/ 9174043 w 9640501"/>
              <a:gd name="connsiteY5" fmla="*/ 1902660 h 3755131"/>
              <a:gd name="connsiteX6" fmla="*/ 9076464 w 9640501"/>
              <a:gd name="connsiteY6" fmla="*/ 1038618 h 3755131"/>
              <a:gd name="connsiteX7" fmla="*/ 7130225 w 9640501"/>
              <a:gd name="connsiteY7" fmla="*/ 1005642 h 3755131"/>
              <a:gd name="connsiteX8" fmla="*/ 4376804 w 9640501"/>
              <a:gd name="connsiteY8" fmla="*/ 2137 h 3755131"/>
              <a:gd name="connsiteX9" fmla="*/ 1734336 w 9640501"/>
              <a:gd name="connsiteY9" fmla="*/ 0 h 3755131"/>
              <a:gd name="connsiteX10" fmla="*/ 6650 w 9640501"/>
              <a:gd name="connsiteY10" fmla="*/ 1779777 h 3755131"/>
              <a:gd name="connsiteX11" fmla="*/ 5908 w 9640501"/>
              <a:gd name="connsiteY11" fmla="*/ 3002883 h 3755131"/>
              <a:gd name="connsiteX0" fmla="*/ 2265995 w 9652865"/>
              <a:gd name="connsiteY0" fmla="*/ 3755131 h 3755131"/>
              <a:gd name="connsiteX1" fmla="*/ 2251596 w 9652865"/>
              <a:gd name="connsiteY1" fmla="*/ 2574148 h 3755131"/>
              <a:gd name="connsiteX2" fmla="*/ 3080498 w 9652865"/>
              <a:gd name="connsiteY2" fmla="*/ 1387404 h 3755131"/>
              <a:gd name="connsiteX3" fmla="*/ 3976795 w 9652865"/>
              <a:gd name="connsiteY3" fmla="*/ 1396588 h 3755131"/>
              <a:gd name="connsiteX4" fmla="*/ 6083528 w 9652865"/>
              <a:gd name="connsiteY4" fmla="*/ 1906348 h 3755131"/>
              <a:gd name="connsiteX5" fmla="*/ 9174043 w 9652865"/>
              <a:gd name="connsiteY5" fmla="*/ 1902660 h 3755131"/>
              <a:gd name="connsiteX6" fmla="*/ 9101416 w 9652865"/>
              <a:gd name="connsiteY6" fmla="*/ 1037150 h 3755131"/>
              <a:gd name="connsiteX7" fmla="*/ 7130225 w 9652865"/>
              <a:gd name="connsiteY7" fmla="*/ 1005642 h 3755131"/>
              <a:gd name="connsiteX8" fmla="*/ 4376804 w 9652865"/>
              <a:gd name="connsiteY8" fmla="*/ 2137 h 3755131"/>
              <a:gd name="connsiteX9" fmla="*/ 1734336 w 9652865"/>
              <a:gd name="connsiteY9" fmla="*/ 0 h 3755131"/>
              <a:gd name="connsiteX10" fmla="*/ 6650 w 9652865"/>
              <a:gd name="connsiteY10" fmla="*/ 1779777 h 3755131"/>
              <a:gd name="connsiteX11" fmla="*/ 5908 w 9652865"/>
              <a:gd name="connsiteY11" fmla="*/ 3002883 h 3755131"/>
              <a:gd name="connsiteX0" fmla="*/ 2265995 w 9641882"/>
              <a:gd name="connsiteY0" fmla="*/ 3755131 h 3755131"/>
              <a:gd name="connsiteX1" fmla="*/ 2251596 w 9641882"/>
              <a:gd name="connsiteY1" fmla="*/ 2574148 h 3755131"/>
              <a:gd name="connsiteX2" fmla="*/ 3080498 w 9641882"/>
              <a:gd name="connsiteY2" fmla="*/ 1387404 h 3755131"/>
              <a:gd name="connsiteX3" fmla="*/ 3976795 w 9641882"/>
              <a:gd name="connsiteY3" fmla="*/ 1396588 h 3755131"/>
              <a:gd name="connsiteX4" fmla="*/ 6083528 w 9641882"/>
              <a:gd name="connsiteY4" fmla="*/ 1906348 h 3755131"/>
              <a:gd name="connsiteX5" fmla="*/ 9174043 w 9641882"/>
              <a:gd name="connsiteY5" fmla="*/ 1902660 h 3755131"/>
              <a:gd name="connsiteX6" fmla="*/ 9101416 w 9641882"/>
              <a:gd name="connsiteY6" fmla="*/ 1037150 h 3755131"/>
              <a:gd name="connsiteX7" fmla="*/ 7130225 w 9641882"/>
              <a:gd name="connsiteY7" fmla="*/ 1005642 h 3755131"/>
              <a:gd name="connsiteX8" fmla="*/ 4376804 w 9641882"/>
              <a:gd name="connsiteY8" fmla="*/ 2137 h 3755131"/>
              <a:gd name="connsiteX9" fmla="*/ 1734336 w 9641882"/>
              <a:gd name="connsiteY9" fmla="*/ 0 h 3755131"/>
              <a:gd name="connsiteX10" fmla="*/ 6650 w 9641882"/>
              <a:gd name="connsiteY10" fmla="*/ 1779777 h 3755131"/>
              <a:gd name="connsiteX11" fmla="*/ 5908 w 9641882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30225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9030 w 9632103"/>
              <a:gd name="connsiteY2" fmla="*/ 1409421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3550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6485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10889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942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7088 h 3757088"/>
              <a:gd name="connsiteX1" fmla="*/ 2250292 w 9630799"/>
              <a:gd name="connsiteY1" fmla="*/ 2576105 h 3757088"/>
              <a:gd name="connsiteX2" fmla="*/ 3076258 w 9630799"/>
              <a:gd name="connsiteY2" fmla="*/ 1411379 h 3757088"/>
              <a:gd name="connsiteX3" fmla="*/ 3975491 w 9630799"/>
              <a:gd name="connsiteY3" fmla="*/ 1410288 h 3757088"/>
              <a:gd name="connsiteX4" fmla="*/ 6082224 w 9630799"/>
              <a:gd name="connsiteY4" fmla="*/ 1908305 h 3757088"/>
              <a:gd name="connsiteX5" fmla="*/ 9172739 w 9630799"/>
              <a:gd name="connsiteY5" fmla="*/ 1904617 h 3757088"/>
              <a:gd name="connsiteX6" fmla="*/ 9100112 w 9630799"/>
              <a:gd name="connsiteY6" fmla="*/ 1039107 h 3757088"/>
              <a:gd name="connsiteX7" fmla="*/ 7148003 w 9630799"/>
              <a:gd name="connsiteY7" fmla="*/ 1007599 h 3757088"/>
              <a:gd name="connsiteX8" fmla="*/ 4375500 w 9630799"/>
              <a:gd name="connsiteY8" fmla="*/ 4094 h 3757088"/>
              <a:gd name="connsiteX9" fmla="*/ 1736947 w 9630799"/>
              <a:gd name="connsiteY9" fmla="*/ 0 h 3757088"/>
              <a:gd name="connsiteX10" fmla="*/ 5346 w 9630799"/>
              <a:gd name="connsiteY10" fmla="*/ 1781734 h 3757088"/>
              <a:gd name="connsiteX11" fmla="*/ 10475 w 9630799"/>
              <a:gd name="connsiteY11" fmla="*/ 3004840 h 3757088"/>
              <a:gd name="connsiteX0" fmla="*/ 2264691 w 9630799"/>
              <a:gd name="connsiteY0" fmla="*/ 3761002 h 3761002"/>
              <a:gd name="connsiteX1" fmla="*/ 2250292 w 9630799"/>
              <a:gd name="connsiteY1" fmla="*/ 2580019 h 3761002"/>
              <a:gd name="connsiteX2" fmla="*/ 3076258 w 9630799"/>
              <a:gd name="connsiteY2" fmla="*/ 1415293 h 3761002"/>
              <a:gd name="connsiteX3" fmla="*/ 3975491 w 9630799"/>
              <a:gd name="connsiteY3" fmla="*/ 1414202 h 3761002"/>
              <a:gd name="connsiteX4" fmla="*/ 6082224 w 9630799"/>
              <a:gd name="connsiteY4" fmla="*/ 1912219 h 3761002"/>
              <a:gd name="connsiteX5" fmla="*/ 9172739 w 9630799"/>
              <a:gd name="connsiteY5" fmla="*/ 1908531 h 3761002"/>
              <a:gd name="connsiteX6" fmla="*/ 9100112 w 9630799"/>
              <a:gd name="connsiteY6" fmla="*/ 1043021 h 3761002"/>
              <a:gd name="connsiteX7" fmla="*/ 7148003 w 9630799"/>
              <a:gd name="connsiteY7" fmla="*/ 1011513 h 3761002"/>
              <a:gd name="connsiteX8" fmla="*/ 4375500 w 9630799"/>
              <a:gd name="connsiteY8" fmla="*/ 8008 h 3761002"/>
              <a:gd name="connsiteX9" fmla="*/ 1736947 w 9630799"/>
              <a:gd name="connsiteY9" fmla="*/ 0 h 3761002"/>
              <a:gd name="connsiteX10" fmla="*/ 5346 w 9630799"/>
              <a:gd name="connsiteY10" fmla="*/ 1785648 h 3761002"/>
              <a:gd name="connsiteX11" fmla="*/ 10475 w 9630799"/>
              <a:gd name="connsiteY11" fmla="*/ 3008754 h 3761002"/>
              <a:gd name="connsiteX0" fmla="*/ 2264691 w 9630799"/>
              <a:gd name="connsiteY0" fmla="*/ 3764749 h 3764749"/>
              <a:gd name="connsiteX1" fmla="*/ 2250292 w 9630799"/>
              <a:gd name="connsiteY1" fmla="*/ 2583766 h 3764749"/>
              <a:gd name="connsiteX2" fmla="*/ 3076258 w 9630799"/>
              <a:gd name="connsiteY2" fmla="*/ 1419040 h 3764749"/>
              <a:gd name="connsiteX3" fmla="*/ 3975491 w 9630799"/>
              <a:gd name="connsiteY3" fmla="*/ 1417949 h 3764749"/>
              <a:gd name="connsiteX4" fmla="*/ 6082224 w 9630799"/>
              <a:gd name="connsiteY4" fmla="*/ 1915966 h 3764749"/>
              <a:gd name="connsiteX5" fmla="*/ 9172739 w 9630799"/>
              <a:gd name="connsiteY5" fmla="*/ 1912278 h 3764749"/>
              <a:gd name="connsiteX6" fmla="*/ 9100112 w 9630799"/>
              <a:gd name="connsiteY6" fmla="*/ 1046768 h 3764749"/>
              <a:gd name="connsiteX7" fmla="*/ 7148003 w 9630799"/>
              <a:gd name="connsiteY7" fmla="*/ 1015260 h 3764749"/>
              <a:gd name="connsiteX8" fmla="*/ 4375501 w 9630799"/>
              <a:gd name="connsiteY8" fmla="*/ 13 h 3764749"/>
              <a:gd name="connsiteX9" fmla="*/ 1736947 w 9630799"/>
              <a:gd name="connsiteY9" fmla="*/ 3747 h 3764749"/>
              <a:gd name="connsiteX10" fmla="*/ 5346 w 9630799"/>
              <a:gd name="connsiteY10" fmla="*/ 1789395 h 3764749"/>
              <a:gd name="connsiteX11" fmla="*/ 10475 w 9630799"/>
              <a:gd name="connsiteY11" fmla="*/ 3012501 h 3764749"/>
              <a:gd name="connsiteX0" fmla="*/ 2264691 w 9630799"/>
              <a:gd name="connsiteY0" fmla="*/ 3762794 h 3762794"/>
              <a:gd name="connsiteX1" fmla="*/ 2250292 w 9630799"/>
              <a:gd name="connsiteY1" fmla="*/ 2581811 h 3762794"/>
              <a:gd name="connsiteX2" fmla="*/ 3076258 w 9630799"/>
              <a:gd name="connsiteY2" fmla="*/ 1417085 h 3762794"/>
              <a:gd name="connsiteX3" fmla="*/ 3975491 w 9630799"/>
              <a:gd name="connsiteY3" fmla="*/ 1415994 h 3762794"/>
              <a:gd name="connsiteX4" fmla="*/ 6082224 w 9630799"/>
              <a:gd name="connsiteY4" fmla="*/ 1914011 h 3762794"/>
              <a:gd name="connsiteX5" fmla="*/ 9172739 w 9630799"/>
              <a:gd name="connsiteY5" fmla="*/ 1910323 h 3762794"/>
              <a:gd name="connsiteX6" fmla="*/ 9100112 w 9630799"/>
              <a:gd name="connsiteY6" fmla="*/ 1044813 h 3762794"/>
              <a:gd name="connsiteX7" fmla="*/ 7148003 w 9630799"/>
              <a:gd name="connsiteY7" fmla="*/ 1013305 h 3762794"/>
              <a:gd name="connsiteX8" fmla="*/ 4342231 w 9630799"/>
              <a:gd name="connsiteY8" fmla="*/ 14 h 3762794"/>
              <a:gd name="connsiteX9" fmla="*/ 1736947 w 9630799"/>
              <a:gd name="connsiteY9" fmla="*/ 1792 h 3762794"/>
              <a:gd name="connsiteX10" fmla="*/ 5346 w 9630799"/>
              <a:gd name="connsiteY10" fmla="*/ 1787440 h 3762794"/>
              <a:gd name="connsiteX11" fmla="*/ 10475 w 9630799"/>
              <a:gd name="connsiteY11" fmla="*/ 3010546 h 3762794"/>
              <a:gd name="connsiteX0" fmla="*/ 2264691 w 9630799"/>
              <a:gd name="connsiteY0" fmla="*/ 3772577 h 3772577"/>
              <a:gd name="connsiteX1" fmla="*/ 2250292 w 9630799"/>
              <a:gd name="connsiteY1" fmla="*/ 2591594 h 3772577"/>
              <a:gd name="connsiteX2" fmla="*/ 3076258 w 9630799"/>
              <a:gd name="connsiteY2" fmla="*/ 1426868 h 3772577"/>
              <a:gd name="connsiteX3" fmla="*/ 3975491 w 9630799"/>
              <a:gd name="connsiteY3" fmla="*/ 1425777 h 3772577"/>
              <a:gd name="connsiteX4" fmla="*/ 6082224 w 9630799"/>
              <a:gd name="connsiteY4" fmla="*/ 1923794 h 3772577"/>
              <a:gd name="connsiteX5" fmla="*/ 9172739 w 9630799"/>
              <a:gd name="connsiteY5" fmla="*/ 1920106 h 3772577"/>
              <a:gd name="connsiteX6" fmla="*/ 9100112 w 9630799"/>
              <a:gd name="connsiteY6" fmla="*/ 1054596 h 3772577"/>
              <a:gd name="connsiteX7" fmla="*/ 7148003 w 9630799"/>
              <a:gd name="connsiteY7" fmla="*/ 1023088 h 3772577"/>
              <a:gd name="connsiteX8" fmla="*/ 4340274 w 9630799"/>
              <a:gd name="connsiteY8" fmla="*/ 12 h 3772577"/>
              <a:gd name="connsiteX9" fmla="*/ 1736947 w 9630799"/>
              <a:gd name="connsiteY9" fmla="*/ 11575 h 3772577"/>
              <a:gd name="connsiteX10" fmla="*/ 5346 w 9630799"/>
              <a:gd name="connsiteY10" fmla="*/ 1797223 h 3772577"/>
              <a:gd name="connsiteX11" fmla="*/ 10475 w 9630799"/>
              <a:gd name="connsiteY11" fmla="*/ 3020329 h 3772577"/>
              <a:gd name="connsiteX0" fmla="*/ 2264691 w 9622830"/>
              <a:gd name="connsiteY0" fmla="*/ 3772577 h 3772577"/>
              <a:gd name="connsiteX1" fmla="*/ 2250292 w 9622830"/>
              <a:gd name="connsiteY1" fmla="*/ 2591594 h 3772577"/>
              <a:gd name="connsiteX2" fmla="*/ 3076258 w 9622830"/>
              <a:gd name="connsiteY2" fmla="*/ 1426868 h 3772577"/>
              <a:gd name="connsiteX3" fmla="*/ 3975491 w 9622830"/>
              <a:gd name="connsiteY3" fmla="*/ 1425777 h 3772577"/>
              <a:gd name="connsiteX4" fmla="*/ 6082224 w 9622830"/>
              <a:gd name="connsiteY4" fmla="*/ 1923794 h 3772577"/>
              <a:gd name="connsiteX5" fmla="*/ 9157082 w 9622830"/>
              <a:gd name="connsiteY5" fmla="*/ 1920106 h 3772577"/>
              <a:gd name="connsiteX6" fmla="*/ 9100112 w 9622830"/>
              <a:gd name="connsiteY6" fmla="*/ 1054596 h 3772577"/>
              <a:gd name="connsiteX7" fmla="*/ 7148003 w 9622830"/>
              <a:gd name="connsiteY7" fmla="*/ 1023088 h 3772577"/>
              <a:gd name="connsiteX8" fmla="*/ 4340274 w 9622830"/>
              <a:gd name="connsiteY8" fmla="*/ 12 h 3772577"/>
              <a:gd name="connsiteX9" fmla="*/ 1736947 w 9622830"/>
              <a:gd name="connsiteY9" fmla="*/ 11575 h 3772577"/>
              <a:gd name="connsiteX10" fmla="*/ 5346 w 9622830"/>
              <a:gd name="connsiteY10" fmla="*/ 1797223 h 3772577"/>
              <a:gd name="connsiteX11" fmla="*/ 10475 w 9622830"/>
              <a:gd name="connsiteY11" fmla="*/ 3020329 h 3772577"/>
              <a:gd name="connsiteX0" fmla="*/ 2264691 w 9608531"/>
              <a:gd name="connsiteY0" fmla="*/ 3772577 h 3772577"/>
              <a:gd name="connsiteX1" fmla="*/ 2250292 w 9608531"/>
              <a:gd name="connsiteY1" fmla="*/ 2591594 h 3772577"/>
              <a:gd name="connsiteX2" fmla="*/ 3076258 w 9608531"/>
              <a:gd name="connsiteY2" fmla="*/ 1426868 h 3772577"/>
              <a:gd name="connsiteX3" fmla="*/ 3975491 w 9608531"/>
              <a:gd name="connsiteY3" fmla="*/ 1425777 h 3772577"/>
              <a:gd name="connsiteX4" fmla="*/ 6082224 w 9608531"/>
              <a:gd name="connsiteY4" fmla="*/ 1923794 h 3772577"/>
              <a:gd name="connsiteX5" fmla="*/ 9157082 w 9608531"/>
              <a:gd name="connsiteY5" fmla="*/ 1920106 h 3772577"/>
              <a:gd name="connsiteX6" fmla="*/ 9070756 w 9608531"/>
              <a:gd name="connsiteY6" fmla="*/ 1054596 h 3772577"/>
              <a:gd name="connsiteX7" fmla="*/ 7148003 w 9608531"/>
              <a:gd name="connsiteY7" fmla="*/ 1023088 h 3772577"/>
              <a:gd name="connsiteX8" fmla="*/ 4340274 w 9608531"/>
              <a:gd name="connsiteY8" fmla="*/ 12 h 3772577"/>
              <a:gd name="connsiteX9" fmla="*/ 1736947 w 9608531"/>
              <a:gd name="connsiteY9" fmla="*/ 11575 h 3772577"/>
              <a:gd name="connsiteX10" fmla="*/ 5346 w 9608531"/>
              <a:gd name="connsiteY10" fmla="*/ 1797223 h 3772577"/>
              <a:gd name="connsiteX11" fmla="*/ 10475 w 9608531"/>
              <a:gd name="connsiteY11" fmla="*/ 3020329 h 3772577"/>
              <a:gd name="connsiteX0" fmla="*/ 2264691 w 9616096"/>
              <a:gd name="connsiteY0" fmla="*/ 3772577 h 3772577"/>
              <a:gd name="connsiteX1" fmla="*/ 2250292 w 9616096"/>
              <a:gd name="connsiteY1" fmla="*/ 2591594 h 3772577"/>
              <a:gd name="connsiteX2" fmla="*/ 3076258 w 9616096"/>
              <a:gd name="connsiteY2" fmla="*/ 1426868 h 3772577"/>
              <a:gd name="connsiteX3" fmla="*/ 3975491 w 9616096"/>
              <a:gd name="connsiteY3" fmla="*/ 1425777 h 3772577"/>
              <a:gd name="connsiteX4" fmla="*/ 6082224 w 9616096"/>
              <a:gd name="connsiteY4" fmla="*/ 1923794 h 3772577"/>
              <a:gd name="connsiteX5" fmla="*/ 9157082 w 9616096"/>
              <a:gd name="connsiteY5" fmla="*/ 1920106 h 3772577"/>
              <a:gd name="connsiteX6" fmla="*/ 9086413 w 9616096"/>
              <a:gd name="connsiteY6" fmla="*/ 1054596 h 3772577"/>
              <a:gd name="connsiteX7" fmla="*/ 7148003 w 9616096"/>
              <a:gd name="connsiteY7" fmla="*/ 1023088 h 3772577"/>
              <a:gd name="connsiteX8" fmla="*/ 4340274 w 9616096"/>
              <a:gd name="connsiteY8" fmla="*/ 12 h 3772577"/>
              <a:gd name="connsiteX9" fmla="*/ 1736947 w 9616096"/>
              <a:gd name="connsiteY9" fmla="*/ 11575 h 3772577"/>
              <a:gd name="connsiteX10" fmla="*/ 5346 w 9616096"/>
              <a:gd name="connsiteY10" fmla="*/ 1797223 h 3772577"/>
              <a:gd name="connsiteX11" fmla="*/ 10475 w 96160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082224 w 9612296"/>
              <a:gd name="connsiteY4" fmla="*/ 1923794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37022 w 9612296"/>
              <a:gd name="connsiteY4" fmla="*/ 1931622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612296" h="3772577">
                <a:moveTo>
                  <a:pt x="2264691" y="3772577"/>
                </a:moveTo>
                <a:cubicBezTo>
                  <a:pt x="2263784" y="3506482"/>
                  <a:pt x="2251955" y="3188494"/>
                  <a:pt x="2250292" y="2591594"/>
                </a:cubicBezTo>
                <a:cubicBezTo>
                  <a:pt x="2261329" y="2026444"/>
                  <a:pt x="2245314" y="1434125"/>
                  <a:pt x="3076258" y="1426868"/>
                </a:cubicBezTo>
                <a:lnTo>
                  <a:pt x="3975491" y="1425777"/>
                </a:lnTo>
                <a:cubicBezTo>
                  <a:pt x="4569548" y="1428760"/>
                  <a:pt x="5068669" y="1930078"/>
                  <a:pt x="6121366" y="1935536"/>
                </a:cubicBezTo>
                <a:lnTo>
                  <a:pt x="9157082" y="1920106"/>
                </a:lnTo>
                <a:cubicBezTo>
                  <a:pt x="9767026" y="1921633"/>
                  <a:pt x="9786548" y="1047153"/>
                  <a:pt x="9078584" y="1054596"/>
                </a:cubicBezTo>
                <a:cubicBezTo>
                  <a:pt x="8710550" y="1046395"/>
                  <a:pt x="7966851" y="1052116"/>
                  <a:pt x="7148003" y="1023088"/>
                </a:cubicBezTo>
                <a:cubicBezTo>
                  <a:pt x="6011575" y="979567"/>
                  <a:pt x="5306784" y="-4121"/>
                  <a:pt x="4340274" y="12"/>
                </a:cubicBezTo>
                <a:lnTo>
                  <a:pt x="1736947" y="11575"/>
                </a:lnTo>
                <a:cubicBezTo>
                  <a:pt x="410779" y="67880"/>
                  <a:pt x="2248" y="1246550"/>
                  <a:pt x="5346" y="1797223"/>
                </a:cubicBezTo>
                <a:cubicBezTo>
                  <a:pt x="-9169" y="2339089"/>
                  <a:pt x="10475" y="3020329"/>
                  <a:pt x="10475" y="3020329"/>
                </a:cubicBezTo>
              </a:path>
            </a:pathLst>
          </a:custGeom>
          <a:gradFill flip="none" rotWithShape="1">
            <a:gsLst>
              <a:gs pos="73000">
                <a:schemeClr val="bg2">
                  <a:lumMod val="75000"/>
                </a:schemeClr>
              </a:gs>
              <a:gs pos="22000">
                <a:schemeClr val="bg2">
                  <a:lumMod val="50000"/>
                </a:schemeClr>
              </a:gs>
              <a:gs pos="40000">
                <a:schemeClr val="bg2">
                  <a:lumMod val="25000"/>
                </a:schemeClr>
              </a:gs>
              <a:gs pos="100000">
                <a:schemeClr val="bg2">
                  <a:lumMod val="7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F9A6DC7B-26C0-2E74-5114-F5A3CE990326}"/>
              </a:ext>
            </a:extLst>
          </p:cNvPr>
          <p:cNvSpPr/>
          <p:nvPr/>
        </p:nvSpPr>
        <p:spPr>
          <a:xfrm rot="762231" flipV="1">
            <a:off x="-302930" y="2889956"/>
            <a:ext cx="3162713" cy="3477420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39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5000">
                <a:srgbClr val="939393"/>
              </a:gs>
              <a:gs pos="44000">
                <a:schemeClr val="bg2">
                  <a:lumMod val="61000"/>
                </a:schemeClr>
              </a:gs>
              <a:gs pos="82000">
                <a:schemeClr val="tx1">
                  <a:lumMod val="75000"/>
                  <a:lumOff val="2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C577401A-1477-A126-9112-944A54658FB0}"/>
              </a:ext>
            </a:extLst>
          </p:cNvPr>
          <p:cNvSpPr/>
          <p:nvPr/>
        </p:nvSpPr>
        <p:spPr>
          <a:xfrm>
            <a:off x="119336" y="347277"/>
            <a:ext cx="10264003" cy="3967716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777396" h="3779610">
                <a:moveTo>
                  <a:pt x="2191479" y="3779610"/>
                </a:moveTo>
                <a:cubicBezTo>
                  <a:pt x="2190572" y="3513515"/>
                  <a:pt x="2190876" y="3187699"/>
                  <a:pt x="2189213" y="2590799"/>
                </a:cubicBezTo>
                <a:cubicBezTo>
                  <a:pt x="2200250" y="2025649"/>
                  <a:pt x="2230032" y="1364342"/>
                  <a:pt x="3060976" y="1357085"/>
                </a:cubicBezTo>
                <a:lnTo>
                  <a:pt x="4018921" y="1349829"/>
                </a:lnTo>
                <a:cubicBezTo>
                  <a:pt x="4739797" y="1371600"/>
                  <a:pt x="5230894" y="1871158"/>
                  <a:pt x="6217833" y="1857828"/>
                </a:cubicBezTo>
                <a:lnTo>
                  <a:pt x="9374690" y="1872340"/>
                </a:lnTo>
                <a:cubicBezTo>
                  <a:pt x="9955866" y="1854198"/>
                  <a:pt x="9854266" y="1087964"/>
                  <a:pt x="9410976" y="1074057"/>
                </a:cubicBezTo>
                <a:cubicBezTo>
                  <a:pt x="8738481" y="1045028"/>
                  <a:pt x="8038168" y="1059541"/>
                  <a:pt x="7219320" y="1030513"/>
                </a:cubicBezTo>
                <a:cubicBezTo>
                  <a:pt x="5979558" y="907143"/>
                  <a:pt x="5498167" y="19352"/>
                  <a:pt x="4367262" y="0"/>
                </a:cubicBezTo>
                <a:lnTo>
                  <a:pt x="1776462" y="7257"/>
                </a:lnTo>
                <a:cubicBezTo>
                  <a:pt x="432680" y="25399"/>
                  <a:pt x="20235" y="1250648"/>
                  <a:pt x="5720" y="1792514"/>
                </a:cubicBezTo>
                <a:cubicBezTo>
                  <a:pt x="-8795" y="2334380"/>
                  <a:pt x="8892" y="3027362"/>
                  <a:pt x="8892" y="3027362"/>
                </a:cubicBezTo>
              </a:path>
            </a:pathLst>
          </a:custGeom>
          <a:gradFill flip="none" rotWithShape="1">
            <a:gsLst>
              <a:gs pos="73000">
                <a:srgbClr val="7D7D7D"/>
              </a:gs>
              <a:gs pos="22000">
                <a:srgbClr val="C6C6C6"/>
              </a:gs>
              <a:gs pos="40000">
                <a:schemeClr val="bg2">
                  <a:lumMod val="7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A511603D-BBAF-CB66-716D-C2109878851E}"/>
              </a:ext>
            </a:extLst>
          </p:cNvPr>
          <p:cNvSpPr/>
          <p:nvPr/>
        </p:nvSpPr>
        <p:spPr>
          <a:xfrm>
            <a:off x="7455467" y="-28747"/>
            <a:ext cx="4219834" cy="878011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11818 w 3693205"/>
              <a:gd name="connsiteY0" fmla="*/ 0 h 836385"/>
              <a:gd name="connsiteX1" fmla="*/ 0 w 3693205"/>
              <a:gd name="connsiteY1" fmla="*/ 402318 h 836385"/>
              <a:gd name="connsiteX2" fmla="*/ 486228 w 3693205"/>
              <a:gd name="connsiteY2" fmla="*/ 832077 h 836385"/>
              <a:gd name="connsiteX3" fmla="*/ 3303134 w 3693205"/>
              <a:gd name="connsiteY3" fmla="*/ 836385 h 836385"/>
              <a:gd name="connsiteX4" fmla="*/ 3693205 w 3693205"/>
              <a:gd name="connsiteY4" fmla="*/ 413657 h 836385"/>
              <a:gd name="connsiteX5" fmla="*/ 3457348 w 3693205"/>
              <a:gd name="connsiteY5" fmla="*/ 1814 h 836385"/>
              <a:gd name="connsiteX0" fmla="*/ 291647 w 3773034"/>
              <a:gd name="connsiteY0" fmla="*/ 0 h 836385"/>
              <a:gd name="connsiteX1" fmla="*/ 0 w 3773034"/>
              <a:gd name="connsiteY1" fmla="*/ 402318 h 836385"/>
              <a:gd name="connsiteX2" fmla="*/ 566057 w 3773034"/>
              <a:gd name="connsiteY2" fmla="*/ 832077 h 836385"/>
              <a:gd name="connsiteX3" fmla="*/ 3382963 w 3773034"/>
              <a:gd name="connsiteY3" fmla="*/ 836385 h 836385"/>
              <a:gd name="connsiteX4" fmla="*/ 3773034 w 3773034"/>
              <a:gd name="connsiteY4" fmla="*/ 413657 h 836385"/>
              <a:gd name="connsiteX5" fmla="*/ 3537177 w 3773034"/>
              <a:gd name="connsiteY5" fmla="*/ 1814 h 836385"/>
              <a:gd name="connsiteX0" fmla="*/ 291647 w 3954462"/>
              <a:gd name="connsiteY0" fmla="*/ 0 h 836385"/>
              <a:gd name="connsiteX1" fmla="*/ 0 w 3954462"/>
              <a:gd name="connsiteY1" fmla="*/ 402318 h 836385"/>
              <a:gd name="connsiteX2" fmla="*/ 566057 w 3954462"/>
              <a:gd name="connsiteY2" fmla="*/ 832077 h 836385"/>
              <a:gd name="connsiteX3" fmla="*/ 3382963 w 3954462"/>
              <a:gd name="connsiteY3" fmla="*/ 836385 h 836385"/>
              <a:gd name="connsiteX4" fmla="*/ 3954462 w 3954462"/>
              <a:gd name="connsiteY4" fmla="*/ 435428 h 836385"/>
              <a:gd name="connsiteX5" fmla="*/ 3537177 w 3954462"/>
              <a:gd name="connsiteY5" fmla="*/ 1814 h 836385"/>
              <a:gd name="connsiteX0" fmla="*/ 335190 w 3998005"/>
              <a:gd name="connsiteY0" fmla="*/ 0 h 836385"/>
              <a:gd name="connsiteX1" fmla="*/ 0 w 3998005"/>
              <a:gd name="connsiteY1" fmla="*/ 402318 h 836385"/>
              <a:gd name="connsiteX2" fmla="*/ 609600 w 3998005"/>
              <a:gd name="connsiteY2" fmla="*/ 832077 h 836385"/>
              <a:gd name="connsiteX3" fmla="*/ 3426506 w 3998005"/>
              <a:gd name="connsiteY3" fmla="*/ 836385 h 836385"/>
              <a:gd name="connsiteX4" fmla="*/ 3998005 w 3998005"/>
              <a:gd name="connsiteY4" fmla="*/ 435428 h 836385"/>
              <a:gd name="connsiteX5" fmla="*/ 3580720 w 3998005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20914 h 836385"/>
              <a:gd name="connsiteX5" fmla="*/ 3602491 w 4019776"/>
              <a:gd name="connsiteY5" fmla="*/ 1814 h 83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19776" h="836385">
                <a:moveTo>
                  <a:pt x="356961" y="0"/>
                </a:moveTo>
                <a:cubicBezTo>
                  <a:pt x="172811" y="15422"/>
                  <a:pt x="16782" y="192541"/>
                  <a:pt x="0" y="402318"/>
                </a:cubicBezTo>
                <a:cubicBezTo>
                  <a:pt x="18822" y="725940"/>
                  <a:pt x="337533" y="832606"/>
                  <a:pt x="631371" y="832077"/>
                </a:cubicBezTo>
                <a:lnTo>
                  <a:pt x="3448277" y="836385"/>
                </a:lnTo>
                <a:cubicBezTo>
                  <a:pt x="3735841" y="824592"/>
                  <a:pt x="4007983" y="715736"/>
                  <a:pt x="4019776" y="420914"/>
                </a:cubicBezTo>
                <a:cubicBezTo>
                  <a:pt x="4011612" y="202897"/>
                  <a:pt x="3852863" y="21771"/>
                  <a:pt x="3602491" y="1814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9F8B0971-B02E-D097-9C2D-5FB5D1DE2451}"/>
              </a:ext>
            </a:extLst>
          </p:cNvPr>
          <p:cNvSpPr/>
          <p:nvPr/>
        </p:nvSpPr>
        <p:spPr>
          <a:xfrm rot="5400000">
            <a:off x="10154649" y="4004777"/>
            <a:ext cx="3271975" cy="876106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41995 w 3723382"/>
              <a:gd name="connsiteY0" fmla="*/ 19958 h 834571"/>
              <a:gd name="connsiteX1" fmla="*/ 0 w 3723382"/>
              <a:gd name="connsiteY1" fmla="*/ 407761 h 834571"/>
              <a:gd name="connsiteX2" fmla="*/ 516405 w 3723382"/>
              <a:gd name="connsiteY2" fmla="*/ 830263 h 834571"/>
              <a:gd name="connsiteX3" fmla="*/ 3333311 w 3723382"/>
              <a:gd name="connsiteY3" fmla="*/ 834571 h 834571"/>
              <a:gd name="connsiteX4" fmla="*/ 3723382 w 3723382"/>
              <a:gd name="connsiteY4" fmla="*/ 411843 h 834571"/>
              <a:gd name="connsiteX5" fmla="*/ 3487525 w 3723382"/>
              <a:gd name="connsiteY5" fmla="*/ 0 h 834571"/>
              <a:gd name="connsiteX0" fmla="*/ 241995 w 3803865"/>
              <a:gd name="connsiteY0" fmla="*/ 19958 h 834571"/>
              <a:gd name="connsiteX1" fmla="*/ 0 w 3803865"/>
              <a:gd name="connsiteY1" fmla="*/ 407761 h 834571"/>
              <a:gd name="connsiteX2" fmla="*/ 516405 w 3803865"/>
              <a:gd name="connsiteY2" fmla="*/ 830263 h 834571"/>
              <a:gd name="connsiteX3" fmla="*/ 3333311 w 3803865"/>
              <a:gd name="connsiteY3" fmla="*/ 834571 h 834571"/>
              <a:gd name="connsiteX4" fmla="*/ 3803865 w 3803865"/>
              <a:gd name="connsiteY4" fmla="*/ 411843 h 834571"/>
              <a:gd name="connsiteX5" fmla="*/ 3487525 w 3803865"/>
              <a:gd name="connsiteY5" fmla="*/ 0 h 834571"/>
              <a:gd name="connsiteX0" fmla="*/ 282235 w 3844105"/>
              <a:gd name="connsiteY0" fmla="*/ 19958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  <a:gd name="connsiteX0" fmla="*/ 292298 w 3844105"/>
              <a:gd name="connsiteY0" fmla="*/ 5444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44105" h="834571">
                <a:moveTo>
                  <a:pt x="292298" y="5444"/>
                </a:moveTo>
                <a:cubicBezTo>
                  <a:pt x="173463" y="28123"/>
                  <a:pt x="16782" y="197984"/>
                  <a:pt x="0" y="407761"/>
                </a:cubicBezTo>
                <a:cubicBezTo>
                  <a:pt x="11565" y="658811"/>
                  <a:pt x="262807" y="830792"/>
                  <a:pt x="556645" y="830263"/>
                </a:cubicBezTo>
                <a:lnTo>
                  <a:pt x="3373551" y="834571"/>
                </a:lnTo>
                <a:cubicBezTo>
                  <a:pt x="3661115" y="822778"/>
                  <a:pt x="3832312" y="605065"/>
                  <a:pt x="3844105" y="411843"/>
                </a:cubicBezTo>
                <a:cubicBezTo>
                  <a:pt x="3835941" y="193826"/>
                  <a:pt x="3683794" y="12699"/>
                  <a:pt x="3527765" y="0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87130807-8DB4-7C23-B72C-2CA7B94227A9}"/>
              </a:ext>
            </a:extLst>
          </p:cNvPr>
          <p:cNvSpPr/>
          <p:nvPr/>
        </p:nvSpPr>
        <p:spPr>
          <a:xfrm>
            <a:off x="8534482" y="163069"/>
            <a:ext cx="1912649" cy="48851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1983C76-CFEC-7ACC-5272-A7D41D1261E1}"/>
              </a:ext>
            </a:extLst>
          </p:cNvPr>
          <p:cNvSpPr txBox="1"/>
          <p:nvPr/>
        </p:nvSpPr>
        <p:spPr>
          <a:xfrm>
            <a:off x="7601873" y="71527"/>
            <a:ext cx="876970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890" dirty="0" err="1"/>
              <a:t>logged</a:t>
            </a:r>
            <a:endParaRPr lang="de-DE" sz="1890" dirty="0"/>
          </a:p>
          <a:p>
            <a:pPr algn="r"/>
            <a:r>
              <a:rPr lang="de-DE" sz="1890" dirty="0"/>
              <a:t>in </a:t>
            </a:r>
            <a:r>
              <a:rPr lang="de-DE" sz="1890" dirty="0" err="1"/>
              <a:t>as</a:t>
            </a:r>
            <a:r>
              <a:rPr lang="de-DE" sz="1890" dirty="0"/>
              <a:t> </a:t>
            </a: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09C6EEF9-A547-5BDD-9AB3-01BD97B40131}"/>
              </a:ext>
            </a:extLst>
          </p:cNvPr>
          <p:cNvSpPr/>
          <p:nvPr/>
        </p:nvSpPr>
        <p:spPr>
          <a:xfrm>
            <a:off x="7946905" y="1642606"/>
            <a:ext cx="2004273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 and Restart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A7A76F95-112B-4801-A471-F755051FEEA5}"/>
              </a:ext>
            </a:extLst>
          </p:cNvPr>
          <p:cNvSpPr/>
          <p:nvPr/>
        </p:nvSpPr>
        <p:spPr>
          <a:xfrm>
            <a:off x="3144671" y="2582407"/>
            <a:ext cx="7853473" cy="4412412"/>
          </a:xfrm>
          <a:prstGeom prst="roundRect">
            <a:avLst>
              <a:gd name="adj" fmla="val 7145"/>
            </a:avLst>
          </a:prstGeom>
          <a:solidFill>
            <a:schemeClr val="bg1">
              <a:lumMod val="85000"/>
            </a:schemeClr>
          </a:solidFill>
          <a:ln w="476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988086A-7A8B-530B-1423-80074AF67CC6}"/>
              </a:ext>
            </a:extLst>
          </p:cNvPr>
          <p:cNvSpPr txBox="1"/>
          <p:nvPr/>
        </p:nvSpPr>
        <p:spPr>
          <a:xfrm>
            <a:off x="731588" y="670194"/>
            <a:ext cx="103348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 err="1"/>
              <a:t>Started</a:t>
            </a:r>
            <a:endParaRPr lang="de-DE" sz="2100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54637DFB-1931-C8B2-4ED7-3488616F89E3}"/>
              </a:ext>
            </a:extLst>
          </p:cNvPr>
          <p:cNvSpPr txBox="1"/>
          <p:nvPr/>
        </p:nvSpPr>
        <p:spPr>
          <a:xfrm>
            <a:off x="4799858" y="662857"/>
            <a:ext cx="117282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 err="1"/>
              <a:t>Finished</a:t>
            </a:r>
            <a:endParaRPr lang="de-DE" sz="2100" dirty="0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1F97B461-7A76-4AD6-7E89-513382847C66}"/>
              </a:ext>
            </a:extLst>
          </p:cNvPr>
          <p:cNvSpPr txBox="1"/>
          <p:nvPr/>
        </p:nvSpPr>
        <p:spPr>
          <a:xfrm>
            <a:off x="3744854" y="1239510"/>
            <a:ext cx="112242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 err="1"/>
              <a:t>Elapsed</a:t>
            </a:r>
            <a:endParaRPr lang="de-DE" sz="2100" dirty="0"/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F0D1D8F6-26A4-B117-A1C8-0A8607A3BFC3}"/>
              </a:ext>
            </a:extLst>
          </p:cNvPr>
          <p:cNvSpPr/>
          <p:nvPr/>
        </p:nvSpPr>
        <p:spPr>
          <a:xfrm>
            <a:off x="1787925" y="659204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F2806627-E732-BBB9-3BEB-34E0B8C3703A}"/>
              </a:ext>
            </a:extLst>
          </p:cNvPr>
          <p:cNvSpPr/>
          <p:nvPr/>
        </p:nvSpPr>
        <p:spPr>
          <a:xfrm>
            <a:off x="10700067" y="84936"/>
            <a:ext cx="643350" cy="627588"/>
          </a:xfrm>
          <a:prstGeom prst="ellipse">
            <a:avLst/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41A74AB-4BA5-44EB-CE45-146AB9FE552A}"/>
              </a:ext>
            </a:extLst>
          </p:cNvPr>
          <p:cNvSpPr txBox="1"/>
          <p:nvPr/>
        </p:nvSpPr>
        <p:spPr>
          <a:xfrm>
            <a:off x="517206" y="1100675"/>
            <a:ext cx="100713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/>
              <a:t>Project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7430B4C-0B69-4BB1-7CBD-D03B88877E16}"/>
              </a:ext>
            </a:extLst>
          </p:cNvPr>
          <p:cNvSpPr txBox="1"/>
          <p:nvPr/>
        </p:nvSpPr>
        <p:spPr>
          <a:xfrm>
            <a:off x="525730" y="1910176"/>
            <a:ext cx="87235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/>
              <a:t>Ticket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5B16BA18-A2DE-8136-0FD6-BB3B69B94A68}"/>
              </a:ext>
            </a:extLst>
          </p:cNvPr>
          <p:cNvSpPr/>
          <p:nvPr/>
        </p:nvSpPr>
        <p:spPr>
          <a:xfrm>
            <a:off x="242521" y="3136294"/>
            <a:ext cx="2012419" cy="2066238"/>
          </a:xfrm>
          <a:prstGeom prst="roundRect">
            <a:avLst>
              <a:gd name="adj" fmla="val 13086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EB84831-2931-6CED-0AD9-6EC7C8EE916D}"/>
              </a:ext>
            </a:extLst>
          </p:cNvPr>
          <p:cNvSpPr txBox="1"/>
          <p:nvPr/>
        </p:nvSpPr>
        <p:spPr>
          <a:xfrm>
            <a:off x="403035" y="2741714"/>
            <a:ext cx="153760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/>
              <a:t>Description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31F3638-5BB7-C0B4-D77E-FFBE5CB0E21D}"/>
              </a:ext>
            </a:extLst>
          </p:cNvPr>
          <p:cNvSpPr/>
          <p:nvPr/>
        </p:nvSpPr>
        <p:spPr>
          <a:xfrm>
            <a:off x="3371603" y="659204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A7971A01-5577-D370-C173-10A4BBB8BEEF}"/>
              </a:ext>
            </a:extLst>
          </p:cNvPr>
          <p:cNvSpPr/>
          <p:nvPr/>
        </p:nvSpPr>
        <p:spPr>
          <a:xfrm>
            <a:off x="473253" y="1513689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35151A14-0C40-42C9-36DB-0F3CC05FCD58}"/>
              </a:ext>
            </a:extLst>
          </p:cNvPr>
          <p:cNvSpPr/>
          <p:nvPr/>
        </p:nvSpPr>
        <p:spPr>
          <a:xfrm>
            <a:off x="453290" y="2293505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04142D85-FF1F-4C7F-C764-28E888D5BB5C}"/>
              </a:ext>
            </a:extLst>
          </p:cNvPr>
          <p:cNvSpPr/>
          <p:nvPr/>
        </p:nvSpPr>
        <p:spPr>
          <a:xfrm>
            <a:off x="2280914" y="1235835"/>
            <a:ext cx="1437090" cy="374746"/>
          </a:xfrm>
          <a:prstGeom prst="roundRect">
            <a:avLst/>
          </a:prstGeom>
          <a:solidFill>
            <a:srgbClr val="A6A6A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</p:spTree>
    <p:extLst>
      <p:ext uri="{BB962C8B-B14F-4D97-AF65-F5344CB8AC3E}">
        <p14:creationId xmlns:p14="http://schemas.microsoft.com/office/powerpoint/2010/main" val="4108851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</Words>
  <Application>Microsoft Office PowerPoint</Application>
  <PresentationFormat>Benutzerdefiniert</PresentationFormat>
  <Paragraphs>10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Lehnert, Alexander (BBWDDTN)</dc:creator>
  <cp:lastModifiedBy>Lehnert, Alexander (BBWDDTN)</cp:lastModifiedBy>
  <cp:revision>18</cp:revision>
  <dcterms:created xsi:type="dcterms:W3CDTF">2025-08-11T14:40:32Z</dcterms:created>
  <dcterms:modified xsi:type="dcterms:W3CDTF">2025-09-08T12:16:55Z</dcterms:modified>
</cp:coreProperties>
</file>