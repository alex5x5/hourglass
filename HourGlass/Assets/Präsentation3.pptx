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6F6F6F"/>
    <a:srgbClr val="828282"/>
    <a:srgbClr val="7D7D7D"/>
    <a:srgbClr val="777777"/>
    <a:srgbClr val="858585"/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 varScale="1">
        <p:scale>
          <a:sx n="105" d="100"/>
          <a:sy n="105" d="100"/>
        </p:scale>
        <p:origin x="1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593C3-E430-4D35-AAB3-1ECEFE646914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1895B-2F14-4110-9BC2-4F368A6C9A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52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9486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78222"/>
            <a:ext cx="9144000" cy="250642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81306"/>
            <a:ext cx="9144000" cy="17381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94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6273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94830"/>
            <a:ext cx="10515600" cy="29947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817875"/>
            <a:ext cx="10515600" cy="15748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837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91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83297"/>
            <a:ext cx="1051560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764832"/>
            <a:ext cx="5157787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629749"/>
            <a:ext cx="5157787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64832"/>
            <a:ext cx="5183188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629749"/>
            <a:ext cx="5183188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13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0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912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36569"/>
            <a:ext cx="6172200" cy="511617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75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36569"/>
            <a:ext cx="6172200" cy="511617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001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607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83297"/>
            <a:ext cx="2628900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83297"/>
            <a:ext cx="7734300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46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3297"/>
            <a:ext cx="1051560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6484"/>
            <a:ext cx="1051560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07.09.2025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672697"/>
            <a:ext cx="41148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36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E41194DF-D90E-1BF1-3D4B-F727FD3D5D6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E693B6-E99C-9633-B4C6-1023F408522E}"/>
              </a:ext>
            </a:extLst>
          </p:cNvPr>
          <p:cNvSpPr/>
          <p:nvPr/>
        </p:nvSpPr>
        <p:spPr>
          <a:xfrm>
            <a:off x="53245" y="279731"/>
            <a:ext cx="10396109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612296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61329" y="2026444"/>
                  <a:pt x="2245314" y="1434125"/>
                  <a:pt x="3076258" y="1426868"/>
                </a:cubicBezTo>
                <a:lnTo>
                  <a:pt x="3975491" y="1425777"/>
                </a:lnTo>
                <a:cubicBezTo>
                  <a:pt x="4569548" y="1428760"/>
                  <a:pt x="5068669" y="1930078"/>
                  <a:pt x="6121366" y="1935536"/>
                </a:cubicBezTo>
                <a:lnTo>
                  <a:pt x="9157082" y="1920106"/>
                </a:lnTo>
                <a:cubicBezTo>
                  <a:pt x="9767026" y="19216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302930" y="2889956"/>
            <a:ext cx="3162713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119336" y="347277"/>
            <a:ext cx="10264003" cy="3967716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777396" h="3779610">
                <a:moveTo>
                  <a:pt x="2191479" y="3779610"/>
                </a:moveTo>
                <a:cubicBezTo>
                  <a:pt x="2190572" y="3513515"/>
                  <a:pt x="2190876" y="3187699"/>
                  <a:pt x="2189213" y="2590799"/>
                </a:cubicBezTo>
                <a:cubicBezTo>
                  <a:pt x="2200250" y="2025649"/>
                  <a:pt x="2230032" y="1364342"/>
                  <a:pt x="3060976" y="1357085"/>
                </a:cubicBezTo>
                <a:lnTo>
                  <a:pt x="4018921" y="1349829"/>
                </a:lnTo>
                <a:cubicBezTo>
                  <a:pt x="4739797" y="1371600"/>
                  <a:pt x="5230894" y="1871158"/>
                  <a:pt x="6217833" y="1857828"/>
                </a:cubicBez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731588" y="670194"/>
            <a:ext cx="103348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Started</a:t>
            </a:r>
            <a:endParaRPr lang="de-DE" sz="21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4799858" y="662857"/>
            <a:ext cx="117282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Finished</a:t>
            </a:r>
            <a:endParaRPr lang="de-DE" sz="21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3744854" y="1239510"/>
            <a:ext cx="112242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Elapsed</a:t>
            </a:r>
            <a:endParaRPr lang="de-DE" sz="21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787925" y="65920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517206" y="1100675"/>
            <a:ext cx="100713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525730" y="1910176"/>
            <a:ext cx="87235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242521" y="3136294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403035" y="2741714"/>
            <a:ext cx="153760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Description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1F3638-5BB7-C0B4-D77E-FFBE5CB0E21D}"/>
              </a:ext>
            </a:extLst>
          </p:cNvPr>
          <p:cNvSpPr/>
          <p:nvPr/>
        </p:nvSpPr>
        <p:spPr>
          <a:xfrm>
            <a:off x="3371603" y="65920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A7971A01-5577-D370-C173-10A4BBB8BEEF}"/>
              </a:ext>
            </a:extLst>
          </p:cNvPr>
          <p:cNvSpPr/>
          <p:nvPr/>
        </p:nvSpPr>
        <p:spPr>
          <a:xfrm>
            <a:off x="473253" y="1513689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5151A14-0C40-42C9-36DB-0F3CC05FCD58}"/>
              </a:ext>
            </a:extLst>
          </p:cNvPr>
          <p:cNvSpPr/>
          <p:nvPr/>
        </p:nvSpPr>
        <p:spPr>
          <a:xfrm>
            <a:off x="453290" y="2293505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4142D85-FF1F-4C7F-C764-28E888D5BB5C}"/>
              </a:ext>
            </a:extLst>
          </p:cNvPr>
          <p:cNvSpPr/>
          <p:nvPr/>
        </p:nvSpPr>
        <p:spPr>
          <a:xfrm>
            <a:off x="2280914" y="1235835"/>
            <a:ext cx="1437090" cy="374746"/>
          </a:xfrm>
          <a:prstGeom prst="roundRect">
            <a:avLst/>
          </a:prstGeom>
          <a:solidFill>
            <a:srgbClr val="A6A6A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34CB0A75-BC89-4936-A3EB-003F521C2138}"/>
              </a:ext>
            </a:extLst>
          </p:cNvPr>
          <p:cNvSpPr/>
          <p:nvPr/>
        </p:nvSpPr>
        <p:spPr>
          <a:xfrm>
            <a:off x="11513830" y="323243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47E2BBE-7C9D-53D9-474C-C4BF26FDA94E}"/>
              </a:ext>
            </a:extLst>
          </p:cNvPr>
          <p:cNvSpPr/>
          <p:nvPr/>
        </p:nvSpPr>
        <p:spPr>
          <a:xfrm>
            <a:off x="11513830" y="4160972"/>
            <a:ext cx="558834" cy="545143"/>
          </a:xfrm>
          <a:prstGeom prst="ellipse">
            <a:avLst/>
          </a:prstGeom>
          <a:solidFill>
            <a:schemeClr val="bg2">
              <a:lumMod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BD46845-0BF7-80B5-39F7-E567CCB556EC}"/>
              </a:ext>
            </a:extLst>
          </p:cNvPr>
          <p:cNvSpPr/>
          <p:nvPr/>
        </p:nvSpPr>
        <p:spPr>
          <a:xfrm>
            <a:off x="11513830" y="5110532"/>
            <a:ext cx="558834" cy="545143"/>
          </a:xfrm>
          <a:prstGeom prst="ellipse">
            <a:avLst/>
          </a:prstGeom>
          <a:solidFill>
            <a:schemeClr val="bg2">
              <a:lumMod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</Words>
  <Application>Microsoft Office PowerPoint</Application>
  <PresentationFormat>Benutzerdefiniert</PresentationFormat>
  <Paragraphs>10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17</cp:revision>
  <dcterms:created xsi:type="dcterms:W3CDTF">2025-08-11T14:40:32Z</dcterms:created>
  <dcterms:modified xsi:type="dcterms:W3CDTF">2025-09-07T17:59:03Z</dcterms:modified>
</cp:coreProperties>
</file>