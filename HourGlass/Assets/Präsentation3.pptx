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6F6F6F"/>
    <a:srgbClr val="828282"/>
    <a:srgbClr val="7D7D7D"/>
    <a:srgbClr val="777777"/>
    <a:srgbClr val="858585"/>
    <a:srgbClr val="CAD1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>
      <p:cViewPr varScale="1">
        <p:scale>
          <a:sx n="103" d="100"/>
          <a:sy n="103" d="100"/>
        </p:scale>
        <p:origin x="19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A593C3-E430-4D35-AAB3-1ECEFE646914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815975" y="1143000"/>
            <a:ext cx="5226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1895B-2F14-4110-9BC2-4F368A6C9AD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521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9486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78222"/>
            <a:ext cx="9144000" cy="250642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81306"/>
            <a:ext cx="9144000" cy="173816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9946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6273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94830"/>
            <a:ext cx="10515600" cy="29947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817875"/>
            <a:ext cx="10515600" cy="15748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837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691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83297"/>
            <a:ext cx="10515600" cy="13915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764832"/>
            <a:ext cx="5157787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629749"/>
            <a:ext cx="5157787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764832"/>
            <a:ext cx="5183188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629749"/>
            <a:ext cx="5183188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138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09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2912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36569"/>
            <a:ext cx="6172200" cy="511617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753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36569"/>
            <a:ext cx="6172200" cy="511617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9001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607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83297"/>
            <a:ext cx="2628900" cy="610108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83297"/>
            <a:ext cx="7734300" cy="610108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46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83297"/>
            <a:ext cx="10515600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16484"/>
            <a:ext cx="10515600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ECEF7-B6E9-49C4-83BF-168FC5D45A15}" type="datetimeFigureOut">
              <a:rPr lang="de-DE" smtClean="0"/>
              <a:t>24.08.2025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672697"/>
            <a:ext cx="41148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365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B85B9A3-64C5-4F81-9DFF-35058B4010AE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E41194DF-D90E-1BF1-3D4B-F727FD3D5D63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E693B6-E99C-9633-B4C6-1023F408522E}"/>
              </a:ext>
            </a:extLst>
          </p:cNvPr>
          <p:cNvSpPr/>
          <p:nvPr/>
        </p:nvSpPr>
        <p:spPr>
          <a:xfrm>
            <a:off x="53245" y="279731"/>
            <a:ext cx="10396109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612296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61329" y="2026444"/>
                  <a:pt x="2245314" y="1434125"/>
                  <a:pt x="3076258" y="1426868"/>
                </a:cubicBezTo>
                <a:lnTo>
                  <a:pt x="3975491" y="1425777"/>
                </a:lnTo>
                <a:cubicBezTo>
                  <a:pt x="4569548" y="1428760"/>
                  <a:pt x="5068669" y="1930078"/>
                  <a:pt x="6121366" y="1935536"/>
                </a:cubicBezTo>
                <a:lnTo>
                  <a:pt x="9157082" y="1920106"/>
                </a:lnTo>
                <a:cubicBezTo>
                  <a:pt x="9767026" y="19216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F9A6DC7B-26C0-2E74-5114-F5A3CE990326}"/>
              </a:ext>
            </a:extLst>
          </p:cNvPr>
          <p:cNvSpPr/>
          <p:nvPr/>
        </p:nvSpPr>
        <p:spPr>
          <a:xfrm rot="762231" flipV="1">
            <a:off x="-302930" y="2889956"/>
            <a:ext cx="3162713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C577401A-1477-A126-9112-944A54658FB0}"/>
              </a:ext>
            </a:extLst>
          </p:cNvPr>
          <p:cNvSpPr/>
          <p:nvPr/>
        </p:nvSpPr>
        <p:spPr>
          <a:xfrm>
            <a:off x="119336" y="347277"/>
            <a:ext cx="10264003" cy="3967716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777396" h="3779610">
                <a:moveTo>
                  <a:pt x="2191479" y="3779610"/>
                </a:moveTo>
                <a:cubicBezTo>
                  <a:pt x="2190572" y="3513515"/>
                  <a:pt x="2190876" y="3187699"/>
                  <a:pt x="2189213" y="2590799"/>
                </a:cubicBezTo>
                <a:cubicBezTo>
                  <a:pt x="2200250" y="2025649"/>
                  <a:pt x="2230032" y="1364342"/>
                  <a:pt x="3060976" y="1357085"/>
                </a:cubicBezTo>
                <a:lnTo>
                  <a:pt x="4018921" y="1349829"/>
                </a:lnTo>
                <a:cubicBezTo>
                  <a:pt x="4739797" y="1371600"/>
                  <a:pt x="5230894" y="1871158"/>
                  <a:pt x="6217833" y="1857828"/>
                </a:cubicBez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A511603D-BBAF-CB66-716D-C2109878851E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F8B0971-B02E-D097-9C2D-5FB5D1DE2451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87130807-8DB4-7C23-B72C-2CA7B94227A9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1983C76-CFEC-7ACC-5272-A7D41D1261E1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25397D63-BE9A-EFF8-4CD3-B8B707F5A43C}"/>
              </a:ext>
            </a:extLst>
          </p:cNvPr>
          <p:cNvSpPr/>
          <p:nvPr/>
        </p:nvSpPr>
        <p:spPr>
          <a:xfrm>
            <a:off x="5211160" y="1248271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2CDDA83-7586-0D7A-EFF7-50326E27DA75}"/>
              </a:ext>
            </a:extLst>
          </p:cNvPr>
          <p:cNvSpPr/>
          <p:nvPr/>
        </p:nvSpPr>
        <p:spPr>
          <a:xfrm>
            <a:off x="6570881" y="164291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Start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09C6EEF9-A547-5BDD-9AB3-01BD97B40131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A7A76F95-112B-4801-A471-F755051FEEA5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988086A-7A8B-530B-1423-80074AF67CC6}"/>
              </a:ext>
            </a:extLst>
          </p:cNvPr>
          <p:cNvSpPr txBox="1"/>
          <p:nvPr/>
        </p:nvSpPr>
        <p:spPr>
          <a:xfrm>
            <a:off x="731588" y="670194"/>
            <a:ext cx="103348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Started</a:t>
            </a:r>
            <a:endParaRPr lang="de-DE" sz="21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4637DFB-1931-C8B2-4ED7-3488616F89E3}"/>
              </a:ext>
            </a:extLst>
          </p:cNvPr>
          <p:cNvSpPr txBox="1"/>
          <p:nvPr/>
        </p:nvSpPr>
        <p:spPr>
          <a:xfrm>
            <a:off x="4799858" y="662857"/>
            <a:ext cx="117282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Finished</a:t>
            </a:r>
            <a:endParaRPr lang="de-DE" sz="2100" dirty="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F97B461-7A76-4AD6-7E89-513382847C66}"/>
              </a:ext>
            </a:extLst>
          </p:cNvPr>
          <p:cNvSpPr txBox="1"/>
          <p:nvPr/>
        </p:nvSpPr>
        <p:spPr>
          <a:xfrm>
            <a:off x="3744854" y="1239510"/>
            <a:ext cx="112242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 err="1"/>
              <a:t>Elapsed</a:t>
            </a:r>
            <a:endParaRPr lang="de-DE" sz="2100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F0D1D8F6-26A4-B117-A1C8-0A8607A3BFC3}"/>
              </a:ext>
            </a:extLst>
          </p:cNvPr>
          <p:cNvSpPr/>
          <p:nvPr/>
        </p:nvSpPr>
        <p:spPr>
          <a:xfrm>
            <a:off x="1787925" y="65920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F2806627-E732-BBB9-3BEB-34E0B8C3703A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41A74AB-4BA5-44EB-CE45-146AB9FE552A}"/>
              </a:ext>
            </a:extLst>
          </p:cNvPr>
          <p:cNvSpPr txBox="1"/>
          <p:nvPr/>
        </p:nvSpPr>
        <p:spPr>
          <a:xfrm>
            <a:off x="517206" y="1100675"/>
            <a:ext cx="100713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Project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7430B4C-0B69-4BB1-7CBD-D03B88877E16}"/>
              </a:ext>
            </a:extLst>
          </p:cNvPr>
          <p:cNvSpPr txBox="1"/>
          <p:nvPr/>
        </p:nvSpPr>
        <p:spPr>
          <a:xfrm>
            <a:off x="525730" y="1910176"/>
            <a:ext cx="87235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Ticket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B16BA18-A2DE-8136-0FD6-BB3B69B94A68}"/>
              </a:ext>
            </a:extLst>
          </p:cNvPr>
          <p:cNvSpPr/>
          <p:nvPr/>
        </p:nvSpPr>
        <p:spPr>
          <a:xfrm>
            <a:off x="242521" y="3136294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EB84831-2931-6CED-0AD9-6EC7C8EE916D}"/>
              </a:ext>
            </a:extLst>
          </p:cNvPr>
          <p:cNvSpPr txBox="1"/>
          <p:nvPr/>
        </p:nvSpPr>
        <p:spPr>
          <a:xfrm>
            <a:off x="403035" y="2741714"/>
            <a:ext cx="153760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2100" dirty="0"/>
              <a:t>Description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3AE0CD77-AB95-B6B9-7DAD-6DEB3A981D39}"/>
              </a:ext>
            </a:extLst>
          </p:cNvPr>
          <p:cNvSpPr/>
          <p:nvPr/>
        </p:nvSpPr>
        <p:spPr>
          <a:xfrm>
            <a:off x="617798" y="5383085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791CE99A-8258-0152-4EDC-32E244F84EDD}"/>
              </a:ext>
            </a:extLst>
          </p:cNvPr>
          <p:cNvSpPr/>
          <p:nvPr/>
        </p:nvSpPr>
        <p:spPr>
          <a:xfrm>
            <a:off x="626991" y="5965205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Import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F1D323AB-958B-CFC2-19EC-79529007D284}"/>
              </a:ext>
            </a:extLst>
          </p:cNvPr>
          <p:cNvSpPr/>
          <p:nvPr/>
        </p:nvSpPr>
        <p:spPr>
          <a:xfrm>
            <a:off x="621465" y="654126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Edit File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1F3638-5BB7-C0B4-D77E-FFBE5CB0E21D}"/>
              </a:ext>
            </a:extLst>
          </p:cNvPr>
          <p:cNvSpPr/>
          <p:nvPr/>
        </p:nvSpPr>
        <p:spPr>
          <a:xfrm>
            <a:off x="3371603" y="65920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A7971A01-5577-D370-C173-10A4BBB8BEEF}"/>
              </a:ext>
            </a:extLst>
          </p:cNvPr>
          <p:cNvSpPr/>
          <p:nvPr/>
        </p:nvSpPr>
        <p:spPr>
          <a:xfrm>
            <a:off x="473253" y="1513689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5151A14-0C40-42C9-36DB-0F3CC05FCD58}"/>
              </a:ext>
            </a:extLst>
          </p:cNvPr>
          <p:cNvSpPr/>
          <p:nvPr/>
        </p:nvSpPr>
        <p:spPr>
          <a:xfrm>
            <a:off x="453290" y="2293505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04142D85-FF1F-4C7F-C764-28E888D5BB5C}"/>
              </a:ext>
            </a:extLst>
          </p:cNvPr>
          <p:cNvSpPr/>
          <p:nvPr/>
        </p:nvSpPr>
        <p:spPr>
          <a:xfrm>
            <a:off x="2280914" y="1235835"/>
            <a:ext cx="1437090" cy="374746"/>
          </a:xfrm>
          <a:prstGeom prst="roundRect">
            <a:avLst/>
          </a:prstGeom>
          <a:solidFill>
            <a:srgbClr val="A6A6A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</p:spTree>
    <p:extLst>
      <p:ext uri="{BB962C8B-B14F-4D97-AF65-F5344CB8AC3E}">
        <p14:creationId xmlns:p14="http://schemas.microsoft.com/office/powerpoint/2010/main" val="410885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</Words>
  <Application>Microsoft Office PowerPoint</Application>
  <PresentationFormat>Benutzerdefiniert</PresentationFormat>
  <Paragraphs>15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Lehnert, Alexander (BBWDDTN)</dc:creator>
  <cp:lastModifiedBy>Lehnert, Alexander (BBWDDTN)</cp:lastModifiedBy>
  <cp:revision>14</cp:revision>
  <dcterms:created xsi:type="dcterms:W3CDTF">2025-08-11T14:40:32Z</dcterms:created>
  <dcterms:modified xsi:type="dcterms:W3CDTF">2025-08-24T20:20:18Z</dcterms:modified>
</cp:coreProperties>
</file>