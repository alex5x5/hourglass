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AD1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>
      <p:cViewPr varScale="1">
        <p:scale>
          <a:sx n="88" d="100"/>
          <a:sy n="88" d="100"/>
        </p:scale>
        <p:origin x="76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1F869A-F58C-F820-1A14-15E5116FF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ED65FDE-FB32-86F9-838F-C36338BF93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14DC1C7-C777-3B4C-F172-A923A18AC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98C9A1-4134-F545-F5DB-220E7C07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05EE29-9D75-2FB0-F91D-D470C850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7893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4B4B12-1E63-7468-B107-2473FE279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8D94C36-2269-E7E2-4B89-89E04C555A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8B7BAE-E6FE-5CA0-02F8-427EFA83A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8A6A1B-D495-EF39-DB6B-5A66E9D96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BC42C9-FCC9-48C2-1A8E-A880FF1E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1432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3F6E68-149C-4334-91B3-DB9565029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D89079C-DCFD-48EB-9A99-B49CE40C3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864E07-476E-1B9F-3492-0CBE2292B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CF8287-73C8-CCC4-8DDD-055D0AE3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5B0AB9-BA0F-FC96-30E2-BD49E3F7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1221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836751-6980-17B6-87CD-9603C0220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786DFA0-E0DC-EB2B-3D78-A445C8DDE1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688BF1F-0636-EFC7-3BAB-2FC2B87874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9C0F7F5-C0A2-AF25-EFF4-2BB5470137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B294B56-DD66-6111-99C1-925AF6EE45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005B02A-A276-00EB-7A17-1F71678AE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8231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C9BABA-0EF5-4B20-298B-334FDF68F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7D51543-CBA8-DA8C-B8AD-7FFCCC2667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AB257BF-1301-1128-6B0F-1B2B203457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7D7FF66-DC10-9F40-602D-F78687F5F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DCD8469-4A3B-F980-AB07-C86C179586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C2372AA-C8DE-89BF-FA64-5A27C858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4C805A8-1B84-69AA-D34A-955CFF339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DDF6E42-97A8-A408-4A49-407536793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7749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9AFC99-A50F-6EB5-9D2D-F6647A484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AF024D-66D4-BFC3-F7BD-FFDAF0F2D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4590886-92F8-C4A3-4635-8365C2731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885B1F2-6FD2-1588-1ABF-CE2A3E2A5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3762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407A0DC-0617-FCB6-C828-B60824F5E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DDF694-2C40-E2CF-363F-ECE5BCDAE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C73358-C692-1766-B6A0-1B123A84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6091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29211B-BA8B-AFE4-5FF0-9116AE5ED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E314C49-DDA1-52D7-6F21-DFE2410C30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804269-4883-2878-67A0-A5F76AC0F1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2B335DD-99AF-006D-26EC-CA72C721D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84F906E-0C34-A5A3-33C4-43F8F69B7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47612D4-28BE-8F5C-8841-16A763F2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44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C88CA5-7AA0-9B1B-FDA5-EADF6CAD8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AB265DD-16D2-06FE-C2C5-EB26092323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79D9692-673F-C255-0A01-7D05420C4B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15B8D31-108A-8064-7072-62D3DFB99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10D9504-2BD4-B780-2E40-80F0E6DCB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3CA7707-09FF-0DAD-1944-67E6DB9C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5584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BA67FC-BFD3-D737-212A-CFF858871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2C258F-F914-1CF4-8FCC-5ED334349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0EE5140-2D78-764F-4646-E31F2936C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D66D6B-3E5D-8697-A73A-66256BDA3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7CB9B48-5966-87FD-5799-ACA604642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28364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0A04AC7-37DA-B1BC-52A0-6862598D4F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2F189A8-75D1-9978-E87C-C9DFEAE3D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921CC6-851F-A9EE-0F8E-94E25367D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367CD2A-AAFD-7250-7B2C-63C899815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E48B050-DF47-AB29-5142-C665FADF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9141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FBDCE01-42DB-9741-7C9D-4F0D5DFF5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121591-093D-1237-A252-11EE1EEDD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1A5D621-A50A-813E-DEF7-36FB910777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3ECEF7-B6E9-49C4-83BF-168FC5D45A15}" type="datetimeFigureOut">
              <a:rPr lang="de-DE" smtClean="0"/>
              <a:t>11.08.2025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6AB0FC-519D-C3A4-1EC1-10EB4B3C38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56957D-C573-BA0D-CAB8-774DD76AF3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B73E60-44E9-43F7-BC63-4FEA665A489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48305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B85B9A3-64C5-4F81-9DFF-35058B4010AE}"/>
              </a:ext>
            </a:extLst>
          </p:cNvPr>
          <p:cNvSpPr/>
          <p:nvPr/>
        </p:nvSpPr>
        <p:spPr>
          <a:xfrm>
            <a:off x="-14535" y="-27384"/>
            <a:ext cx="2927648" cy="6885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Flussdiagramm: Daten 15">
            <a:extLst>
              <a:ext uri="{FF2B5EF4-FFF2-40B4-BE49-F238E27FC236}">
                <a16:creationId xmlns:a16="http://schemas.microsoft.com/office/drawing/2014/main" id="{F9A6DC7B-26C0-2E74-5114-F5A3CE990326}"/>
              </a:ext>
            </a:extLst>
          </p:cNvPr>
          <p:cNvSpPr/>
          <p:nvPr/>
        </p:nvSpPr>
        <p:spPr>
          <a:xfrm rot="815880" flipV="1">
            <a:off x="29145" y="2728633"/>
            <a:ext cx="2797995" cy="2362173"/>
          </a:xfrm>
          <a:prstGeom prst="flowChartInputOutput">
            <a:avLst/>
          </a:prstGeom>
          <a:gradFill flip="none" rotWithShape="1">
            <a:gsLst>
              <a:gs pos="27000">
                <a:srgbClr val="D4D4D4">
                  <a:alpha val="20000"/>
                </a:srgbClr>
              </a:gs>
              <a:gs pos="18000">
                <a:srgbClr val="CAD1D4">
                  <a:alpha val="1961"/>
                </a:srgbClr>
              </a:gs>
              <a:gs pos="39000">
                <a:srgbClr val="C0C0C0">
                  <a:alpha val="76000"/>
                  <a:lumMod val="80000"/>
                </a:srgbClr>
              </a:gs>
              <a:gs pos="0">
                <a:schemeClr val="bg1">
                  <a:lumMod val="85000"/>
                  <a:alpha val="0"/>
                </a:schemeClr>
              </a:gs>
              <a:gs pos="55000">
                <a:srgbClr val="939393"/>
              </a:gs>
              <a:gs pos="44000">
                <a:schemeClr val="bg2">
                  <a:lumMod val="61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63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: Form 7">
            <a:extLst>
              <a:ext uri="{FF2B5EF4-FFF2-40B4-BE49-F238E27FC236}">
                <a16:creationId xmlns:a16="http://schemas.microsoft.com/office/drawing/2014/main" id="{C577401A-1477-A126-9112-944A54658FB0}"/>
              </a:ext>
            </a:extLst>
          </p:cNvPr>
          <p:cNvSpPr/>
          <p:nvPr/>
        </p:nvSpPr>
        <p:spPr>
          <a:xfrm>
            <a:off x="343426" y="330813"/>
            <a:ext cx="9897421" cy="3338285"/>
          </a:xfrm>
          <a:custGeom>
            <a:avLst/>
            <a:gdLst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13" fmla="*/ 461848 w 10092827"/>
              <a:gd name="connsiteY13" fmla="*/ 5958411 h 6154354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12" fmla="*/ 26419 w 10092827"/>
              <a:gd name="connsiteY12" fmla="*/ 6154354 h 6154354"/>
              <a:gd name="connsiteX0" fmla="*/ 2014876 w 10092827"/>
              <a:gd name="connsiteY0" fmla="*/ 6096296 h 6800240"/>
              <a:gd name="connsiteX1" fmla="*/ 1985848 w 10092827"/>
              <a:gd name="connsiteY1" fmla="*/ 2866868 h 6800240"/>
              <a:gd name="connsiteX2" fmla="*/ 2820419 w 10092827"/>
              <a:gd name="connsiteY2" fmla="*/ 1495268 h 6800240"/>
              <a:gd name="connsiteX3" fmla="*/ 4511334 w 10092827"/>
              <a:gd name="connsiteY3" fmla="*/ 1161439 h 6800240"/>
              <a:gd name="connsiteX4" fmla="*/ 6006305 w 10092827"/>
              <a:gd name="connsiteY4" fmla="*/ 1821839 h 6800240"/>
              <a:gd name="connsiteX5" fmla="*/ 9888876 w 10092827"/>
              <a:gd name="connsiteY5" fmla="*/ 1858125 h 6800240"/>
              <a:gd name="connsiteX6" fmla="*/ 9228476 w 10092827"/>
              <a:gd name="connsiteY6" fmla="*/ 689725 h 6800240"/>
              <a:gd name="connsiteX7" fmla="*/ 6485276 w 10092827"/>
              <a:gd name="connsiteY7" fmla="*/ 646182 h 6800240"/>
              <a:gd name="connsiteX8" fmla="*/ 4649219 w 10092827"/>
              <a:gd name="connsiteY8" fmla="*/ 116411 h 6800240"/>
              <a:gd name="connsiteX9" fmla="*/ 1492362 w 10092827"/>
              <a:gd name="connsiteY9" fmla="*/ 159954 h 6800240"/>
              <a:gd name="connsiteX10" fmla="*/ 157048 w 10092827"/>
              <a:gd name="connsiteY10" fmla="*/ 1792811 h 6800240"/>
              <a:gd name="connsiteX11" fmla="*/ 26419 w 10092827"/>
              <a:gd name="connsiteY11" fmla="*/ 6154354 h 6800240"/>
              <a:gd name="connsiteX12" fmla="*/ 831962 w 10092827"/>
              <a:gd name="connsiteY12" fmla="*/ 6800240 h 6800240"/>
              <a:gd name="connsiteX0" fmla="*/ 2014876 w 10092827"/>
              <a:gd name="connsiteY0" fmla="*/ 6096296 h 6154354"/>
              <a:gd name="connsiteX1" fmla="*/ 1985848 w 10092827"/>
              <a:gd name="connsiteY1" fmla="*/ 2866868 h 6154354"/>
              <a:gd name="connsiteX2" fmla="*/ 2820419 w 10092827"/>
              <a:gd name="connsiteY2" fmla="*/ 1495268 h 6154354"/>
              <a:gd name="connsiteX3" fmla="*/ 4511334 w 10092827"/>
              <a:gd name="connsiteY3" fmla="*/ 1161439 h 6154354"/>
              <a:gd name="connsiteX4" fmla="*/ 6006305 w 10092827"/>
              <a:gd name="connsiteY4" fmla="*/ 1821839 h 6154354"/>
              <a:gd name="connsiteX5" fmla="*/ 9888876 w 10092827"/>
              <a:gd name="connsiteY5" fmla="*/ 1858125 h 6154354"/>
              <a:gd name="connsiteX6" fmla="*/ 9228476 w 10092827"/>
              <a:gd name="connsiteY6" fmla="*/ 689725 h 6154354"/>
              <a:gd name="connsiteX7" fmla="*/ 6485276 w 10092827"/>
              <a:gd name="connsiteY7" fmla="*/ 646182 h 6154354"/>
              <a:gd name="connsiteX8" fmla="*/ 4649219 w 10092827"/>
              <a:gd name="connsiteY8" fmla="*/ 116411 h 6154354"/>
              <a:gd name="connsiteX9" fmla="*/ 1492362 w 10092827"/>
              <a:gd name="connsiteY9" fmla="*/ 159954 h 6154354"/>
              <a:gd name="connsiteX10" fmla="*/ 157048 w 10092827"/>
              <a:gd name="connsiteY10" fmla="*/ 1792811 h 6154354"/>
              <a:gd name="connsiteX11" fmla="*/ 26419 w 10092827"/>
              <a:gd name="connsiteY11" fmla="*/ 6154354 h 6154354"/>
              <a:gd name="connsiteX0" fmla="*/ 1908035 w 9985986"/>
              <a:gd name="connsiteY0" fmla="*/ 6096296 h 6219669"/>
              <a:gd name="connsiteX1" fmla="*/ 1879007 w 9985986"/>
              <a:gd name="connsiteY1" fmla="*/ 2866868 h 6219669"/>
              <a:gd name="connsiteX2" fmla="*/ 2713578 w 9985986"/>
              <a:gd name="connsiteY2" fmla="*/ 1495268 h 6219669"/>
              <a:gd name="connsiteX3" fmla="*/ 4404493 w 9985986"/>
              <a:gd name="connsiteY3" fmla="*/ 1161439 h 6219669"/>
              <a:gd name="connsiteX4" fmla="*/ 5899464 w 9985986"/>
              <a:gd name="connsiteY4" fmla="*/ 1821839 h 6219669"/>
              <a:gd name="connsiteX5" fmla="*/ 9782035 w 9985986"/>
              <a:gd name="connsiteY5" fmla="*/ 1858125 h 6219669"/>
              <a:gd name="connsiteX6" fmla="*/ 9121635 w 9985986"/>
              <a:gd name="connsiteY6" fmla="*/ 689725 h 6219669"/>
              <a:gd name="connsiteX7" fmla="*/ 6378435 w 9985986"/>
              <a:gd name="connsiteY7" fmla="*/ 646182 h 6219669"/>
              <a:gd name="connsiteX8" fmla="*/ 4542378 w 9985986"/>
              <a:gd name="connsiteY8" fmla="*/ 116411 h 6219669"/>
              <a:gd name="connsiteX9" fmla="*/ 1385521 w 9985986"/>
              <a:gd name="connsiteY9" fmla="*/ 159954 h 6219669"/>
              <a:gd name="connsiteX10" fmla="*/ 50207 w 9985986"/>
              <a:gd name="connsiteY10" fmla="*/ 1792811 h 6219669"/>
              <a:gd name="connsiteX11" fmla="*/ 260663 w 9985986"/>
              <a:gd name="connsiteY11" fmla="*/ 6219669 h 6219669"/>
              <a:gd name="connsiteX0" fmla="*/ 1793893 w 9871844"/>
              <a:gd name="connsiteY0" fmla="*/ 6111104 h 6234477"/>
              <a:gd name="connsiteX1" fmla="*/ 1764865 w 9871844"/>
              <a:gd name="connsiteY1" fmla="*/ 2881676 h 6234477"/>
              <a:gd name="connsiteX2" fmla="*/ 2599436 w 9871844"/>
              <a:gd name="connsiteY2" fmla="*/ 1510076 h 6234477"/>
              <a:gd name="connsiteX3" fmla="*/ 4290351 w 9871844"/>
              <a:gd name="connsiteY3" fmla="*/ 1176247 h 6234477"/>
              <a:gd name="connsiteX4" fmla="*/ 5785322 w 9871844"/>
              <a:gd name="connsiteY4" fmla="*/ 1836647 h 6234477"/>
              <a:gd name="connsiteX5" fmla="*/ 9667893 w 9871844"/>
              <a:gd name="connsiteY5" fmla="*/ 1872933 h 6234477"/>
              <a:gd name="connsiteX6" fmla="*/ 9007493 w 9871844"/>
              <a:gd name="connsiteY6" fmla="*/ 704533 h 6234477"/>
              <a:gd name="connsiteX7" fmla="*/ 6264293 w 9871844"/>
              <a:gd name="connsiteY7" fmla="*/ 660990 h 6234477"/>
              <a:gd name="connsiteX8" fmla="*/ 4428236 w 9871844"/>
              <a:gd name="connsiteY8" fmla="*/ 131219 h 6234477"/>
              <a:gd name="connsiteX9" fmla="*/ 1271379 w 9871844"/>
              <a:gd name="connsiteY9" fmla="*/ 174762 h 6234477"/>
              <a:gd name="connsiteX10" fmla="*/ 66694 w 9871844"/>
              <a:gd name="connsiteY10" fmla="*/ 2018076 h 6234477"/>
              <a:gd name="connsiteX11" fmla="*/ 146521 w 9871844"/>
              <a:gd name="connsiteY11" fmla="*/ 6234477 h 6234477"/>
              <a:gd name="connsiteX0" fmla="*/ 1809514 w 9887465"/>
              <a:gd name="connsiteY0" fmla="*/ 6111104 h 6365105"/>
              <a:gd name="connsiteX1" fmla="*/ 1780486 w 9887465"/>
              <a:gd name="connsiteY1" fmla="*/ 2881676 h 6365105"/>
              <a:gd name="connsiteX2" fmla="*/ 2615057 w 9887465"/>
              <a:gd name="connsiteY2" fmla="*/ 1510076 h 6365105"/>
              <a:gd name="connsiteX3" fmla="*/ 4305972 w 9887465"/>
              <a:gd name="connsiteY3" fmla="*/ 1176247 h 6365105"/>
              <a:gd name="connsiteX4" fmla="*/ 5800943 w 9887465"/>
              <a:gd name="connsiteY4" fmla="*/ 1836647 h 6365105"/>
              <a:gd name="connsiteX5" fmla="*/ 9683514 w 9887465"/>
              <a:gd name="connsiteY5" fmla="*/ 1872933 h 6365105"/>
              <a:gd name="connsiteX6" fmla="*/ 9023114 w 9887465"/>
              <a:gd name="connsiteY6" fmla="*/ 704533 h 6365105"/>
              <a:gd name="connsiteX7" fmla="*/ 6279914 w 9887465"/>
              <a:gd name="connsiteY7" fmla="*/ 660990 h 6365105"/>
              <a:gd name="connsiteX8" fmla="*/ 4443857 w 9887465"/>
              <a:gd name="connsiteY8" fmla="*/ 131219 h 6365105"/>
              <a:gd name="connsiteX9" fmla="*/ 1287000 w 9887465"/>
              <a:gd name="connsiteY9" fmla="*/ 174762 h 6365105"/>
              <a:gd name="connsiteX10" fmla="*/ 82315 w 9887465"/>
              <a:gd name="connsiteY10" fmla="*/ 2018076 h 6365105"/>
              <a:gd name="connsiteX11" fmla="*/ 104084 w 9887465"/>
              <a:gd name="connsiteY11" fmla="*/ 6365105 h 6365105"/>
              <a:gd name="connsiteX0" fmla="*/ 1809514 w 9887465"/>
              <a:gd name="connsiteY0" fmla="*/ 6111104 h 6372362"/>
              <a:gd name="connsiteX1" fmla="*/ 1780486 w 9887465"/>
              <a:gd name="connsiteY1" fmla="*/ 2881676 h 6372362"/>
              <a:gd name="connsiteX2" fmla="*/ 2615057 w 9887465"/>
              <a:gd name="connsiteY2" fmla="*/ 1510076 h 6372362"/>
              <a:gd name="connsiteX3" fmla="*/ 4305972 w 9887465"/>
              <a:gd name="connsiteY3" fmla="*/ 1176247 h 6372362"/>
              <a:gd name="connsiteX4" fmla="*/ 5800943 w 9887465"/>
              <a:gd name="connsiteY4" fmla="*/ 1836647 h 6372362"/>
              <a:gd name="connsiteX5" fmla="*/ 9683514 w 9887465"/>
              <a:gd name="connsiteY5" fmla="*/ 1872933 h 6372362"/>
              <a:gd name="connsiteX6" fmla="*/ 9023114 w 9887465"/>
              <a:gd name="connsiteY6" fmla="*/ 704533 h 6372362"/>
              <a:gd name="connsiteX7" fmla="*/ 6279914 w 9887465"/>
              <a:gd name="connsiteY7" fmla="*/ 660990 h 6372362"/>
              <a:gd name="connsiteX8" fmla="*/ 4443857 w 9887465"/>
              <a:gd name="connsiteY8" fmla="*/ 131219 h 6372362"/>
              <a:gd name="connsiteX9" fmla="*/ 1287000 w 9887465"/>
              <a:gd name="connsiteY9" fmla="*/ 174762 h 6372362"/>
              <a:gd name="connsiteX10" fmla="*/ 82315 w 9887465"/>
              <a:gd name="connsiteY10" fmla="*/ 2018076 h 6372362"/>
              <a:gd name="connsiteX11" fmla="*/ 104084 w 9887465"/>
              <a:gd name="connsiteY11" fmla="*/ 6372362 h 6372362"/>
              <a:gd name="connsiteX0" fmla="*/ 1809514 w 9887465"/>
              <a:gd name="connsiteY0" fmla="*/ 6111104 h 6379619"/>
              <a:gd name="connsiteX1" fmla="*/ 1780486 w 9887465"/>
              <a:gd name="connsiteY1" fmla="*/ 2881676 h 6379619"/>
              <a:gd name="connsiteX2" fmla="*/ 2615057 w 9887465"/>
              <a:gd name="connsiteY2" fmla="*/ 1510076 h 6379619"/>
              <a:gd name="connsiteX3" fmla="*/ 4305972 w 9887465"/>
              <a:gd name="connsiteY3" fmla="*/ 1176247 h 6379619"/>
              <a:gd name="connsiteX4" fmla="*/ 5800943 w 9887465"/>
              <a:gd name="connsiteY4" fmla="*/ 1836647 h 6379619"/>
              <a:gd name="connsiteX5" fmla="*/ 9683514 w 9887465"/>
              <a:gd name="connsiteY5" fmla="*/ 1872933 h 6379619"/>
              <a:gd name="connsiteX6" fmla="*/ 9023114 w 9887465"/>
              <a:gd name="connsiteY6" fmla="*/ 704533 h 6379619"/>
              <a:gd name="connsiteX7" fmla="*/ 6279914 w 9887465"/>
              <a:gd name="connsiteY7" fmla="*/ 660990 h 6379619"/>
              <a:gd name="connsiteX8" fmla="*/ 4443857 w 9887465"/>
              <a:gd name="connsiteY8" fmla="*/ 131219 h 6379619"/>
              <a:gd name="connsiteX9" fmla="*/ 1287000 w 9887465"/>
              <a:gd name="connsiteY9" fmla="*/ 174762 h 6379619"/>
              <a:gd name="connsiteX10" fmla="*/ 82315 w 9887465"/>
              <a:gd name="connsiteY10" fmla="*/ 2018076 h 6379619"/>
              <a:gd name="connsiteX11" fmla="*/ 104084 w 9887465"/>
              <a:gd name="connsiteY11" fmla="*/ 6379619 h 6379619"/>
              <a:gd name="connsiteX0" fmla="*/ 1733763 w 9811714"/>
              <a:gd name="connsiteY0" fmla="*/ 6111104 h 6379619"/>
              <a:gd name="connsiteX1" fmla="*/ 1704735 w 9811714"/>
              <a:gd name="connsiteY1" fmla="*/ 2881676 h 6379619"/>
              <a:gd name="connsiteX2" fmla="*/ 2539306 w 9811714"/>
              <a:gd name="connsiteY2" fmla="*/ 1510076 h 6379619"/>
              <a:gd name="connsiteX3" fmla="*/ 4230221 w 9811714"/>
              <a:gd name="connsiteY3" fmla="*/ 1176247 h 6379619"/>
              <a:gd name="connsiteX4" fmla="*/ 5725192 w 9811714"/>
              <a:gd name="connsiteY4" fmla="*/ 1836647 h 6379619"/>
              <a:gd name="connsiteX5" fmla="*/ 9607763 w 9811714"/>
              <a:gd name="connsiteY5" fmla="*/ 1872933 h 6379619"/>
              <a:gd name="connsiteX6" fmla="*/ 8947363 w 9811714"/>
              <a:gd name="connsiteY6" fmla="*/ 704533 h 6379619"/>
              <a:gd name="connsiteX7" fmla="*/ 6204163 w 9811714"/>
              <a:gd name="connsiteY7" fmla="*/ 660990 h 6379619"/>
              <a:gd name="connsiteX8" fmla="*/ 4368106 w 9811714"/>
              <a:gd name="connsiteY8" fmla="*/ 131219 h 6379619"/>
              <a:gd name="connsiteX9" fmla="*/ 1211249 w 9811714"/>
              <a:gd name="connsiteY9" fmla="*/ 174762 h 6379619"/>
              <a:gd name="connsiteX10" fmla="*/ 6564 w 9811714"/>
              <a:gd name="connsiteY10" fmla="*/ 2018076 h 6379619"/>
              <a:gd name="connsiteX11" fmla="*/ 28333 w 9811714"/>
              <a:gd name="connsiteY11" fmla="*/ 6379619 h 6379619"/>
              <a:gd name="connsiteX0" fmla="*/ 1807347 w 9885298"/>
              <a:gd name="connsiteY0" fmla="*/ 6111104 h 6394133"/>
              <a:gd name="connsiteX1" fmla="*/ 1778319 w 9885298"/>
              <a:gd name="connsiteY1" fmla="*/ 2881676 h 6394133"/>
              <a:gd name="connsiteX2" fmla="*/ 2612890 w 9885298"/>
              <a:gd name="connsiteY2" fmla="*/ 1510076 h 6394133"/>
              <a:gd name="connsiteX3" fmla="*/ 4303805 w 9885298"/>
              <a:gd name="connsiteY3" fmla="*/ 1176247 h 6394133"/>
              <a:gd name="connsiteX4" fmla="*/ 5798776 w 9885298"/>
              <a:gd name="connsiteY4" fmla="*/ 1836647 h 6394133"/>
              <a:gd name="connsiteX5" fmla="*/ 9681347 w 9885298"/>
              <a:gd name="connsiteY5" fmla="*/ 1872933 h 6394133"/>
              <a:gd name="connsiteX6" fmla="*/ 9020947 w 9885298"/>
              <a:gd name="connsiteY6" fmla="*/ 704533 h 6394133"/>
              <a:gd name="connsiteX7" fmla="*/ 6277747 w 9885298"/>
              <a:gd name="connsiteY7" fmla="*/ 660990 h 6394133"/>
              <a:gd name="connsiteX8" fmla="*/ 4441690 w 9885298"/>
              <a:gd name="connsiteY8" fmla="*/ 131219 h 6394133"/>
              <a:gd name="connsiteX9" fmla="*/ 1284833 w 9885298"/>
              <a:gd name="connsiteY9" fmla="*/ 174762 h 6394133"/>
              <a:gd name="connsiteX10" fmla="*/ 80148 w 9885298"/>
              <a:gd name="connsiteY10" fmla="*/ 2018076 h 6394133"/>
              <a:gd name="connsiteX11" fmla="*/ 109174 w 9885298"/>
              <a:gd name="connsiteY11" fmla="*/ 6394133 h 6394133"/>
              <a:gd name="connsiteX0" fmla="*/ 1727280 w 9805231"/>
              <a:gd name="connsiteY0" fmla="*/ 6111104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698252 w 9805231"/>
              <a:gd name="connsiteY1" fmla="*/ 2881676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532823 w 9805231"/>
              <a:gd name="connsiteY2" fmla="*/ 1510076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4223738 w 9805231"/>
              <a:gd name="connsiteY3" fmla="*/ 1176247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05231"/>
              <a:gd name="connsiteY0" fmla="*/ 6379618 h 6394133"/>
              <a:gd name="connsiteX1" fmla="*/ 1458767 w 9805231"/>
              <a:gd name="connsiteY1" fmla="*/ 2867162 h 6394133"/>
              <a:gd name="connsiteX2" fmla="*/ 2032080 w 9805231"/>
              <a:gd name="connsiteY2" fmla="*/ 1669733 h 6394133"/>
              <a:gd name="connsiteX3" fmla="*/ 3599624 w 9805231"/>
              <a:gd name="connsiteY3" fmla="*/ 1502819 h 6394133"/>
              <a:gd name="connsiteX4" fmla="*/ 5718709 w 9805231"/>
              <a:gd name="connsiteY4" fmla="*/ 1836647 h 6394133"/>
              <a:gd name="connsiteX5" fmla="*/ 9601280 w 9805231"/>
              <a:gd name="connsiteY5" fmla="*/ 1872933 h 6394133"/>
              <a:gd name="connsiteX6" fmla="*/ 8940880 w 9805231"/>
              <a:gd name="connsiteY6" fmla="*/ 704533 h 6394133"/>
              <a:gd name="connsiteX7" fmla="*/ 6197680 w 9805231"/>
              <a:gd name="connsiteY7" fmla="*/ 660990 h 6394133"/>
              <a:gd name="connsiteX8" fmla="*/ 4361623 w 9805231"/>
              <a:gd name="connsiteY8" fmla="*/ 131219 h 6394133"/>
              <a:gd name="connsiteX9" fmla="*/ 1204766 w 9805231"/>
              <a:gd name="connsiteY9" fmla="*/ 174762 h 6394133"/>
              <a:gd name="connsiteX10" fmla="*/ 81 w 9805231"/>
              <a:gd name="connsiteY10" fmla="*/ 2018076 h 6394133"/>
              <a:gd name="connsiteX11" fmla="*/ 29107 w 9805231"/>
              <a:gd name="connsiteY11" fmla="*/ 6394133 h 6394133"/>
              <a:gd name="connsiteX0" fmla="*/ 1466022 w 9813052"/>
              <a:gd name="connsiteY0" fmla="*/ 6379618 h 6394133"/>
              <a:gd name="connsiteX1" fmla="*/ 1458767 w 9813052"/>
              <a:gd name="connsiteY1" fmla="*/ 2867162 h 6394133"/>
              <a:gd name="connsiteX2" fmla="*/ 2032080 w 9813052"/>
              <a:gd name="connsiteY2" fmla="*/ 1669733 h 6394133"/>
              <a:gd name="connsiteX3" fmla="*/ 3599624 w 9813052"/>
              <a:gd name="connsiteY3" fmla="*/ 1502819 h 6394133"/>
              <a:gd name="connsiteX4" fmla="*/ 5609852 w 9813052"/>
              <a:gd name="connsiteY4" fmla="*/ 2344647 h 6394133"/>
              <a:gd name="connsiteX5" fmla="*/ 9601280 w 9813052"/>
              <a:gd name="connsiteY5" fmla="*/ 1872933 h 6394133"/>
              <a:gd name="connsiteX6" fmla="*/ 8940880 w 9813052"/>
              <a:gd name="connsiteY6" fmla="*/ 704533 h 6394133"/>
              <a:gd name="connsiteX7" fmla="*/ 6197680 w 9813052"/>
              <a:gd name="connsiteY7" fmla="*/ 660990 h 6394133"/>
              <a:gd name="connsiteX8" fmla="*/ 4361623 w 9813052"/>
              <a:gd name="connsiteY8" fmla="*/ 131219 h 6394133"/>
              <a:gd name="connsiteX9" fmla="*/ 1204766 w 9813052"/>
              <a:gd name="connsiteY9" fmla="*/ 174762 h 6394133"/>
              <a:gd name="connsiteX10" fmla="*/ 81 w 9813052"/>
              <a:gd name="connsiteY10" fmla="*/ 2018076 h 6394133"/>
              <a:gd name="connsiteX11" fmla="*/ 29107 w 9813052"/>
              <a:gd name="connsiteY11" fmla="*/ 6394133 h 6394133"/>
              <a:gd name="connsiteX0" fmla="*/ 1466022 w 9806904"/>
              <a:gd name="connsiteY0" fmla="*/ 6379618 h 6394133"/>
              <a:gd name="connsiteX1" fmla="*/ 1458767 w 9806904"/>
              <a:gd name="connsiteY1" fmla="*/ 2867162 h 6394133"/>
              <a:gd name="connsiteX2" fmla="*/ 2032080 w 9806904"/>
              <a:gd name="connsiteY2" fmla="*/ 1669733 h 6394133"/>
              <a:gd name="connsiteX3" fmla="*/ 3599624 w 9806904"/>
              <a:gd name="connsiteY3" fmla="*/ 1502819 h 6394133"/>
              <a:gd name="connsiteX4" fmla="*/ 5609852 w 9806904"/>
              <a:gd name="connsiteY4" fmla="*/ 2344647 h 6394133"/>
              <a:gd name="connsiteX5" fmla="*/ 9594023 w 9806904"/>
              <a:gd name="connsiteY5" fmla="*/ 2221275 h 6394133"/>
              <a:gd name="connsiteX6" fmla="*/ 8940880 w 9806904"/>
              <a:gd name="connsiteY6" fmla="*/ 704533 h 6394133"/>
              <a:gd name="connsiteX7" fmla="*/ 6197680 w 9806904"/>
              <a:gd name="connsiteY7" fmla="*/ 660990 h 6394133"/>
              <a:gd name="connsiteX8" fmla="*/ 4361623 w 9806904"/>
              <a:gd name="connsiteY8" fmla="*/ 131219 h 6394133"/>
              <a:gd name="connsiteX9" fmla="*/ 1204766 w 9806904"/>
              <a:gd name="connsiteY9" fmla="*/ 174762 h 6394133"/>
              <a:gd name="connsiteX10" fmla="*/ 81 w 9806904"/>
              <a:gd name="connsiteY10" fmla="*/ 2018076 h 6394133"/>
              <a:gd name="connsiteX11" fmla="*/ 29107 w 9806904"/>
              <a:gd name="connsiteY11" fmla="*/ 6394133 h 6394133"/>
              <a:gd name="connsiteX0" fmla="*/ 1466022 w 9892049"/>
              <a:gd name="connsiteY0" fmla="*/ 6379618 h 6394133"/>
              <a:gd name="connsiteX1" fmla="*/ 1458767 w 9892049"/>
              <a:gd name="connsiteY1" fmla="*/ 2867162 h 6394133"/>
              <a:gd name="connsiteX2" fmla="*/ 2032080 w 9892049"/>
              <a:gd name="connsiteY2" fmla="*/ 1669733 h 6394133"/>
              <a:gd name="connsiteX3" fmla="*/ 3599624 w 9892049"/>
              <a:gd name="connsiteY3" fmla="*/ 1502819 h 6394133"/>
              <a:gd name="connsiteX4" fmla="*/ 5609852 w 9892049"/>
              <a:gd name="connsiteY4" fmla="*/ 2344647 h 6394133"/>
              <a:gd name="connsiteX5" fmla="*/ 9594023 w 9892049"/>
              <a:gd name="connsiteY5" fmla="*/ 2221275 h 6394133"/>
              <a:gd name="connsiteX6" fmla="*/ 8940880 w 9892049"/>
              <a:gd name="connsiteY6" fmla="*/ 704533 h 6394133"/>
              <a:gd name="connsiteX7" fmla="*/ 6197680 w 9892049"/>
              <a:gd name="connsiteY7" fmla="*/ 660990 h 6394133"/>
              <a:gd name="connsiteX8" fmla="*/ 4361623 w 9892049"/>
              <a:gd name="connsiteY8" fmla="*/ 131219 h 6394133"/>
              <a:gd name="connsiteX9" fmla="*/ 1204766 w 9892049"/>
              <a:gd name="connsiteY9" fmla="*/ 174762 h 6394133"/>
              <a:gd name="connsiteX10" fmla="*/ 81 w 9892049"/>
              <a:gd name="connsiteY10" fmla="*/ 2018076 h 6394133"/>
              <a:gd name="connsiteX11" fmla="*/ 29107 w 9892049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807427"/>
              <a:gd name="connsiteY0" fmla="*/ 6379618 h 6394133"/>
              <a:gd name="connsiteX1" fmla="*/ 1458767 w 9807427"/>
              <a:gd name="connsiteY1" fmla="*/ 2867162 h 6394133"/>
              <a:gd name="connsiteX2" fmla="*/ 2032080 w 9807427"/>
              <a:gd name="connsiteY2" fmla="*/ 1669733 h 6394133"/>
              <a:gd name="connsiteX3" fmla="*/ 3599624 w 9807427"/>
              <a:gd name="connsiteY3" fmla="*/ 1502819 h 6394133"/>
              <a:gd name="connsiteX4" fmla="*/ 5602595 w 9807427"/>
              <a:gd name="connsiteY4" fmla="*/ 2047104 h 6394133"/>
              <a:gd name="connsiteX5" fmla="*/ 9594023 w 9807427"/>
              <a:gd name="connsiteY5" fmla="*/ 2221275 h 6394133"/>
              <a:gd name="connsiteX6" fmla="*/ 8940880 w 9807427"/>
              <a:gd name="connsiteY6" fmla="*/ 704533 h 6394133"/>
              <a:gd name="connsiteX7" fmla="*/ 6197680 w 9807427"/>
              <a:gd name="connsiteY7" fmla="*/ 660990 h 6394133"/>
              <a:gd name="connsiteX8" fmla="*/ 4361623 w 9807427"/>
              <a:gd name="connsiteY8" fmla="*/ 131219 h 6394133"/>
              <a:gd name="connsiteX9" fmla="*/ 1204766 w 9807427"/>
              <a:gd name="connsiteY9" fmla="*/ 174762 h 6394133"/>
              <a:gd name="connsiteX10" fmla="*/ 81 w 9807427"/>
              <a:gd name="connsiteY10" fmla="*/ 2018076 h 6394133"/>
              <a:gd name="connsiteX11" fmla="*/ 29107 w 9807427"/>
              <a:gd name="connsiteY11" fmla="*/ 6394133 h 6394133"/>
              <a:gd name="connsiteX0" fmla="*/ 1466022 w 9758649"/>
              <a:gd name="connsiteY0" fmla="*/ 6379618 h 6394133"/>
              <a:gd name="connsiteX1" fmla="*/ 1458767 w 9758649"/>
              <a:gd name="connsiteY1" fmla="*/ 2867162 h 6394133"/>
              <a:gd name="connsiteX2" fmla="*/ 2032080 w 9758649"/>
              <a:gd name="connsiteY2" fmla="*/ 1669733 h 6394133"/>
              <a:gd name="connsiteX3" fmla="*/ 3599624 w 9758649"/>
              <a:gd name="connsiteY3" fmla="*/ 1502819 h 6394133"/>
              <a:gd name="connsiteX4" fmla="*/ 5602595 w 9758649"/>
              <a:gd name="connsiteY4" fmla="*/ 2047104 h 6394133"/>
              <a:gd name="connsiteX5" fmla="*/ 9535966 w 9758649"/>
              <a:gd name="connsiteY5" fmla="*/ 2054360 h 6394133"/>
              <a:gd name="connsiteX6" fmla="*/ 8940880 w 9758649"/>
              <a:gd name="connsiteY6" fmla="*/ 704533 h 6394133"/>
              <a:gd name="connsiteX7" fmla="*/ 6197680 w 9758649"/>
              <a:gd name="connsiteY7" fmla="*/ 660990 h 6394133"/>
              <a:gd name="connsiteX8" fmla="*/ 4361623 w 9758649"/>
              <a:gd name="connsiteY8" fmla="*/ 131219 h 6394133"/>
              <a:gd name="connsiteX9" fmla="*/ 1204766 w 9758649"/>
              <a:gd name="connsiteY9" fmla="*/ 174762 h 6394133"/>
              <a:gd name="connsiteX10" fmla="*/ 81 w 9758649"/>
              <a:gd name="connsiteY10" fmla="*/ 2018076 h 6394133"/>
              <a:gd name="connsiteX11" fmla="*/ 29107 w 9758649"/>
              <a:gd name="connsiteY11" fmla="*/ 6394133 h 6394133"/>
              <a:gd name="connsiteX0" fmla="*/ 1466022 w 9622995"/>
              <a:gd name="connsiteY0" fmla="*/ 6379618 h 6394133"/>
              <a:gd name="connsiteX1" fmla="*/ 1458767 w 9622995"/>
              <a:gd name="connsiteY1" fmla="*/ 2867162 h 6394133"/>
              <a:gd name="connsiteX2" fmla="*/ 2032080 w 9622995"/>
              <a:gd name="connsiteY2" fmla="*/ 1669733 h 6394133"/>
              <a:gd name="connsiteX3" fmla="*/ 3599624 w 9622995"/>
              <a:gd name="connsiteY3" fmla="*/ 1502819 h 6394133"/>
              <a:gd name="connsiteX4" fmla="*/ 5602595 w 9622995"/>
              <a:gd name="connsiteY4" fmla="*/ 2047104 h 6394133"/>
              <a:gd name="connsiteX5" fmla="*/ 9369051 w 9622995"/>
              <a:gd name="connsiteY5" fmla="*/ 2039845 h 6394133"/>
              <a:gd name="connsiteX6" fmla="*/ 8940880 w 9622995"/>
              <a:gd name="connsiteY6" fmla="*/ 704533 h 6394133"/>
              <a:gd name="connsiteX7" fmla="*/ 6197680 w 9622995"/>
              <a:gd name="connsiteY7" fmla="*/ 660990 h 6394133"/>
              <a:gd name="connsiteX8" fmla="*/ 4361623 w 9622995"/>
              <a:gd name="connsiteY8" fmla="*/ 131219 h 6394133"/>
              <a:gd name="connsiteX9" fmla="*/ 1204766 w 9622995"/>
              <a:gd name="connsiteY9" fmla="*/ 174762 h 6394133"/>
              <a:gd name="connsiteX10" fmla="*/ 81 w 9622995"/>
              <a:gd name="connsiteY10" fmla="*/ 2018076 h 6394133"/>
              <a:gd name="connsiteX11" fmla="*/ 29107 w 9622995"/>
              <a:gd name="connsiteY11" fmla="*/ 6394133 h 6394133"/>
              <a:gd name="connsiteX0" fmla="*/ 1466022 w 9668123"/>
              <a:gd name="connsiteY0" fmla="*/ 6379618 h 6394133"/>
              <a:gd name="connsiteX1" fmla="*/ 1458767 w 9668123"/>
              <a:gd name="connsiteY1" fmla="*/ 2867162 h 6394133"/>
              <a:gd name="connsiteX2" fmla="*/ 2032080 w 9668123"/>
              <a:gd name="connsiteY2" fmla="*/ 1669733 h 6394133"/>
              <a:gd name="connsiteX3" fmla="*/ 3599624 w 9668123"/>
              <a:gd name="connsiteY3" fmla="*/ 1502819 h 6394133"/>
              <a:gd name="connsiteX4" fmla="*/ 5602595 w 9668123"/>
              <a:gd name="connsiteY4" fmla="*/ 2047104 h 6394133"/>
              <a:gd name="connsiteX5" fmla="*/ 9369051 w 9668123"/>
              <a:gd name="connsiteY5" fmla="*/ 2039845 h 6394133"/>
              <a:gd name="connsiteX6" fmla="*/ 8940880 w 9668123"/>
              <a:gd name="connsiteY6" fmla="*/ 704533 h 6394133"/>
              <a:gd name="connsiteX7" fmla="*/ 6197680 w 9668123"/>
              <a:gd name="connsiteY7" fmla="*/ 660990 h 6394133"/>
              <a:gd name="connsiteX8" fmla="*/ 4361623 w 9668123"/>
              <a:gd name="connsiteY8" fmla="*/ 131219 h 6394133"/>
              <a:gd name="connsiteX9" fmla="*/ 1204766 w 9668123"/>
              <a:gd name="connsiteY9" fmla="*/ 174762 h 6394133"/>
              <a:gd name="connsiteX10" fmla="*/ 81 w 9668123"/>
              <a:gd name="connsiteY10" fmla="*/ 2018076 h 6394133"/>
              <a:gd name="connsiteX11" fmla="*/ 29107 w 9668123"/>
              <a:gd name="connsiteY11" fmla="*/ 6394133 h 6394133"/>
              <a:gd name="connsiteX0" fmla="*/ 1466022 w 9795780"/>
              <a:gd name="connsiteY0" fmla="*/ 6379618 h 6394133"/>
              <a:gd name="connsiteX1" fmla="*/ 1458767 w 9795780"/>
              <a:gd name="connsiteY1" fmla="*/ 2867162 h 6394133"/>
              <a:gd name="connsiteX2" fmla="*/ 2032080 w 9795780"/>
              <a:gd name="connsiteY2" fmla="*/ 1669733 h 6394133"/>
              <a:gd name="connsiteX3" fmla="*/ 3599624 w 9795780"/>
              <a:gd name="connsiteY3" fmla="*/ 1502819 h 6394133"/>
              <a:gd name="connsiteX4" fmla="*/ 5602595 w 9795780"/>
              <a:gd name="connsiteY4" fmla="*/ 2047104 h 6394133"/>
              <a:gd name="connsiteX5" fmla="*/ 9369051 w 9795780"/>
              <a:gd name="connsiteY5" fmla="*/ 2039845 h 6394133"/>
              <a:gd name="connsiteX6" fmla="*/ 9354537 w 9795780"/>
              <a:gd name="connsiteY6" fmla="*/ 602933 h 6394133"/>
              <a:gd name="connsiteX7" fmla="*/ 6197680 w 9795780"/>
              <a:gd name="connsiteY7" fmla="*/ 660990 h 6394133"/>
              <a:gd name="connsiteX8" fmla="*/ 4361623 w 9795780"/>
              <a:gd name="connsiteY8" fmla="*/ 131219 h 6394133"/>
              <a:gd name="connsiteX9" fmla="*/ 1204766 w 9795780"/>
              <a:gd name="connsiteY9" fmla="*/ 174762 h 6394133"/>
              <a:gd name="connsiteX10" fmla="*/ 81 w 9795780"/>
              <a:gd name="connsiteY10" fmla="*/ 2018076 h 6394133"/>
              <a:gd name="connsiteX11" fmla="*/ 29107 w 9795780"/>
              <a:gd name="connsiteY11" fmla="*/ 6394133 h 6394133"/>
              <a:gd name="connsiteX0" fmla="*/ 1466022 w 9823161"/>
              <a:gd name="connsiteY0" fmla="*/ 6379618 h 6394133"/>
              <a:gd name="connsiteX1" fmla="*/ 1458767 w 9823161"/>
              <a:gd name="connsiteY1" fmla="*/ 2867162 h 6394133"/>
              <a:gd name="connsiteX2" fmla="*/ 2032080 w 9823161"/>
              <a:gd name="connsiteY2" fmla="*/ 1669733 h 6394133"/>
              <a:gd name="connsiteX3" fmla="*/ 3599624 w 9823161"/>
              <a:gd name="connsiteY3" fmla="*/ 1502819 h 6394133"/>
              <a:gd name="connsiteX4" fmla="*/ 5602595 w 9823161"/>
              <a:gd name="connsiteY4" fmla="*/ 2047104 h 6394133"/>
              <a:gd name="connsiteX5" fmla="*/ 9369051 w 9823161"/>
              <a:gd name="connsiteY5" fmla="*/ 2039845 h 6394133"/>
              <a:gd name="connsiteX6" fmla="*/ 9405337 w 9823161"/>
              <a:gd name="connsiteY6" fmla="*/ 1299619 h 6394133"/>
              <a:gd name="connsiteX7" fmla="*/ 6197680 w 9823161"/>
              <a:gd name="connsiteY7" fmla="*/ 660990 h 6394133"/>
              <a:gd name="connsiteX8" fmla="*/ 4361623 w 9823161"/>
              <a:gd name="connsiteY8" fmla="*/ 131219 h 6394133"/>
              <a:gd name="connsiteX9" fmla="*/ 1204766 w 9823161"/>
              <a:gd name="connsiteY9" fmla="*/ 174762 h 6394133"/>
              <a:gd name="connsiteX10" fmla="*/ 81 w 9823161"/>
              <a:gd name="connsiteY10" fmla="*/ 2018076 h 6394133"/>
              <a:gd name="connsiteX11" fmla="*/ 29107 w 9823161"/>
              <a:gd name="connsiteY11" fmla="*/ 6394133 h 6394133"/>
              <a:gd name="connsiteX0" fmla="*/ 1466022 w 9855955"/>
              <a:gd name="connsiteY0" fmla="*/ 6379618 h 6394133"/>
              <a:gd name="connsiteX1" fmla="*/ 1458767 w 9855955"/>
              <a:gd name="connsiteY1" fmla="*/ 2867162 h 6394133"/>
              <a:gd name="connsiteX2" fmla="*/ 2032080 w 9855955"/>
              <a:gd name="connsiteY2" fmla="*/ 1669733 h 6394133"/>
              <a:gd name="connsiteX3" fmla="*/ 3599624 w 9855955"/>
              <a:gd name="connsiteY3" fmla="*/ 1502819 h 6394133"/>
              <a:gd name="connsiteX4" fmla="*/ 5602595 w 9855955"/>
              <a:gd name="connsiteY4" fmla="*/ 2047104 h 6394133"/>
              <a:gd name="connsiteX5" fmla="*/ 9369051 w 9855955"/>
              <a:gd name="connsiteY5" fmla="*/ 2039845 h 6394133"/>
              <a:gd name="connsiteX6" fmla="*/ 9405337 w 9855955"/>
              <a:gd name="connsiteY6" fmla="*/ 1299619 h 6394133"/>
              <a:gd name="connsiteX7" fmla="*/ 6197680 w 9855955"/>
              <a:gd name="connsiteY7" fmla="*/ 660990 h 6394133"/>
              <a:gd name="connsiteX8" fmla="*/ 4361623 w 9855955"/>
              <a:gd name="connsiteY8" fmla="*/ 131219 h 6394133"/>
              <a:gd name="connsiteX9" fmla="*/ 1204766 w 9855955"/>
              <a:gd name="connsiteY9" fmla="*/ 174762 h 6394133"/>
              <a:gd name="connsiteX10" fmla="*/ 81 w 9855955"/>
              <a:gd name="connsiteY10" fmla="*/ 2018076 h 6394133"/>
              <a:gd name="connsiteX11" fmla="*/ 29107 w 9855955"/>
              <a:gd name="connsiteY11" fmla="*/ 6394133 h 6394133"/>
              <a:gd name="connsiteX0" fmla="*/ 1466022 w 9872070"/>
              <a:gd name="connsiteY0" fmla="*/ 6379618 h 6394133"/>
              <a:gd name="connsiteX1" fmla="*/ 1458767 w 9872070"/>
              <a:gd name="connsiteY1" fmla="*/ 2867162 h 6394133"/>
              <a:gd name="connsiteX2" fmla="*/ 2032080 w 9872070"/>
              <a:gd name="connsiteY2" fmla="*/ 1669733 h 6394133"/>
              <a:gd name="connsiteX3" fmla="*/ 3599624 w 9872070"/>
              <a:gd name="connsiteY3" fmla="*/ 1502819 h 6394133"/>
              <a:gd name="connsiteX4" fmla="*/ 5602595 w 9872070"/>
              <a:gd name="connsiteY4" fmla="*/ 2047104 h 6394133"/>
              <a:gd name="connsiteX5" fmla="*/ 9369051 w 9872070"/>
              <a:gd name="connsiteY5" fmla="*/ 2039845 h 6394133"/>
              <a:gd name="connsiteX6" fmla="*/ 9405337 w 9872070"/>
              <a:gd name="connsiteY6" fmla="*/ 1299619 h 6394133"/>
              <a:gd name="connsiteX7" fmla="*/ 6197680 w 9872070"/>
              <a:gd name="connsiteY7" fmla="*/ 660990 h 6394133"/>
              <a:gd name="connsiteX8" fmla="*/ 4361623 w 9872070"/>
              <a:gd name="connsiteY8" fmla="*/ 131219 h 6394133"/>
              <a:gd name="connsiteX9" fmla="*/ 1204766 w 9872070"/>
              <a:gd name="connsiteY9" fmla="*/ 174762 h 6394133"/>
              <a:gd name="connsiteX10" fmla="*/ 81 w 9872070"/>
              <a:gd name="connsiteY10" fmla="*/ 2018076 h 6394133"/>
              <a:gd name="connsiteX11" fmla="*/ 29107 w 9872070"/>
              <a:gd name="connsiteY11" fmla="*/ 6394133 h 6394133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816116"/>
              <a:gd name="connsiteY0" fmla="*/ 6415590 h 6430105"/>
              <a:gd name="connsiteX1" fmla="*/ 1458767 w 9816116"/>
              <a:gd name="connsiteY1" fmla="*/ 2903134 h 6430105"/>
              <a:gd name="connsiteX2" fmla="*/ 2032080 w 9816116"/>
              <a:gd name="connsiteY2" fmla="*/ 1705705 h 6430105"/>
              <a:gd name="connsiteX3" fmla="*/ 3599624 w 9816116"/>
              <a:gd name="connsiteY3" fmla="*/ 1538791 h 6430105"/>
              <a:gd name="connsiteX4" fmla="*/ 5602595 w 9816116"/>
              <a:gd name="connsiteY4" fmla="*/ 2083076 h 6430105"/>
              <a:gd name="connsiteX5" fmla="*/ 9369051 w 9816116"/>
              <a:gd name="connsiteY5" fmla="*/ 2075817 h 6430105"/>
              <a:gd name="connsiteX6" fmla="*/ 9405337 w 9816116"/>
              <a:gd name="connsiteY6" fmla="*/ 1335591 h 6430105"/>
              <a:gd name="connsiteX7" fmla="*/ 6596823 w 9816116"/>
              <a:gd name="connsiteY7" fmla="*/ 1342847 h 6430105"/>
              <a:gd name="connsiteX8" fmla="*/ 4361623 w 9816116"/>
              <a:gd name="connsiteY8" fmla="*/ 167191 h 6430105"/>
              <a:gd name="connsiteX9" fmla="*/ 1204766 w 9816116"/>
              <a:gd name="connsiteY9" fmla="*/ 210734 h 6430105"/>
              <a:gd name="connsiteX10" fmla="*/ 81 w 9816116"/>
              <a:gd name="connsiteY10" fmla="*/ 2054048 h 6430105"/>
              <a:gd name="connsiteX11" fmla="*/ 29107 w 9816116"/>
              <a:gd name="connsiteY11" fmla="*/ 6430105 h 6430105"/>
              <a:gd name="connsiteX0" fmla="*/ 1466022 w 9904900"/>
              <a:gd name="connsiteY0" fmla="*/ 6415590 h 6430105"/>
              <a:gd name="connsiteX1" fmla="*/ 1458767 w 9904900"/>
              <a:gd name="connsiteY1" fmla="*/ 2903134 h 6430105"/>
              <a:gd name="connsiteX2" fmla="*/ 2032080 w 9904900"/>
              <a:gd name="connsiteY2" fmla="*/ 1705705 h 6430105"/>
              <a:gd name="connsiteX3" fmla="*/ 3599624 w 9904900"/>
              <a:gd name="connsiteY3" fmla="*/ 1538791 h 6430105"/>
              <a:gd name="connsiteX4" fmla="*/ 5602595 w 9904900"/>
              <a:gd name="connsiteY4" fmla="*/ 2083076 h 6430105"/>
              <a:gd name="connsiteX5" fmla="*/ 9369051 w 9904900"/>
              <a:gd name="connsiteY5" fmla="*/ 2075817 h 6430105"/>
              <a:gd name="connsiteX6" fmla="*/ 9405337 w 9904900"/>
              <a:gd name="connsiteY6" fmla="*/ 1335591 h 6430105"/>
              <a:gd name="connsiteX7" fmla="*/ 6596823 w 9904900"/>
              <a:gd name="connsiteY7" fmla="*/ 1342847 h 6430105"/>
              <a:gd name="connsiteX8" fmla="*/ 4361623 w 9904900"/>
              <a:gd name="connsiteY8" fmla="*/ 167191 h 6430105"/>
              <a:gd name="connsiteX9" fmla="*/ 1204766 w 9904900"/>
              <a:gd name="connsiteY9" fmla="*/ 210734 h 6430105"/>
              <a:gd name="connsiteX10" fmla="*/ 81 w 9904900"/>
              <a:gd name="connsiteY10" fmla="*/ 2054048 h 6430105"/>
              <a:gd name="connsiteX11" fmla="*/ 29107 w 9904900"/>
              <a:gd name="connsiteY11" fmla="*/ 6430105 h 6430105"/>
              <a:gd name="connsiteX0" fmla="*/ 1466022 w 9904900"/>
              <a:gd name="connsiteY0" fmla="*/ 6358517 h 6373032"/>
              <a:gd name="connsiteX1" fmla="*/ 1458767 w 9904900"/>
              <a:gd name="connsiteY1" fmla="*/ 2846061 h 6373032"/>
              <a:gd name="connsiteX2" fmla="*/ 2032080 w 9904900"/>
              <a:gd name="connsiteY2" fmla="*/ 1648632 h 6373032"/>
              <a:gd name="connsiteX3" fmla="*/ 3599624 w 9904900"/>
              <a:gd name="connsiteY3" fmla="*/ 1481718 h 6373032"/>
              <a:gd name="connsiteX4" fmla="*/ 5602595 w 9904900"/>
              <a:gd name="connsiteY4" fmla="*/ 2026003 h 6373032"/>
              <a:gd name="connsiteX5" fmla="*/ 9369051 w 9904900"/>
              <a:gd name="connsiteY5" fmla="*/ 2018744 h 6373032"/>
              <a:gd name="connsiteX6" fmla="*/ 9405337 w 9904900"/>
              <a:gd name="connsiteY6" fmla="*/ 1278518 h 6373032"/>
              <a:gd name="connsiteX7" fmla="*/ 6596823 w 9904900"/>
              <a:gd name="connsiteY7" fmla="*/ 1285774 h 6373032"/>
              <a:gd name="connsiteX8" fmla="*/ 4361623 w 9904900"/>
              <a:gd name="connsiteY8" fmla="*/ 233490 h 6373032"/>
              <a:gd name="connsiteX9" fmla="*/ 1204766 w 9904900"/>
              <a:gd name="connsiteY9" fmla="*/ 153661 h 6373032"/>
              <a:gd name="connsiteX10" fmla="*/ 81 w 9904900"/>
              <a:gd name="connsiteY10" fmla="*/ 1996975 h 6373032"/>
              <a:gd name="connsiteX11" fmla="*/ 29107 w 9904900"/>
              <a:gd name="connsiteY11" fmla="*/ 6373032 h 6373032"/>
              <a:gd name="connsiteX0" fmla="*/ 1547158 w 9986036"/>
              <a:gd name="connsiteY0" fmla="*/ 6313207 h 6327722"/>
              <a:gd name="connsiteX1" fmla="*/ 1539903 w 9986036"/>
              <a:gd name="connsiteY1" fmla="*/ 2800751 h 6327722"/>
              <a:gd name="connsiteX2" fmla="*/ 2113216 w 9986036"/>
              <a:gd name="connsiteY2" fmla="*/ 1603322 h 6327722"/>
              <a:gd name="connsiteX3" fmla="*/ 3680760 w 9986036"/>
              <a:gd name="connsiteY3" fmla="*/ 1436408 h 6327722"/>
              <a:gd name="connsiteX4" fmla="*/ 5683731 w 9986036"/>
              <a:gd name="connsiteY4" fmla="*/ 1980693 h 6327722"/>
              <a:gd name="connsiteX5" fmla="*/ 9450187 w 9986036"/>
              <a:gd name="connsiteY5" fmla="*/ 1973434 h 6327722"/>
              <a:gd name="connsiteX6" fmla="*/ 9486473 w 9986036"/>
              <a:gd name="connsiteY6" fmla="*/ 1233208 h 6327722"/>
              <a:gd name="connsiteX7" fmla="*/ 6677959 w 9986036"/>
              <a:gd name="connsiteY7" fmla="*/ 1240464 h 6327722"/>
              <a:gd name="connsiteX8" fmla="*/ 4442759 w 9986036"/>
              <a:gd name="connsiteY8" fmla="*/ 188180 h 6327722"/>
              <a:gd name="connsiteX9" fmla="*/ 1300417 w 9986036"/>
              <a:gd name="connsiteY9" fmla="*/ 173665 h 6327722"/>
              <a:gd name="connsiteX10" fmla="*/ 81217 w 9986036"/>
              <a:gd name="connsiteY10" fmla="*/ 1951665 h 6327722"/>
              <a:gd name="connsiteX11" fmla="*/ 110243 w 9986036"/>
              <a:gd name="connsiteY11" fmla="*/ 6327722 h 6327722"/>
              <a:gd name="connsiteX0" fmla="*/ 1547158 w 9986036"/>
              <a:gd name="connsiteY0" fmla="*/ 6208879 h 6223394"/>
              <a:gd name="connsiteX1" fmla="*/ 1539903 w 9986036"/>
              <a:gd name="connsiteY1" fmla="*/ 2696423 h 6223394"/>
              <a:gd name="connsiteX2" fmla="*/ 2113216 w 9986036"/>
              <a:gd name="connsiteY2" fmla="*/ 1498994 h 6223394"/>
              <a:gd name="connsiteX3" fmla="*/ 3680760 w 9986036"/>
              <a:gd name="connsiteY3" fmla="*/ 1332080 h 6223394"/>
              <a:gd name="connsiteX4" fmla="*/ 5683731 w 9986036"/>
              <a:gd name="connsiteY4" fmla="*/ 1876365 h 6223394"/>
              <a:gd name="connsiteX5" fmla="*/ 9450187 w 9986036"/>
              <a:gd name="connsiteY5" fmla="*/ 1869106 h 6223394"/>
              <a:gd name="connsiteX6" fmla="*/ 9486473 w 9986036"/>
              <a:gd name="connsiteY6" fmla="*/ 1128880 h 6223394"/>
              <a:gd name="connsiteX7" fmla="*/ 6677959 w 9986036"/>
              <a:gd name="connsiteY7" fmla="*/ 1136136 h 6223394"/>
              <a:gd name="connsiteX8" fmla="*/ 4442759 w 9986036"/>
              <a:gd name="connsiteY8" fmla="*/ 83852 h 6223394"/>
              <a:gd name="connsiteX9" fmla="*/ 1300417 w 9986036"/>
              <a:gd name="connsiteY9" fmla="*/ 69337 h 6223394"/>
              <a:gd name="connsiteX10" fmla="*/ 81217 w 9986036"/>
              <a:gd name="connsiteY10" fmla="*/ 1847337 h 6223394"/>
              <a:gd name="connsiteX11" fmla="*/ 110243 w 9986036"/>
              <a:gd name="connsiteY11" fmla="*/ 6223394 h 6223394"/>
              <a:gd name="connsiteX0" fmla="*/ 1547158 w 9986036"/>
              <a:gd name="connsiteY0" fmla="*/ 6143351 h 6157866"/>
              <a:gd name="connsiteX1" fmla="*/ 1539903 w 9986036"/>
              <a:gd name="connsiteY1" fmla="*/ 2630895 h 6157866"/>
              <a:gd name="connsiteX2" fmla="*/ 2113216 w 9986036"/>
              <a:gd name="connsiteY2" fmla="*/ 1433466 h 6157866"/>
              <a:gd name="connsiteX3" fmla="*/ 3680760 w 9986036"/>
              <a:gd name="connsiteY3" fmla="*/ 1266552 h 6157866"/>
              <a:gd name="connsiteX4" fmla="*/ 5683731 w 9986036"/>
              <a:gd name="connsiteY4" fmla="*/ 1810837 h 6157866"/>
              <a:gd name="connsiteX5" fmla="*/ 9450187 w 9986036"/>
              <a:gd name="connsiteY5" fmla="*/ 1803578 h 6157866"/>
              <a:gd name="connsiteX6" fmla="*/ 9486473 w 9986036"/>
              <a:gd name="connsiteY6" fmla="*/ 1063352 h 6157866"/>
              <a:gd name="connsiteX7" fmla="*/ 6677959 w 9986036"/>
              <a:gd name="connsiteY7" fmla="*/ 1070608 h 6157866"/>
              <a:gd name="connsiteX8" fmla="*/ 4442759 w 9986036"/>
              <a:gd name="connsiteY8" fmla="*/ 18324 h 6157866"/>
              <a:gd name="connsiteX9" fmla="*/ 1300417 w 9986036"/>
              <a:gd name="connsiteY9" fmla="*/ 3809 h 6157866"/>
              <a:gd name="connsiteX10" fmla="*/ 81217 w 9986036"/>
              <a:gd name="connsiteY10" fmla="*/ 1781809 h 6157866"/>
              <a:gd name="connsiteX11" fmla="*/ 110243 w 9986036"/>
              <a:gd name="connsiteY11" fmla="*/ 6157866 h 6157866"/>
              <a:gd name="connsiteX0" fmla="*/ 1587839 w 10026717"/>
              <a:gd name="connsiteY0" fmla="*/ 6211571 h 6226086"/>
              <a:gd name="connsiteX1" fmla="*/ 1580584 w 10026717"/>
              <a:gd name="connsiteY1" fmla="*/ 2699115 h 6226086"/>
              <a:gd name="connsiteX2" fmla="*/ 2153897 w 10026717"/>
              <a:gd name="connsiteY2" fmla="*/ 1501686 h 6226086"/>
              <a:gd name="connsiteX3" fmla="*/ 3721441 w 10026717"/>
              <a:gd name="connsiteY3" fmla="*/ 1334772 h 6226086"/>
              <a:gd name="connsiteX4" fmla="*/ 5724412 w 10026717"/>
              <a:gd name="connsiteY4" fmla="*/ 1879057 h 6226086"/>
              <a:gd name="connsiteX5" fmla="*/ 9490868 w 10026717"/>
              <a:gd name="connsiteY5" fmla="*/ 1871798 h 6226086"/>
              <a:gd name="connsiteX6" fmla="*/ 9527154 w 10026717"/>
              <a:gd name="connsiteY6" fmla="*/ 1131572 h 6226086"/>
              <a:gd name="connsiteX7" fmla="*/ 6718640 w 10026717"/>
              <a:gd name="connsiteY7" fmla="*/ 1138828 h 6226086"/>
              <a:gd name="connsiteX8" fmla="*/ 4483440 w 10026717"/>
              <a:gd name="connsiteY8" fmla="*/ 86544 h 6226086"/>
              <a:gd name="connsiteX9" fmla="*/ 1892640 w 10026717"/>
              <a:gd name="connsiteY9" fmla="*/ 64772 h 6226086"/>
              <a:gd name="connsiteX10" fmla="*/ 121898 w 10026717"/>
              <a:gd name="connsiteY10" fmla="*/ 1850029 h 6226086"/>
              <a:gd name="connsiteX11" fmla="*/ 150924 w 10026717"/>
              <a:gd name="connsiteY11" fmla="*/ 6226086 h 6226086"/>
              <a:gd name="connsiteX0" fmla="*/ 1587839 w 10026717"/>
              <a:gd name="connsiteY0" fmla="*/ 6146799 h 6161314"/>
              <a:gd name="connsiteX1" fmla="*/ 1580584 w 10026717"/>
              <a:gd name="connsiteY1" fmla="*/ 2634343 h 6161314"/>
              <a:gd name="connsiteX2" fmla="*/ 2153897 w 10026717"/>
              <a:gd name="connsiteY2" fmla="*/ 1436914 h 6161314"/>
              <a:gd name="connsiteX3" fmla="*/ 3721441 w 10026717"/>
              <a:gd name="connsiteY3" fmla="*/ 1270000 h 6161314"/>
              <a:gd name="connsiteX4" fmla="*/ 5724412 w 10026717"/>
              <a:gd name="connsiteY4" fmla="*/ 1814285 h 6161314"/>
              <a:gd name="connsiteX5" fmla="*/ 9490868 w 10026717"/>
              <a:gd name="connsiteY5" fmla="*/ 1807026 h 6161314"/>
              <a:gd name="connsiteX6" fmla="*/ 9527154 w 10026717"/>
              <a:gd name="connsiteY6" fmla="*/ 1066800 h 6161314"/>
              <a:gd name="connsiteX7" fmla="*/ 6718640 w 10026717"/>
              <a:gd name="connsiteY7" fmla="*/ 1074056 h 6161314"/>
              <a:gd name="connsiteX8" fmla="*/ 4483440 w 10026717"/>
              <a:gd name="connsiteY8" fmla="*/ 21772 h 6161314"/>
              <a:gd name="connsiteX9" fmla="*/ 1892640 w 10026717"/>
              <a:gd name="connsiteY9" fmla="*/ 0 h 6161314"/>
              <a:gd name="connsiteX10" fmla="*/ 121898 w 10026717"/>
              <a:gd name="connsiteY10" fmla="*/ 1785257 h 6161314"/>
              <a:gd name="connsiteX11" fmla="*/ 150924 w 10026717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5008"/>
              <a:gd name="connsiteY0" fmla="*/ 6146799 h 6161314"/>
              <a:gd name="connsiteX1" fmla="*/ 1458875 w 9905008"/>
              <a:gd name="connsiteY1" fmla="*/ 2634343 h 6161314"/>
              <a:gd name="connsiteX2" fmla="*/ 2032188 w 9905008"/>
              <a:gd name="connsiteY2" fmla="*/ 1436914 h 6161314"/>
              <a:gd name="connsiteX3" fmla="*/ 3599732 w 9905008"/>
              <a:gd name="connsiteY3" fmla="*/ 1270000 h 6161314"/>
              <a:gd name="connsiteX4" fmla="*/ 5602703 w 9905008"/>
              <a:gd name="connsiteY4" fmla="*/ 1814285 h 6161314"/>
              <a:gd name="connsiteX5" fmla="*/ 9369159 w 9905008"/>
              <a:gd name="connsiteY5" fmla="*/ 1807026 h 6161314"/>
              <a:gd name="connsiteX6" fmla="*/ 9405445 w 9905008"/>
              <a:gd name="connsiteY6" fmla="*/ 1066800 h 6161314"/>
              <a:gd name="connsiteX7" fmla="*/ 6596931 w 9905008"/>
              <a:gd name="connsiteY7" fmla="*/ 1074056 h 6161314"/>
              <a:gd name="connsiteX8" fmla="*/ 4361731 w 9905008"/>
              <a:gd name="connsiteY8" fmla="*/ 21772 h 6161314"/>
              <a:gd name="connsiteX9" fmla="*/ 1770931 w 9905008"/>
              <a:gd name="connsiteY9" fmla="*/ 0 h 6161314"/>
              <a:gd name="connsiteX10" fmla="*/ 189 w 9905008"/>
              <a:gd name="connsiteY10" fmla="*/ 1785257 h 6161314"/>
              <a:gd name="connsiteX11" fmla="*/ 29215 w 9905008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08074"/>
              <a:gd name="connsiteY0" fmla="*/ 6146799 h 6161314"/>
              <a:gd name="connsiteX1" fmla="*/ 1458875 w 9908074"/>
              <a:gd name="connsiteY1" fmla="*/ 2634343 h 6161314"/>
              <a:gd name="connsiteX2" fmla="*/ 2032188 w 9908074"/>
              <a:gd name="connsiteY2" fmla="*/ 1436914 h 6161314"/>
              <a:gd name="connsiteX3" fmla="*/ 3599732 w 9908074"/>
              <a:gd name="connsiteY3" fmla="*/ 1270000 h 6161314"/>
              <a:gd name="connsiteX4" fmla="*/ 5290646 w 9908074"/>
              <a:gd name="connsiteY4" fmla="*/ 1814285 h 6161314"/>
              <a:gd name="connsiteX5" fmla="*/ 9369159 w 9908074"/>
              <a:gd name="connsiteY5" fmla="*/ 1807026 h 6161314"/>
              <a:gd name="connsiteX6" fmla="*/ 9405445 w 9908074"/>
              <a:gd name="connsiteY6" fmla="*/ 1066800 h 6161314"/>
              <a:gd name="connsiteX7" fmla="*/ 6596931 w 9908074"/>
              <a:gd name="connsiteY7" fmla="*/ 1074056 h 6161314"/>
              <a:gd name="connsiteX8" fmla="*/ 4361731 w 9908074"/>
              <a:gd name="connsiteY8" fmla="*/ 21772 h 6161314"/>
              <a:gd name="connsiteX9" fmla="*/ 1770931 w 9908074"/>
              <a:gd name="connsiteY9" fmla="*/ 0 h 6161314"/>
              <a:gd name="connsiteX10" fmla="*/ 189 w 9908074"/>
              <a:gd name="connsiteY10" fmla="*/ 1785257 h 6161314"/>
              <a:gd name="connsiteX11" fmla="*/ 29215 w 9908074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466130 w 9921333"/>
              <a:gd name="connsiteY0" fmla="*/ 6146799 h 6161314"/>
              <a:gd name="connsiteX1" fmla="*/ 1458875 w 9921333"/>
              <a:gd name="connsiteY1" fmla="*/ 2634343 h 6161314"/>
              <a:gd name="connsiteX2" fmla="*/ 2032188 w 9921333"/>
              <a:gd name="connsiteY2" fmla="*/ 1436914 h 6161314"/>
              <a:gd name="connsiteX3" fmla="*/ 3599732 w 9921333"/>
              <a:gd name="connsiteY3" fmla="*/ 1270000 h 6161314"/>
              <a:gd name="connsiteX4" fmla="*/ 5290646 w 9921333"/>
              <a:gd name="connsiteY4" fmla="*/ 1814285 h 6161314"/>
              <a:gd name="connsiteX5" fmla="*/ 9369159 w 9921333"/>
              <a:gd name="connsiteY5" fmla="*/ 1807026 h 6161314"/>
              <a:gd name="connsiteX6" fmla="*/ 9405445 w 9921333"/>
              <a:gd name="connsiteY6" fmla="*/ 1066800 h 6161314"/>
              <a:gd name="connsiteX7" fmla="*/ 6596931 w 9921333"/>
              <a:gd name="connsiteY7" fmla="*/ 1074056 h 6161314"/>
              <a:gd name="connsiteX8" fmla="*/ 4361731 w 9921333"/>
              <a:gd name="connsiteY8" fmla="*/ 21772 h 6161314"/>
              <a:gd name="connsiteX9" fmla="*/ 1770931 w 9921333"/>
              <a:gd name="connsiteY9" fmla="*/ 0 h 6161314"/>
              <a:gd name="connsiteX10" fmla="*/ 189 w 9921333"/>
              <a:gd name="connsiteY10" fmla="*/ 1785257 h 6161314"/>
              <a:gd name="connsiteX11" fmla="*/ 29215 w 9921333"/>
              <a:gd name="connsiteY11" fmla="*/ 6161314 h 6161314"/>
              <a:gd name="connsiteX0" fmla="*/ 1602053 w 10057256"/>
              <a:gd name="connsiteY0" fmla="*/ 6146799 h 6146799"/>
              <a:gd name="connsiteX1" fmla="*/ 1594798 w 10057256"/>
              <a:gd name="connsiteY1" fmla="*/ 2634343 h 6146799"/>
              <a:gd name="connsiteX2" fmla="*/ 2168111 w 10057256"/>
              <a:gd name="connsiteY2" fmla="*/ 1436914 h 6146799"/>
              <a:gd name="connsiteX3" fmla="*/ 3735655 w 10057256"/>
              <a:gd name="connsiteY3" fmla="*/ 1270000 h 6146799"/>
              <a:gd name="connsiteX4" fmla="*/ 5426569 w 10057256"/>
              <a:gd name="connsiteY4" fmla="*/ 1814285 h 6146799"/>
              <a:gd name="connsiteX5" fmla="*/ 9505082 w 10057256"/>
              <a:gd name="connsiteY5" fmla="*/ 1807026 h 6146799"/>
              <a:gd name="connsiteX6" fmla="*/ 9541368 w 10057256"/>
              <a:gd name="connsiteY6" fmla="*/ 1066800 h 6146799"/>
              <a:gd name="connsiteX7" fmla="*/ 6732854 w 10057256"/>
              <a:gd name="connsiteY7" fmla="*/ 1074056 h 6146799"/>
              <a:gd name="connsiteX8" fmla="*/ 4497654 w 10057256"/>
              <a:gd name="connsiteY8" fmla="*/ 21772 h 6146799"/>
              <a:gd name="connsiteX9" fmla="*/ 1906854 w 10057256"/>
              <a:gd name="connsiteY9" fmla="*/ 0 h 6146799"/>
              <a:gd name="connsiteX10" fmla="*/ 136112 w 10057256"/>
              <a:gd name="connsiteY10" fmla="*/ 1785257 h 6146799"/>
              <a:gd name="connsiteX11" fmla="*/ 121595 w 10057256"/>
              <a:gd name="connsiteY11" fmla="*/ 2467428 h 6146799"/>
              <a:gd name="connsiteX0" fmla="*/ 1481619 w 9936822"/>
              <a:gd name="connsiteY0" fmla="*/ 6146799 h 6146799"/>
              <a:gd name="connsiteX1" fmla="*/ 1474364 w 9936822"/>
              <a:gd name="connsiteY1" fmla="*/ 2634343 h 6146799"/>
              <a:gd name="connsiteX2" fmla="*/ 2047677 w 9936822"/>
              <a:gd name="connsiteY2" fmla="*/ 1436914 h 6146799"/>
              <a:gd name="connsiteX3" fmla="*/ 3615221 w 9936822"/>
              <a:gd name="connsiteY3" fmla="*/ 1270000 h 6146799"/>
              <a:gd name="connsiteX4" fmla="*/ 5306135 w 9936822"/>
              <a:gd name="connsiteY4" fmla="*/ 1814285 h 6146799"/>
              <a:gd name="connsiteX5" fmla="*/ 9384648 w 9936822"/>
              <a:gd name="connsiteY5" fmla="*/ 1807026 h 6146799"/>
              <a:gd name="connsiteX6" fmla="*/ 9420934 w 9936822"/>
              <a:gd name="connsiteY6" fmla="*/ 1066800 h 6146799"/>
              <a:gd name="connsiteX7" fmla="*/ 6612420 w 9936822"/>
              <a:gd name="connsiteY7" fmla="*/ 1074056 h 6146799"/>
              <a:gd name="connsiteX8" fmla="*/ 4377220 w 9936822"/>
              <a:gd name="connsiteY8" fmla="*/ 21772 h 6146799"/>
              <a:gd name="connsiteX9" fmla="*/ 1786420 w 9936822"/>
              <a:gd name="connsiteY9" fmla="*/ 0 h 6146799"/>
              <a:gd name="connsiteX10" fmla="*/ 15678 w 9936822"/>
              <a:gd name="connsiteY10" fmla="*/ 1785257 h 6146799"/>
              <a:gd name="connsiteX11" fmla="*/ 1161 w 9936822"/>
              <a:gd name="connsiteY11" fmla="*/ 2467428 h 6146799"/>
              <a:gd name="connsiteX0" fmla="*/ 1480458 w 9935661"/>
              <a:gd name="connsiteY0" fmla="*/ 6146799 h 6146799"/>
              <a:gd name="connsiteX1" fmla="*/ 1473203 w 9935661"/>
              <a:gd name="connsiteY1" fmla="*/ 2634343 h 6146799"/>
              <a:gd name="connsiteX2" fmla="*/ 2046516 w 9935661"/>
              <a:gd name="connsiteY2" fmla="*/ 1436914 h 6146799"/>
              <a:gd name="connsiteX3" fmla="*/ 3614060 w 9935661"/>
              <a:gd name="connsiteY3" fmla="*/ 1270000 h 6146799"/>
              <a:gd name="connsiteX4" fmla="*/ 5304974 w 9935661"/>
              <a:gd name="connsiteY4" fmla="*/ 1814285 h 6146799"/>
              <a:gd name="connsiteX5" fmla="*/ 9383487 w 9935661"/>
              <a:gd name="connsiteY5" fmla="*/ 1807026 h 6146799"/>
              <a:gd name="connsiteX6" fmla="*/ 9419773 w 9935661"/>
              <a:gd name="connsiteY6" fmla="*/ 1066800 h 6146799"/>
              <a:gd name="connsiteX7" fmla="*/ 6611259 w 9935661"/>
              <a:gd name="connsiteY7" fmla="*/ 1074056 h 6146799"/>
              <a:gd name="connsiteX8" fmla="*/ 4376059 w 9935661"/>
              <a:gd name="connsiteY8" fmla="*/ 21772 h 6146799"/>
              <a:gd name="connsiteX9" fmla="*/ 1785259 w 9935661"/>
              <a:gd name="connsiteY9" fmla="*/ 0 h 6146799"/>
              <a:gd name="connsiteX10" fmla="*/ 14517 w 9935661"/>
              <a:gd name="connsiteY10" fmla="*/ 1785257 h 6146799"/>
              <a:gd name="connsiteX11" fmla="*/ 0 w 9935661"/>
              <a:gd name="connsiteY11" fmla="*/ 2467428 h 6146799"/>
              <a:gd name="connsiteX0" fmla="*/ 1480458 w 9935661"/>
              <a:gd name="connsiteY0" fmla="*/ 6158195 h 6158195"/>
              <a:gd name="connsiteX1" fmla="*/ 1473203 w 9935661"/>
              <a:gd name="connsiteY1" fmla="*/ 2645739 h 6158195"/>
              <a:gd name="connsiteX2" fmla="*/ 2046516 w 9935661"/>
              <a:gd name="connsiteY2" fmla="*/ 1448310 h 6158195"/>
              <a:gd name="connsiteX3" fmla="*/ 3614060 w 9935661"/>
              <a:gd name="connsiteY3" fmla="*/ 1281396 h 6158195"/>
              <a:gd name="connsiteX4" fmla="*/ 5304974 w 9935661"/>
              <a:gd name="connsiteY4" fmla="*/ 1825681 h 6158195"/>
              <a:gd name="connsiteX5" fmla="*/ 9383487 w 9935661"/>
              <a:gd name="connsiteY5" fmla="*/ 1818422 h 6158195"/>
              <a:gd name="connsiteX6" fmla="*/ 9419773 w 9935661"/>
              <a:gd name="connsiteY6" fmla="*/ 1078196 h 6158195"/>
              <a:gd name="connsiteX7" fmla="*/ 6611259 w 9935661"/>
              <a:gd name="connsiteY7" fmla="*/ 1085452 h 6158195"/>
              <a:gd name="connsiteX8" fmla="*/ 4376059 w 9935661"/>
              <a:gd name="connsiteY8" fmla="*/ 33168 h 6158195"/>
              <a:gd name="connsiteX9" fmla="*/ 1785259 w 9935661"/>
              <a:gd name="connsiteY9" fmla="*/ 11396 h 6158195"/>
              <a:gd name="connsiteX10" fmla="*/ 14517 w 9935661"/>
              <a:gd name="connsiteY10" fmla="*/ 1796653 h 6158195"/>
              <a:gd name="connsiteX11" fmla="*/ 0 w 9935661"/>
              <a:gd name="connsiteY11" fmla="*/ 2478824 h 615819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1480458 w 9935661"/>
              <a:gd name="connsiteY0" fmla="*/ 6152215 h 6152215"/>
              <a:gd name="connsiteX1" fmla="*/ 1473203 w 9935661"/>
              <a:gd name="connsiteY1" fmla="*/ 2639759 h 6152215"/>
              <a:gd name="connsiteX2" fmla="*/ 2046516 w 9935661"/>
              <a:gd name="connsiteY2" fmla="*/ 1442330 h 6152215"/>
              <a:gd name="connsiteX3" fmla="*/ 3614060 w 9935661"/>
              <a:gd name="connsiteY3" fmla="*/ 1275416 h 6152215"/>
              <a:gd name="connsiteX4" fmla="*/ 5304974 w 9935661"/>
              <a:gd name="connsiteY4" fmla="*/ 1819701 h 6152215"/>
              <a:gd name="connsiteX5" fmla="*/ 9383487 w 9935661"/>
              <a:gd name="connsiteY5" fmla="*/ 1812442 h 6152215"/>
              <a:gd name="connsiteX6" fmla="*/ 9419773 w 9935661"/>
              <a:gd name="connsiteY6" fmla="*/ 1072216 h 6152215"/>
              <a:gd name="connsiteX7" fmla="*/ 6611259 w 9935661"/>
              <a:gd name="connsiteY7" fmla="*/ 1079472 h 6152215"/>
              <a:gd name="connsiteX8" fmla="*/ 4376059 w 9935661"/>
              <a:gd name="connsiteY8" fmla="*/ 27188 h 6152215"/>
              <a:gd name="connsiteX9" fmla="*/ 1785259 w 9935661"/>
              <a:gd name="connsiteY9" fmla="*/ 5416 h 6152215"/>
              <a:gd name="connsiteX10" fmla="*/ 14517 w 9935661"/>
              <a:gd name="connsiteY10" fmla="*/ 1790673 h 6152215"/>
              <a:gd name="connsiteX11" fmla="*/ 0 w 9935661"/>
              <a:gd name="connsiteY11" fmla="*/ 2472844 h 6152215"/>
              <a:gd name="connsiteX0" fmla="*/ 2191658 w 9935661"/>
              <a:gd name="connsiteY0" fmla="*/ 6173987 h 6173987"/>
              <a:gd name="connsiteX1" fmla="*/ 1473203 w 9935661"/>
              <a:gd name="connsiteY1" fmla="*/ 2639759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935661"/>
              <a:gd name="connsiteY0" fmla="*/ 6173987 h 6173987"/>
              <a:gd name="connsiteX1" fmla="*/ 2184403 w 9935661"/>
              <a:gd name="connsiteY1" fmla="*/ 2654273 h 6173987"/>
              <a:gd name="connsiteX2" fmla="*/ 2046516 w 9935661"/>
              <a:gd name="connsiteY2" fmla="*/ 1442330 h 6173987"/>
              <a:gd name="connsiteX3" fmla="*/ 3614060 w 9935661"/>
              <a:gd name="connsiteY3" fmla="*/ 1275416 h 6173987"/>
              <a:gd name="connsiteX4" fmla="*/ 5304974 w 9935661"/>
              <a:gd name="connsiteY4" fmla="*/ 1819701 h 6173987"/>
              <a:gd name="connsiteX5" fmla="*/ 9383487 w 9935661"/>
              <a:gd name="connsiteY5" fmla="*/ 1812442 h 6173987"/>
              <a:gd name="connsiteX6" fmla="*/ 9419773 w 9935661"/>
              <a:gd name="connsiteY6" fmla="*/ 1072216 h 6173987"/>
              <a:gd name="connsiteX7" fmla="*/ 6611259 w 9935661"/>
              <a:gd name="connsiteY7" fmla="*/ 1079472 h 6173987"/>
              <a:gd name="connsiteX8" fmla="*/ 4376059 w 9935661"/>
              <a:gd name="connsiteY8" fmla="*/ 27188 h 6173987"/>
              <a:gd name="connsiteX9" fmla="*/ 1785259 w 9935661"/>
              <a:gd name="connsiteY9" fmla="*/ 5416 h 6173987"/>
              <a:gd name="connsiteX10" fmla="*/ 14517 w 9935661"/>
              <a:gd name="connsiteY10" fmla="*/ 1790673 h 6173987"/>
              <a:gd name="connsiteX11" fmla="*/ 0 w 993566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046516 w 9891001"/>
              <a:gd name="connsiteY2" fmla="*/ 1442330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3614060 w 9891001"/>
              <a:gd name="connsiteY3" fmla="*/ 1275416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274460 w 9891001"/>
              <a:gd name="connsiteY3" fmla="*/ 1268159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91658 w 9891001"/>
              <a:gd name="connsiteY0" fmla="*/ 6173987 h 6173987"/>
              <a:gd name="connsiteX1" fmla="*/ 2184403 w 9891001"/>
              <a:gd name="connsiteY1" fmla="*/ 2654273 h 6173987"/>
              <a:gd name="connsiteX2" fmla="*/ 2743202 w 9891001"/>
              <a:gd name="connsiteY2" fmla="*/ 1471358 h 6173987"/>
              <a:gd name="connsiteX3" fmla="*/ 4347032 w 9891001"/>
              <a:gd name="connsiteY3" fmla="*/ 1304445 h 6173987"/>
              <a:gd name="connsiteX4" fmla="*/ 5834745 w 9891001"/>
              <a:gd name="connsiteY4" fmla="*/ 1826958 h 6173987"/>
              <a:gd name="connsiteX5" fmla="*/ 9383487 w 9891001"/>
              <a:gd name="connsiteY5" fmla="*/ 1812442 h 6173987"/>
              <a:gd name="connsiteX6" fmla="*/ 9419773 w 9891001"/>
              <a:gd name="connsiteY6" fmla="*/ 1072216 h 6173987"/>
              <a:gd name="connsiteX7" fmla="*/ 6611259 w 9891001"/>
              <a:gd name="connsiteY7" fmla="*/ 1079472 h 6173987"/>
              <a:gd name="connsiteX8" fmla="*/ 4376059 w 9891001"/>
              <a:gd name="connsiteY8" fmla="*/ 27188 h 6173987"/>
              <a:gd name="connsiteX9" fmla="*/ 1785259 w 9891001"/>
              <a:gd name="connsiteY9" fmla="*/ 5416 h 6173987"/>
              <a:gd name="connsiteX10" fmla="*/ 14517 w 9891001"/>
              <a:gd name="connsiteY10" fmla="*/ 1790673 h 6173987"/>
              <a:gd name="connsiteX11" fmla="*/ 0 w 9891001"/>
              <a:gd name="connsiteY11" fmla="*/ 2472844 h 6173987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84403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553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206172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47016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8915 w 9891001"/>
              <a:gd name="connsiteY0" fmla="*/ 3829930 h 3829930"/>
              <a:gd name="connsiteX1" fmla="*/ 2191660 w 9891001"/>
              <a:gd name="connsiteY1" fmla="*/ 2654273 h 3829930"/>
              <a:gd name="connsiteX2" fmla="*/ 2743202 w 9891001"/>
              <a:gd name="connsiteY2" fmla="*/ 1471358 h 3829930"/>
              <a:gd name="connsiteX3" fmla="*/ 4347032 w 9891001"/>
              <a:gd name="connsiteY3" fmla="*/ 1304445 h 3829930"/>
              <a:gd name="connsiteX4" fmla="*/ 5834745 w 9891001"/>
              <a:gd name="connsiteY4" fmla="*/ 1826958 h 3829930"/>
              <a:gd name="connsiteX5" fmla="*/ 9383487 w 9891001"/>
              <a:gd name="connsiteY5" fmla="*/ 1812442 h 3829930"/>
              <a:gd name="connsiteX6" fmla="*/ 9419773 w 9891001"/>
              <a:gd name="connsiteY6" fmla="*/ 1072216 h 3829930"/>
              <a:gd name="connsiteX7" fmla="*/ 6611259 w 9891001"/>
              <a:gd name="connsiteY7" fmla="*/ 1079472 h 3829930"/>
              <a:gd name="connsiteX8" fmla="*/ 4376059 w 9891001"/>
              <a:gd name="connsiteY8" fmla="*/ 27188 h 3829930"/>
              <a:gd name="connsiteX9" fmla="*/ 1785259 w 9891001"/>
              <a:gd name="connsiteY9" fmla="*/ 5416 h 3829930"/>
              <a:gd name="connsiteX10" fmla="*/ 14517 w 9891001"/>
              <a:gd name="connsiteY10" fmla="*/ 1790673 h 3829930"/>
              <a:gd name="connsiteX11" fmla="*/ 0 w 9891001"/>
              <a:gd name="connsiteY11" fmla="*/ 2472844 h 3829930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891001"/>
              <a:gd name="connsiteY0" fmla="*/ 3815415 h 3815415"/>
              <a:gd name="connsiteX1" fmla="*/ 2191660 w 9891001"/>
              <a:gd name="connsiteY1" fmla="*/ 2654273 h 3815415"/>
              <a:gd name="connsiteX2" fmla="*/ 2743202 w 9891001"/>
              <a:gd name="connsiteY2" fmla="*/ 1471358 h 3815415"/>
              <a:gd name="connsiteX3" fmla="*/ 4347032 w 9891001"/>
              <a:gd name="connsiteY3" fmla="*/ 1304445 h 3815415"/>
              <a:gd name="connsiteX4" fmla="*/ 5834745 w 9891001"/>
              <a:gd name="connsiteY4" fmla="*/ 1826958 h 3815415"/>
              <a:gd name="connsiteX5" fmla="*/ 9383487 w 9891001"/>
              <a:gd name="connsiteY5" fmla="*/ 1812442 h 3815415"/>
              <a:gd name="connsiteX6" fmla="*/ 9419773 w 9891001"/>
              <a:gd name="connsiteY6" fmla="*/ 1072216 h 3815415"/>
              <a:gd name="connsiteX7" fmla="*/ 6611259 w 9891001"/>
              <a:gd name="connsiteY7" fmla="*/ 1079472 h 3815415"/>
              <a:gd name="connsiteX8" fmla="*/ 4376059 w 9891001"/>
              <a:gd name="connsiteY8" fmla="*/ 27188 h 3815415"/>
              <a:gd name="connsiteX9" fmla="*/ 1785259 w 9891001"/>
              <a:gd name="connsiteY9" fmla="*/ 5416 h 3815415"/>
              <a:gd name="connsiteX10" fmla="*/ 14517 w 9891001"/>
              <a:gd name="connsiteY10" fmla="*/ 1790673 h 3815415"/>
              <a:gd name="connsiteX11" fmla="*/ 0 w 9891001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916718"/>
              <a:gd name="connsiteY0" fmla="*/ 3815415 h 3815415"/>
              <a:gd name="connsiteX1" fmla="*/ 2191660 w 9916718"/>
              <a:gd name="connsiteY1" fmla="*/ 2654273 h 3815415"/>
              <a:gd name="connsiteX2" fmla="*/ 2743202 w 9916718"/>
              <a:gd name="connsiteY2" fmla="*/ 1471358 h 3815415"/>
              <a:gd name="connsiteX3" fmla="*/ 4347032 w 9916718"/>
              <a:gd name="connsiteY3" fmla="*/ 1304445 h 3815415"/>
              <a:gd name="connsiteX4" fmla="*/ 5834745 w 9916718"/>
              <a:gd name="connsiteY4" fmla="*/ 1826958 h 3815415"/>
              <a:gd name="connsiteX5" fmla="*/ 9383487 w 9916718"/>
              <a:gd name="connsiteY5" fmla="*/ 1812442 h 3815415"/>
              <a:gd name="connsiteX6" fmla="*/ 9419773 w 9916718"/>
              <a:gd name="connsiteY6" fmla="*/ 1072216 h 3815415"/>
              <a:gd name="connsiteX7" fmla="*/ 6611259 w 9916718"/>
              <a:gd name="connsiteY7" fmla="*/ 1079472 h 3815415"/>
              <a:gd name="connsiteX8" fmla="*/ 4376059 w 9916718"/>
              <a:gd name="connsiteY8" fmla="*/ 27188 h 3815415"/>
              <a:gd name="connsiteX9" fmla="*/ 1785259 w 9916718"/>
              <a:gd name="connsiteY9" fmla="*/ 5416 h 3815415"/>
              <a:gd name="connsiteX10" fmla="*/ 14517 w 9916718"/>
              <a:gd name="connsiteY10" fmla="*/ 1790673 h 3815415"/>
              <a:gd name="connsiteX11" fmla="*/ 0 w 9916718"/>
              <a:gd name="connsiteY11" fmla="*/ 2472844 h 3815415"/>
              <a:gd name="connsiteX0" fmla="*/ 2191658 w 9827678"/>
              <a:gd name="connsiteY0" fmla="*/ 3815415 h 3815415"/>
              <a:gd name="connsiteX1" fmla="*/ 2191660 w 9827678"/>
              <a:gd name="connsiteY1" fmla="*/ 2654273 h 3815415"/>
              <a:gd name="connsiteX2" fmla="*/ 2743202 w 9827678"/>
              <a:gd name="connsiteY2" fmla="*/ 1471358 h 3815415"/>
              <a:gd name="connsiteX3" fmla="*/ 4347032 w 9827678"/>
              <a:gd name="connsiteY3" fmla="*/ 1304445 h 3815415"/>
              <a:gd name="connsiteX4" fmla="*/ 5834745 w 9827678"/>
              <a:gd name="connsiteY4" fmla="*/ 1826958 h 3815415"/>
              <a:gd name="connsiteX5" fmla="*/ 9383487 w 9827678"/>
              <a:gd name="connsiteY5" fmla="*/ 1819699 h 3815415"/>
              <a:gd name="connsiteX6" fmla="*/ 9419773 w 9827678"/>
              <a:gd name="connsiteY6" fmla="*/ 1072216 h 3815415"/>
              <a:gd name="connsiteX7" fmla="*/ 6611259 w 9827678"/>
              <a:gd name="connsiteY7" fmla="*/ 1079472 h 3815415"/>
              <a:gd name="connsiteX8" fmla="*/ 4376059 w 9827678"/>
              <a:gd name="connsiteY8" fmla="*/ 27188 h 3815415"/>
              <a:gd name="connsiteX9" fmla="*/ 1785259 w 9827678"/>
              <a:gd name="connsiteY9" fmla="*/ 5416 h 3815415"/>
              <a:gd name="connsiteX10" fmla="*/ 14517 w 9827678"/>
              <a:gd name="connsiteY10" fmla="*/ 1790673 h 3815415"/>
              <a:gd name="connsiteX11" fmla="*/ 0 w 9827678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79472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34745 w 9905486"/>
              <a:gd name="connsiteY4" fmla="*/ 1826958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43202 w 9905486"/>
              <a:gd name="connsiteY2" fmla="*/ 1471358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915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5849259 w 9905486"/>
              <a:gd name="connsiteY4" fmla="*/ 1819701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196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91658 w 9905486"/>
              <a:gd name="connsiteY0" fmla="*/ 3815415 h 3815415"/>
              <a:gd name="connsiteX1" fmla="*/ 2191660 w 9905486"/>
              <a:gd name="connsiteY1" fmla="*/ 2654273 h 3815415"/>
              <a:gd name="connsiteX2" fmla="*/ 2735945 w 9905486"/>
              <a:gd name="connsiteY2" fmla="*/ 1340730 h 3815415"/>
              <a:gd name="connsiteX3" fmla="*/ 4347032 w 9905486"/>
              <a:gd name="connsiteY3" fmla="*/ 1304445 h 3815415"/>
              <a:gd name="connsiteX4" fmla="*/ 6132287 w 9905486"/>
              <a:gd name="connsiteY4" fmla="*/ 1855987 h 3815415"/>
              <a:gd name="connsiteX5" fmla="*/ 9383487 w 9905486"/>
              <a:gd name="connsiteY5" fmla="*/ 1870499 h 3815415"/>
              <a:gd name="connsiteX6" fmla="*/ 9419773 w 9905486"/>
              <a:gd name="connsiteY6" fmla="*/ 1072216 h 3815415"/>
              <a:gd name="connsiteX7" fmla="*/ 6611259 w 9905486"/>
              <a:gd name="connsiteY7" fmla="*/ 1057700 h 3815415"/>
              <a:gd name="connsiteX8" fmla="*/ 4376059 w 9905486"/>
              <a:gd name="connsiteY8" fmla="*/ 27188 h 3815415"/>
              <a:gd name="connsiteX9" fmla="*/ 1785259 w 9905486"/>
              <a:gd name="connsiteY9" fmla="*/ 5416 h 3815415"/>
              <a:gd name="connsiteX10" fmla="*/ 14517 w 9905486"/>
              <a:gd name="connsiteY10" fmla="*/ 1790673 h 3815415"/>
              <a:gd name="connsiteX11" fmla="*/ 0 w 9905486"/>
              <a:gd name="connsiteY11" fmla="*/ 2472844 h 3815415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84401 w 9905486"/>
              <a:gd name="connsiteY0" fmla="*/ 3336444 h 3336444"/>
              <a:gd name="connsiteX1" fmla="*/ 2191660 w 9905486"/>
              <a:gd name="connsiteY1" fmla="*/ 2654273 h 3336444"/>
              <a:gd name="connsiteX2" fmla="*/ 2735945 w 9905486"/>
              <a:gd name="connsiteY2" fmla="*/ 1340730 h 3336444"/>
              <a:gd name="connsiteX3" fmla="*/ 4347032 w 9905486"/>
              <a:gd name="connsiteY3" fmla="*/ 1304445 h 3336444"/>
              <a:gd name="connsiteX4" fmla="*/ 6132287 w 9905486"/>
              <a:gd name="connsiteY4" fmla="*/ 1855987 h 3336444"/>
              <a:gd name="connsiteX5" fmla="*/ 9383487 w 9905486"/>
              <a:gd name="connsiteY5" fmla="*/ 1870499 h 3336444"/>
              <a:gd name="connsiteX6" fmla="*/ 9419773 w 9905486"/>
              <a:gd name="connsiteY6" fmla="*/ 1072216 h 3336444"/>
              <a:gd name="connsiteX7" fmla="*/ 6611259 w 9905486"/>
              <a:gd name="connsiteY7" fmla="*/ 1057700 h 3336444"/>
              <a:gd name="connsiteX8" fmla="*/ 4376059 w 9905486"/>
              <a:gd name="connsiteY8" fmla="*/ 27188 h 3336444"/>
              <a:gd name="connsiteX9" fmla="*/ 1785259 w 9905486"/>
              <a:gd name="connsiteY9" fmla="*/ 5416 h 3336444"/>
              <a:gd name="connsiteX10" fmla="*/ 14517 w 9905486"/>
              <a:gd name="connsiteY10" fmla="*/ 1790673 h 3336444"/>
              <a:gd name="connsiteX11" fmla="*/ 0 w 9905486"/>
              <a:gd name="connsiteY11" fmla="*/ 2472844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603194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835423 w 9897421"/>
              <a:gd name="connsiteY7" fmla="*/ 1057700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6444 h 3336444"/>
              <a:gd name="connsiteX1" fmla="*/ 2183595 w 9897421"/>
              <a:gd name="connsiteY1" fmla="*/ 2654273 h 3336444"/>
              <a:gd name="connsiteX2" fmla="*/ 2727880 w 9897421"/>
              <a:gd name="connsiteY2" fmla="*/ 1340730 h 3336444"/>
              <a:gd name="connsiteX3" fmla="*/ 4338967 w 9897421"/>
              <a:gd name="connsiteY3" fmla="*/ 1304445 h 3336444"/>
              <a:gd name="connsiteX4" fmla="*/ 6124222 w 9897421"/>
              <a:gd name="connsiteY4" fmla="*/ 1855987 h 3336444"/>
              <a:gd name="connsiteX5" fmla="*/ 9375422 w 9897421"/>
              <a:gd name="connsiteY5" fmla="*/ 1870499 h 3336444"/>
              <a:gd name="connsiteX6" fmla="*/ 9411708 w 9897421"/>
              <a:gd name="connsiteY6" fmla="*/ 1072216 h 3336444"/>
              <a:gd name="connsiteX7" fmla="*/ 6929766 w 9897421"/>
              <a:gd name="connsiteY7" fmla="*/ 1035929 h 3336444"/>
              <a:gd name="connsiteX8" fmla="*/ 4367994 w 9897421"/>
              <a:gd name="connsiteY8" fmla="*/ 27188 h 3336444"/>
              <a:gd name="connsiteX9" fmla="*/ 1777194 w 9897421"/>
              <a:gd name="connsiteY9" fmla="*/ 5416 h 3336444"/>
              <a:gd name="connsiteX10" fmla="*/ 6452 w 9897421"/>
              <a:gd name="connsiteY10" fmla="*/ 1790673 h 3336444"/>
              <a:gd name="connsiteX11" fmla="*/ 6449 w 9897421"/>
              <a:gd name="connsiteY11" fmla="*/ 2284158 h 3336444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5712 h 3335712"/>
              <a:gd name="connsiteX1" fmla="*/ 2183595 w 9897421"/>
              <a:gd name="connsiteY1" fmla="*/ 2653541 h 3335712"/>
              <a:gd name="connsiteX2" fmla="*/ 2727880 w 9897421"/>
              <a:gd name="connsiteY2" fmla="*/ 1339998 h 3335712"/>
              <a:gd name="connsiteX3" fmla="*/ 4338967 w 9897421"/>
              <a:gd name="connsiteY3" fmla="*/ 1303713 h 3335712"/>
              <a:gd name="connsiteX4" fmla="*/ 6124222 w 9897421"/>
              <a:gd name="connsiteY4" fmla="*/ 1855255 h 3335712"/>
              <a:gd name="connsiteX5" fmla="*/ 9375422 w 9897421"/>
              <a:gd name="connsiteY5" fmla="*/ 1869767 h 3335712"/>
              <a:gd name="connsiteX6" fmla="*/ 9411708 w 9897421"/>
              <a:gd name="connsiteY6" fmla="*/ 1071484 h 3335712"/>
              <a:gd name="connsiteX7" fmla="*/ 6929766 w 9897421"/>
              <a:gd name="connsiteY7" fmla="*/ 1035197 h 3335712"/>
              <a:gd name="connsiteX8" fmla="*/ 4520394 w 9897421"/>
              <a:gd name="connsiteY8" fmla="*/ 33713 h 3335712"/>
              <a:gd name="connsiteX9" fmla="*/ 1777194 w 9897421"/>
              <a:gd name="connsiteY9" fmla="*/ 4684 h 3335712"/>
              <a:gd name="connsiteX10" fmla="*/ 6452 w 9897421"/>
              <a:gd name="connsiteY10" fmla="*/ 1789941 h 3335712"/>
              <a:gd name="connsiteX11" fmla="*/ 6449 w 9897421"/>
              <a:gd name="connsiteY11" fmla="*/ 2283426 h 3335712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6929766 w 9897421"/>
              <a:gd name="connsiteY7" fmla="*/ 1037770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656114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42571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727880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1251 w 9897421"/>
              <a:gd name="connsiteY2" fmla="*/ 1335314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28585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338967 w 9897421"/>
              <a:gd name="connsiteY3" fmla="*/ 1306286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186567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124222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1308 w 9897421"/>
              <a:gd name="connsiteY4" fmla="*/ 1865085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  <a:gd name="connsiteX0" fmla="*/ 2176336 w 9897421"/>
              <a:gd name="connsiteY0" fmla="*/ 3338285 h 3338285"/>
              <a:gd name="connsiteX1" fmla="*/ 2183595 w 9897421"/>
              <a:gd name="connsiteY1" fmla="*/ 2590799 h 3338285"/>
              <a:gd name="connsiteX2" fmla="*/ 3061708 w 9897421"/>
              <a:gd name="connsiteY2" fmla="*/ 1320800 h 3338285"/>
              <a:gd name="connsiteX3" fmla="*/ 4019653 w 9897421"/>
              <a:gd name="connsiteY3" fmla="*/ 1320800 h 3338285"/>
              <a:gd name="connsiteX4" fmla="*/ 6218565 w 9897421"/>
              <a:gd name="connsiteY4" fmla="*/ 1857828 h 3338285"/>
              <a:gd name="connsiteX5" fmla="*/ 9375422 w 9897421"/>
              <a:gd name="connsiteY5" fmla="*/ 1872340 h 3338285"/>
              <a:gd name="connsiteX6" fmla="*/ 9411708 w 9897421"/>
              <a:gd name="connsiteY6" fmla="*/ 1074057 h 3338285"/>
              <a:gd name="connsiteX7" fmla="*/ 7220052 w 9897421"/>
              <a:gd name="connsiteY7" fmla="*/ 1030513 h 3338285"/>
              <a:gd name="connsiteX8" fmla="*/ 4367994 w 9897421"/>
              <a:gd name="connsiteY8" fmla="*/ 0 h 3338285"/>
              <a:gd name="connsiteX9" fmla="*/ 1777194 w 9897421"/>
              <a:gd name="connsiteY9" fmla="*/ 7257 h 3338285"/>
              <a:gd name="connsiteX10" fmla="*/ 6452 w 9897421"/>
              <a:gd name="connsiteY10" fmla="*/ 1792514 h 3338285"/>
              <a:gd name="connsiteX11" fmla="*/ 6449 w 9897421"/>
              <a:gd name="connsiteY11" fmla="*/ 2285999 h 33382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897421" h="3338285">
                <a:moveTo>
                  <a:pt x="2176336" y="3338285"/>
                </a:moveTo>
                <a:cubicBezTo>
                  <a:pt x="2181779" y="3072190"/>
                  <a:pt x="2171500" y="2988732"/>
                  <a:pt x="2183595" y="2590799"/>
                </a:cubicBezTo>
                <a:cubicBezTo>
                  <a:pt x="2195690" y="2192866"/>
                  <a:pt x="2230764" y="1328057"/>
                  <a:pt x="3061708" y="1320800"/>
                </a:cubicBezTo>
                <a:lnTo>
                  <a:pt x="4019653" y="1320800"/>
                </a:lnTo>
                <a:cubicBezTo>
                  <a:pt x="4740529" y="1342571"/>
                  <a:pt x="5466241" y="1844523"/>
                  <a:pt x="6218565" y="1857828"/>
                </a:cubicBezTo>
                <a:cubicBezTo>
                  <a:pt x="7302298" y="1882018"/>
                  <a:pt x="8291689" y="1884436"/>
                  <a:pt x="9375422" y="1872340"/>
                </a:cubicBezTo>
                <a:cubicBezTo>
                  <a:pt x="10045499" y="1862664"/>
                  <a:pt x="10084203" y="1103086"/>
                  <a:pt x="9411708" y="1074057"/>
                </a:cubicBezTo>
                <a:cubicBezTo>
                  <a:pt x="8739213" y="1045028"/>
                  <a:pt x="8038900" y="1059541"/>
                  <a:pt x="7220052" y="1030513"/>
                </a:cubicBezTo>
                <a:cubicBezTo>
                  <a:pt x="5980290" y="907143"/>
                  <a:pt x="5498899" y="19352"/>
                  <a:pt x="4367994" y="0"/>
                </a:cubicBezTo>
                <a:lnTo>
                  <a:pt x="1777194" y="7257"/>
                </a:lnTo>
                <a:cubicBezTo>
                  <a:pt x="433412" y="25399"/>
                  <a:pt x="20967" y="1250648"/>
                  <a:pt x="6452" y="1792514"/>
                </a:cubicBezTo>
                <a:cubicBezTo>
                  <a:pt x="-8063" y="2334380"/>
                  <a:pt x="6449" y="2285999"/>
                  <a:pt x="6449" y="2285999"/>
                </a:cubicBezTo>
              </a:path>
            </a:pathLst>
          </a:custGeom>
          <a:gradFill flip="none" rotWithShape="1">
            <a:gsLst>
              <a:gs pos="73000">
                <a:srgbClr val="7D7D7D"/>
              </a:gs>
              <a:gs pos="22000">
                <a:srgbClr val="C6C6C6"/>
              </a:gs>
              <a:gs pos="40000">
                <a:schemeClr val="bg2">
                  <a:lumMod val="7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path path="shape">
              <a:fillToRect l="50000" t="50000" r="50000" b="50000"/>
            </a:path>
            <a:tileRect/>
          </a:gra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5" name="Rechteck: abgerundete Ecken 4">
            <a:extLst>
              <a:ext uri="{FF2B5EF4-FFF2-40B4-BE49-F238E27FC236}">
                <a16:creationId xmlns:a16="http://schemas.microsoft.com/office/drawing/2014/main" id="{5B16BA18-A2DE-8136-0FD6-BB3B69B94A68}"/>
              </a:ext>
            </a:extLst>
          </p:cNvPr>
          <p:cNvSpPr/>
          <p:nvPr/>
        </p:nvSpPr>
        <p:spPr>
          <a:xfrm>
            <a:off x="486215" y="1749557"/>
            <a:ext cx="1917012" cy="2265717"/>
          </a:xfrm>
          <a:prstGeom prst="roundRect">
            <a:avLst>
              <a:gd name="adj" fmla="val 13086"/>
            </a:avLst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2" name="Freihandform: Form 11">
            <a:extLst>
              <a:ext uri="{FF2B5EF4-FFF2-40B4-BE49-F238E27FC236}">
                <a16:creationId xmlns:a16="http://schemas.microsoft.com/office/drawing/2014/main" id="{A511603D-BBAF-CB66-716D-C2109878851E}"/>
              </a:ext>
            </a:extLst>
          </p:cNvPr>
          <p:cNvSpPr/>
          <p:nvPr/>
        </p:nvSpPr>
        <p:spPr>
          <a:xfrm>
            <a:off x="7391016" y="-27384"/>
            <a:ext cx="4019776" cy="836385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11818 w 3693205"/>
              <a:gd name="connsiteY0" fmla="*/ 0 h 836385"/>
              <a:gd name="connsiteX1" fmla="*/ 0 w 3693205"/>
              <a:gd name="connsiteY1" fmla="*/ 402318 h 836385"/>
              <a:gd name="connsiteX2" fmla="*/ 486228 w 3693205"/>
              <a:gd name="connsiteY2" fmla="*/ 832077 h 836385"/>
              <a:gd name="connsiteX3" fmla="*/ 3303134 w 3693205"/>
              <a:gd name="connsiteY3" fmla="*/ 836385 h 836385"/>
              <a:gd name="connsiteX4" fmla="*/ 3693205 w 3693205"/>
              <a:gd name="connsiteY4" fmla="*/ 413657 h 836385"/>
              <a:gd name="connsiteX5" fmla="*/ 3457348 w 3693205"/>
              <a:gd name="connsiteY5" fmla="*/ 1814 h 836385"/>
              <a:gd name="connsiteX0" fmla="*/ 291647 w 3773034"/>
              <a:gd name="connsiteY0" fmla="*/ 0 h 836385"/>
              <a:gd name="connsiteX1" fmla="*/ 0 w 3773034"/>
              <a:gd name="connsiteY1" fmla="*/ 402318 h 836385"/>
              <a:gd name="connsiteX2" fmla="*/ 566057 w 3773034"/>
              <a:gd name="connsiteY2" fmla="*/ 832077 h 836385"/>
              <a:gd name="connsiteX3" fmla="*/ 3382963 w 3773034"/>
              <a:gd name="connsiteY3" fmla="*/ 836385 h 836385"/>
              <a:gd name="connsiteX4" fmla="*/ 3773034 w 3773034"/>
              <a:gd name="connsiteY4" fmla="*/ 413657 h 836385"/>
              <a:gd name="connsiteX5" fmla="*/ 3537177 w 3773034"/>
              <a:gd name="connsiteY5" fmla="*/ 1814 h 836385"/>
              <a:gd name="connsiteX0" fmla="*/ 291647 w 3954462"/>
              <a:gd name="connsiteY0" fmla="*/ 0 h 836385"/>
              <a:gd name="connsiteX1" fmla="*/ 0 w 3954462"/>
              <a:gd name="connsiteY1" fmla="*/ 402318 h 836385"/>
              <a:gd name="connsiteX2" fmla="*/ 566057 w 3954462"/>
              <a:gd name="connsiteY2" fmla="*/ 832077 h 836385"/>
              <a:gd name="connsiteX3" fmla="*/ 3382963 w 3954462"/>
              <a:gd name="connsiteY3" fmla="*/ 836385 h 836385"/>
              <a:gd name="connsiteX4" fmla="*/ 3954462 w 3954462"/>
              <a:gd name="connsiteY4" fmla="*/ 435428 h 836385"/>
              <a:gd name="connsiteX5" fmla="*/ 3537177 w 3954462"/>
              <a:gd name="connsiteY5" fmla="*/ 1814 h 836385"/>
              <a:gd name="connsiteX0" fmla="*/ 335190 w 3998005"/>
              <a:gd name="connsiteY0" fmla="*/ 0 h 836385"/>
              <a:gd name="connsiteX1" fmla="*/ 0 w 3998005"/>
              <a:gd name="connsiteY1" fmla="*/ 402318 h 836385"/>
              <a:gd name="connsiteX2" fmla="*/ 609600 w 3998005"/>
              <a:gd name="connsiteY2" fmla="*/ 832077 h 836385"/>
              <a:gd name="connsiteX3" fmla="*/ 3426506 w 3998005"/>
              <a:gd name="connsiteY3" fmla="*/ 836385 h 836385"/>
              <a:gd name="connsiteX4" fmla="*/ 3998005 w 3998005"/>
              <a:gd name="connsiteY4" fmla="*/ 435428 h 836385"/>
              <a:gd name="connsiteX5" fmla="*/ 3580720 w 3998005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35428 h 836385"/>
              <a:gd name="connsiteX5" fmla="*/ 3602491 w 4019776"/>
              <a:gd name="connsiteY5" fmla="*/ 1814 h 836385"/>
              <a:gd name="connsiteX0" fmla="*/ 356961 w 4019776"/>
              <a:gd name="connsiteY0" fmla="*/ 0 h 836385"/>
              <a:gd name="connsiteX1" fmla="*/ 0 w 4019776"/>
              <a:gd name="connsiteY1" fmla="*/ 402318 h 836385"/>
              <a:gd name="connsiteX2" fmla="*/ 631371 w 4019776"/>
              <a:gd name="connsiteY2" fmla="*/ 832077 h 836385"/>
              <a:gd name="connsiteX3" fmla="*/ 3448277 w 4019776"/>
              <a:gd name="connsiteY3" fmla="*/ 836385 h 836385"/>
              <a:gd name="connsiteX4" fmla="*/ 4019776 w 4019776"/>
              <a:gd name="connsiteY4" fmla="*/ 420914 h 836385"/>
              <a:gd name="connsiteX5" fmla="*/ 3602491 w 4019776"/>
              <a:gd name="connsiteY5" fmla="*/ 1814 h 83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19776" h="836385">
                <a:moveTo>
                  <a:pt x="356961" y="0"/>
                </a:moveTo>
                <a:cubicBezTo>
                  <a:pt x="172811" y="15422"/>
                  <a:pt x="16782" y="192541"/>
                  <a:pt x="0" y="402318"/>
                </a:cubicBezTo>
                <a:cubicBezTo>
                  <a:pt x="18822" y="725940"/>
                  <a:pt x="337533" y="832606"/>
                  <a:pt x="631371" y="832077"/>
                </a:cubicBezTo>
                <a:lnTo>
                  <a:pt x="3448277" y="836385"/>
                </a:lnTo>
                <a:cubicBezTo>
                  <a:pt x="3735841" y="824592"/>
                  <a:pt x="4007983" y="715736"/>
                  <a:pt x="4019776" y="420914"/>
                </a:cubicBezTo>
                <a:cubicBezTo>
                  <a:pt x="4011612" y="202897"/>
                  <a:pt x="3852863" y="21771"/>
                  <a:pt x="3602491" y="1814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3" name="Freihandform: Form 12">
            <a:extLst>
              <a:ext uri="{FF2B5EF4-FFF2-40B4-BE49-F238E27FC236}">
                <a16:creationId xmlns:a16="http://schemas.microsoft.com/office/drawing/2014/main" id="{9F8B0971-B02E-D097-9C2D-5FB5D1DE2451}"/>
              </a:ext>
            </a:extLst>
          </p:cNvPr>
          <p:cNvSpPr/>
          <p:nvPr/>
        </p:nvSpPr>
        <p:spPr>
          <a:xfrm rot="5400000">
            <a:off x="10420073" y="3987454"/>
            <a:ext cx="2773156" cy="834571"/>
          </a:xfrm>
          <a:custGeom>
            <a:avLst/>
            <a:gdLst>
              <a:gd name="connsiteX0" fmla="*/ 587829 w 3609619"/>
              <a:gd name="connsiteY0" fmla="*/ 0 h 1075246"/>
              <a:gd name="connsiteX1" fmla="*/ 0 w 3609619"/>
              <a:gd name="connsiteY1" fmla="*/ 522514 h 1075246"/>
              <a:gd name="connsiteX2" fmla="*/ 0 w 3609619"/>
              <a:gd name="connsiteY2" fmla="*/ 522514 h 1075246"/>
              <a:gd name="connsiteX3" fmla="*/ 457200 w 3609619"/>
              <a:gd name="connsiteY3" fmla="*/ 1023257 h 1075246"/>
              <a:gd name="connsiteX4" fmla="*/ 3345543 w 3609619"/>
              <a:gd name="connsiteY4" fmla="*/ 1059543 h 1075246"/>
              <a:gd name="connsiteX5" fmla="*/ 3345543 w 3609619"/>
              <a:gd name="connsiteY5" fmla="*/ 1059543 h 1075246"/>
              <a:gd name="connsiteX6" fmla="*/ 3164114 w 3609619"/>
              <a:gd name="connsiteY6" fmla="*/ 50800 h 1075246"/>
              <a:gd name="connsiteX7" fmla="*/ 3570514 w 3609619"/>
              <a:gd name="connsiteY7" fmla="*/ 217714 h 1075246"/>
              <a:gd name="connsiteX8" fmla="*/ 3570514 w 3609619"/>
              <a:gd name="connsiteY8" fmla="*/ 210457 h 1075246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587829 w 3609619"/>
              <a:gd name="connsiteY0" fmla="*/ 0 h 1067714"/>
              <a:gd name="connsiteX1" fmla="*/ 0 w 3609619"/>
              <a:gd name="connsiteY1" fmla="*/ 522514 h 1067714"/>
              <a:gd name="connsiteX2" fmla="*/ 217715 w 3609619"/>
              <a:gd name="connsiteY2" fmla="*/ 638628 h 1067714"/>
              <a:gd name="connsiteX3" fmla="*/ 457200 w 3609619"/>
              <a:gd name="connsiteY3" fmla="*/ 1023257 h 1067714"/>
              <a:gd name="connsiteX4" fmla="*/ 3345543 w 3609619"/>
              <a:gd name="connsiteY4" fmla="*/ 1059543 h 1067714"/>
              <a:gd name="connsiteX5" fmla="*/ 3345543 w 3609619"/>
              <a:gd name="connsiteY5" fmla="*/ 1059543 h 1067714"/>
              <a:gd name="connsiteX6" fmla="*/ 3164114 w 3609619"/>
              <a:gd name="connsiteY6" fmla="*/ 50800 h 1067714"/>
              <a:gd name="connsiteX7" fmla="*/ 3570514 w 3609619"/>
              <a:gd name="connsiteY7" fmla="*/ 217714 h 1067714"/>
              <a:gd name="connsiteX8" fmla="*/ 3570514 w 3609619"/>
              <a:gd name="connsiteY8" fmla="*/ 210457 h 1067714"/>
              <a:gd name="connsiteX0" fmla="*/ 458124 w 3479914"/>
              <a:gd name="connsiteY0" fmla="*/ 0 h 1067714"/>
              <a:gd name="connsiteX1" fmla="*/ 88010 w 3479914"/>
              <a:gd name="connsiteY1" fmla="*/ 638628 h 1067714"/>
              <a:gd name="connsiteX2" fmla="*/ 327495 w 3479914"/>
              <a:gd name="connsiteY2" fmla="*/ 1023257 h 1067714"/>
              <a:gd name="connsiteX3" fmla="*/ 3215838 w 3479914"/>
              <a:gd name="connsiteY3" fmla="*/ 1059543 h 1067714"/>
              <a:gd name="connsiteX4" fmla="*/ 3215838 w 3479914"/>
              <a:gd name="connsiteY4" fmla="*/ 1059543 h 1067714"/>
              <a:gd name="connsiteX5" fmla="*/ 3034409 w 3479914"/>
              <a:gd name="connsiteY5" fmla="*/ 50800 h 1067714"/>
              <a:gd name="connsiteX6" fmla="*/ 3440809 w 3479914"/>
              <a:gd name="connsiteY6" fmla="*/ 217714 h 1067714"/>
              <a:gd name="connsiteX7" fmla="*/ 3440809 w 3479914"/>
              <a:gd name="connsiteY7" fmla="*/ 210457 h 1067714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31916 w 3853706"/>
              <a:gd name="connsiteY0" fmla="*/ 0 h 1072345"/>
              <a:gd name="connsiteX1" fmla="*/ 4602 w 3853706"/>
              <a:gd name="connsiteY1" fmla="*/ 566057 h 1072345"/>
              <a:gd name="connsiteX2" fmla="*/ 701287 w 3853706"/>
              <a:gd name="connsiteY2" fmla="*/ 1023257 h 1072345"/>
              <a:gd name="connsiteX3" fmla="*/ 3589630 w 3853706"/>
              <a:gd name="connsiteY3" fmla="*/ 1059543 h 1072345"/>
              <a:gd name="connsiteX4" fmla="*/ 3589630 w 3853706"/>
              <a:gd name="connsiteY4" fmla="*/ 1059543 h 1072345"/>
              <a:gd name="connsiteX5" fmla="*/ 3408201 w 3853706"/>
              <a:gd name="connsiteY5" fmla="*/ 50800 h 1072345"/>
              <a:gd name="connsiteX6" fmla="*/ 3814601 w 3853706"/>
              <a:gd name="connsiteY6" fmla="*/ 217714 h 1072345"/>
              <a:gd name="connsiteX7" fmla="*/ 3814601 w 3853706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827314 w 3849104"/>
              <a:gd name="connsiteY0" fmla="*/ 0 h 1072345"/>
              <a:gd name="connsiteX1" fmla="*/ 0 w 3849104"/>
              <a:gd name="connsiteY1" fmla="*/ 566057 h 1072345"/>
              <a:gd name="connsiteX2" fmla="*/ 696685 w 3849104"/>
              <a:gd name="connsiteY2" fmla="*/ 1023257 h 1072345"/>
              <a:gd name="connsiteX3" fmla="*/ 3585028 w 3849104"/>
              <a:gd name="connsiteY3" fmla="*/ 1059543 h 1072345"/>
              <a:gd name="connsiteX4" fmla="*/ 3585028 w 3849104"/>
              <a:gd name="connsiteY4" fmla="*/ 1059543 h 1072345"/>
              <a:gd name="connsiteX5" fmla="*/ 3403599 w 3849104"/>
              <a:gd name="connsiteY5" fmla="*/ 50800 h 1072345"/>
              <a:gd name="connsiteX6" fmla="*/ 3809999 w 3849104"/>
              <a:gd name="connsiteY6" fmla="*/ 217714 h 1072345"/>
              <a:gd name="connsiteX7" fmla="*/ 3809999 w 3849104"/>
              <a:gd name="connsiteY7" fmla="*/ 210457 h 10723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55600 w 3849104"/>
              <a:gd name="connsiteY0" fmla="*/ 167329 h 1058245"/>
              <a:gd name="connsiteX1" fmla="*/ 0 w 3849104"/>
              <a:gd name="connsiteY1" fmla="*/ 551957 h 1058245"/>
              <a:gd name="connsiteX2" fmla="*/ 696685 w 3849104"/>
              <a:gd name="connsiteY2" fmla="*/ 1009157 h 1058245"/>
              <a:gd name="connsiteX3" fmla="*/ 3585028 w 3849104"/>
              <a:gd name="connsiteY3" fmla="*/ 1045443 h 1058245"/>
              <a:gd name="connsiteX4" fmla="*/ 3585028 w 3849104"/>
              <a:gd name="connsiteY4" fmla="*/ 1045443 h 1058245"/>
              <a:gd name="connsiteX5" fmla="*/ 3403599 w 3849104"/>
              <a:gd name="connsiteY5" fmla="*/ 36700 h 1058245"/>
              <a:gd name="connsiteX6" fmla="*/ 3809999 w 3849104"/>
              <a:gd name="connsiteY6" fmla="*/ 203614 h 1058245"/>
              <a:gd name="connsiteX7" fmla="*/ 3809999 w 3849104"/>
              <a:gd name="connsiteY7" fmla="*/ 196357 h 1058245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88217 w 3881721"/>
              <a:gd name="connsiteY0" fmla="*/ 167329 h 1066870"/>
              <a:gd name="connsiteX1" fmla="*/ 32617 w 3881721"/>
              <a:gd name="connsiteY1" fmla="*/ 551957 h 1066870"/>
              <a:gd name="connsiteX2" fmla="*/ 424502 w 3881721"/>
              <a:gd name="connsiteY2" fmla="*/ 1023671 h 1066870"/>
              <a:gd name="connsiteX3" fmla="*/ 3617645 w 3881721"/>
              <a:gd name="connsiteY3" fmla="*/ 1045443 h 1066870"/>
              <a:gd name="connsiteX4" fmla="*/ 3617645 w 3881721"/>
              <a:gd name="connsiteY4" fmla="*/ 1045443 h 1066870"/>
              <a:gd name="connsiteX5" fmla="*/ 3436216 w 3881721"/>
              <a:gd name="connsiteY5" fmla="*/ 36700 h 1066870"/>
              <a:gd name="connsiteX6" fmla="*/ 3842616 w 3881721"/>
              <a:gd name="connsiteY6" fmla="*/ 203614 h 1066870"/>
              <a:gd name="connsiteX7" fmla="*/ 3842616 w 3881721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167329 h 1066870"/>
              <a:gd name="connsiteX1" fmla="*/ 0 w 3849104"/>
              <a:gd name="connsiteY1" fmla="*/ 551957 h 1066870"/>
              <a:gd name="connsiteX2" fmla="*/ 391885 w 3849104"/>
              <a:gd name="connsiteY2" fmla="*/ 1023671 h 1066870"/>
              <a:gd name="connsiteX3" fmla="*/ 3585028 w 3849104"/>
              <a:gd name="connsiteY3" fmla="*/ 1045443 h 1066870"/>
              <a:gd name="connsiteX4" fmla="*/ 3585028 w 3849104"/>
              <a:gd name="connsiteY4" fmla="*/ 1045443 h 1066870"/>
              <a:gd name="connsiteX5" fmla="*/ 3403599 w 3849104"/>
              <a:gd name="connsiteY5" fmla="*/ 36700 h 1066870"/>
              <a:gd name="connsiteX6" fmla="*/ 3809999 w 3849104"/>
              <a:gd name="connsiteY6" fmla="*/ 203614 h 1066870"/>
              <a:gd name="connsiteX7" fmla="*/ 3809999 w 3849104"/>
              <a:gd name="connsiteY7" fmla="*/ 196357 h 1066870"/>
              <a:gd name="connsiteX0" fmla="*/ 355600 w 3849104"/>
              <a:gd name="connsiteY0" fmla="*/ 0 h 899541"/>
              <a:gd name="connsiteX1" fmla="*/ 0 w 3849104"/>
              <a:gd name="connsiteY1" fmla="*/ 384628 h 899541"/>
              <a:gd name="connsiteX2" fmla="*/ 391885 w 3849104"/>
              <a:gd name="connsiteY2" fmla="*/ 856342 h 899541"/>
              <a:gd name="connsiteX3" fmla="*/ 3585028 w 3849104"/>
              <a:gd name="connsiteY3" fmla="*/ 878114 h 899541"/>
              <a:gd name="connsiteX4" fmla="*/ 3585028 w 3849104"/>
              <a:gd name="connsiteY4" fmla="*/ 878114 h 899541"/>
              <a:gd name="connsiteX5" fmla="*/ 3606799 w 3849104"/>
              <a:gd name="connsiteY5" fmla="*/ 391885 h 899541"/>
              <a:gd name="connsiteX6" fmla="*/ 3809999 w 3849104"/>
              <a:gd name="connsiteY6" fmla="*/ 36285 h 899541"/>
              <a:gd name="connsiteX7" fmla="*/ 3809999 w 3849104"/>
              <a:gd name="connsiteY7" fmla="*/ 29028 h 899541"/>
              <a:gd name="connsiteX0" fmla="*/ 355600 w 3816318"/>
              <a:gd name="connsiteY0" fmla="*/ 87087 h 986628"/>
              <a:gd name="connsiteX1" fmla="*/ 0 w 3816318"/>
              <a:gd name="connsiteY1" fmla="*/ 471715 h 986628"/>
              <a:gd name="connsiteX2" fmla="*/ 391885 w 3816318"/>
              <a:gd name="connsiteY2" fmla="*/ 943429 h 986628"/>
              <a:gd name="connsiteX3" fmla="*/ 3585028 w 3816318"/>
              <a:gd name="connsiteY3" fmla="*/ 965201 h 986628"/>
              <a:gd name="connsiteX4" fmla="*/ 3585028 w 3816318"/>
              <a:gd name="connsiteY4" fmla="*/ 965201 h 986628"/>
              <a:gd name="connsiteX5" fmla="*/ 3606799 w 3816318"/>
              <a:gd name="connsiteY5" fmla="*/ 478972 h 986628"/>
              <a:gd name="connsiteX6" fmla="*/ 3809999 w 3816318"/>
              <a:gd name="connsiteY6" fmla="*/ 123372 h 986628"/>
              <a:gd name="connsiteX7" fmla="*/ 3345542 w 3816318"/>
              <a:gd name="connsiteY7" fmla="*/ 0 h 986628"/>
              <a:gd name="connsiteX0" fmla="*/ 355600 w 3606799"/>
              <a:gd name="connsiteY0" fmla="*/ 87087 h 986628"/>
              <a:gd name="connsiteX1" fmla="*/ 0 w 3606799"/>
              <a:gd name="connsiteY1" fmla="*/ 471715 h 986628"/>
              <a:gd name="connsiteX2" fmla="*/ 391885 w 3606799"/>
              <a:gd name="connsiteY2" fmla="*/ 943429 h 986628"/>
              <a:gd name="connsiteX3" fmla="*/ 3585028 w 3606799"/>
              <a:gd name="connsiteY3" fmla="*/ 965201 h 986628"/>
              <a:gd name="connsiteX4" fmla="*/ 3585028 w 3606799"/>
              <a:gd name="connsiteY4" fmla="*/ 965201 h 986628"/>
              <a:gd name="connsiteX5" fmla="*/ 3606799 w 3606799"/>
              <a:gd name="connsiteY5" fmla="*/ 478972 h 986628"/>
              <a:gd name="connsiteX6" fmla="*/ 3345542 w 3606799"/>
              <a:gd name="connsiteY6" fmla="*/ 0 h 986628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585028 w 3606799"/>
              <a:gd name="connsiteY4" fmla="*/ 1074058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280228 w 3606799"/>
              <a:gd name="connsiteY4" fmla="*/ 986972 h 1095485"/>
              <a:gd name="connsiteX5" fmla="*/ 3606799 w 3606799"/>
              <a:gd name="connsiteY5" fmla="*/ 587829 h 1095485"/>
              <a:gd name="connsiteX6" fmla="*/ 3294742 w 3606799"/>
              <a:gd name="connsiteY6" fmla="*/ 0 h 1095485"/>
              <a:gd name="connsiteX0" fmla="*/ 355600 w 3606799"/>
              <a:gd name="connsiteY0" fmla="*/ 195944 h 1095485"/>
              <a:gd name="connsiteX1" fmla="*/ 0 w 3606799"/>
              <a:gd name="connsiteY1" fmla="*/ 580572 h 1095485"/>
              <a:gd name="connsiteX2" fmla="*/ 391885 w 3606799"/>
              <a:gd name="connsiteY2" fmla="*/ 1052286 h 1095485"/>
              <a:gd name="connsiteX3" fmla="*/ 3585028 w 3606799"/>
              <a:gd name="connsiteY3" fmla="*/ 1074058 h 1095485"/>
              <a:gd name="connsiteX4" fmla="*/ 3606799 w 3606799"/>
              <a:gd name="connsiteY4" fmla="*/ 587829 h 1095485"/>
              <a:gd name="connsiteX5" fmla="*/ 3294742 w 3606799"/>
              <a:gd name="connsiteY5" fmla="*/ 0 h 1095485"/>
              <a:gd name="connsiteX0" fmla="*/ 355600 w 3606799"/>
              <a:gd name="connsiteY0" fmla="*/ 195944 h 1093024"/>
              <a:gd name="connsiteX1" fmla="*/ 0 w 3606799"/>
              <a:gd name="connsiteY1" fmla="*/ 580572 h 1093024"/>
              <a:gd name="connsiteX2" fmla="*/ 391885 w 3606799"/>
              <a:gd name="connsiteY2" fmla="*/ 1052286 h 1093024"/>
              <a:gd name="connsiteX3" fmla="*/ 3229428 w 3606799"/>
              <a:gd name="connsiteY3" fmla="*/ 1066801 h 1093024"/>
              <a:gd name="connsiteX4" fmla="*/ 3606799 w 3606799"/>
              <a:gd name="connsiteY4" fmla="*/ 587829 h 1093024"/>
              <a:gd name="connsiteX5" fmla="*/ 3294742 w 3606799"/>
              <a:gd name="connsiteY5" fmla="*/ 0 h 1093024"/>
              <a:gd name="connsiteX0" fmla="*/ 355600 w 3628571"/>
              <a:gd name="connsiteY0" fmla="*/ 195944 h 1262744"/>
              <a:gd name="connsiteX1" fmla="*/ 0 w 3628571"/>
              <a:gd name="connsiteY1" fmla="*/ 580572 h 1262744"/>
              <a:gd name="connsiteX2" fmla="*/ 391885 w 3628571"/>
              <a:gd name="connsiteY2" fmla="*/ 1052286 h 1262744"/>
              <a:gd name="connsiteX3" fmla="*/ 3628571 w 3628571"/>
              <a:gd name="connsiteY3" fmla="*/ 1262744 h 1262744"/>
              <a:gd name="connsiteX4" fmla="*/ 3606799 w 3628571"/>
              <a:gd name="connsiteY4" fmla="*/ 587829 h 1262744"/>
              <a:gd name="connsiteX5" fmla="*/ 3294742 w 3628571"/>
              <a:gd name="connsiteY5" fmla="*/ 0 h 1262744"/>
              <a:gd name="connsiteX0" fmla="*/ 355600 w 3773022"/>
              <a:gd name="connsiteY0" fmla="*/ 195944 h 1262744"/>
              <a:gd name="connsiteX1" fmla="*/ 0 w 3773022"/>
              <a:gd name="connsiteY1" fmla="*/ 580572 h 1262744"/>
              <a:gd name="connsiteX2" fmla="*/ 391885 w 3773022"/>
              <a:gd name="connsiteY2" fmla="*/ 1052286 h 1262744"/>
              <a:gd name="connsiteX3" fmla="*/ 3628571 w 3773022"/>
              <a:gd name="connsiteY3" fmla="*/ 1262744 h 1262744"/>
              <a:gd name="connsiteX4" fmla="*/ 3606799 w 3773022"/>
              <a:gd name="connsiteY4" fmla="*/ 587829 h 1262744"/>
              <a:gd name="connsiteX5" fmla="*/ 3294742 w 3773022"/>
              <a:gd name="connsiteY5" fmla="*/ 0 h 1262744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6959"/>
              <a:gd name="connsiteY0" fmla="*/ 195944 h 1066562"/>
              <a:gd name="connsiteX1" fmla="*/ 0 w 3606959"/>
              <a:gd name="connsiteY1" fmla="*/ 580572 h 1066562"/>
              <a:gd name="connsiteX2" fmla="*/ 391885 w 3606959"/>
              <a:gd name="connsiteY2" fmla="*/ 1052286 h 1066562"/>
              <a:gd name="connsiteX3" fmla="*/ 3040742 w 3606959"/>
              <a:gd name="connsiteY3" fmla="*/ 834572 h 1066562"/>
              <a:gd name="connsiteX4" fmla="*/ 3606799 w 3606959"/>
              <a:gd name="connsiteY4" fmla="*/ 587829 h 1066562"/>
              <a:gd name="connsiteX5" fmla="*/ 3294742 w 3606959"/>
              <a:gd name="connsiteY5" fmla="*/ 0 h 1066562"/>
              <a:gd name="connsiteX0" fmla="*/ 355600 w 3608916"/>
              <a:gd name="connsiteY0" fmla="*/ 195944 h 1093024"/>
              <a:gd name="connsiteX1" fmla="*/ 0 w 3608916"/>
              <a:gd name="connsiteY1" fmla="*/ 580572 h 1093024"/>
              <a:gd name="connsiteX2" fmla="*/ 391885 w 3608916"/>
              <a:gd name="connsiteY2" fmla="*/ 1052286 h 1093024"/>
              <a:gd name="connsiteX3" fmla="*/ 3287485 w 3608916"/>
              <a:gd name="connsiteY3" fmla="*/ 1066800 h 1093024"/>
              <a:gd name="connsiteX4" fmla="*/ 3606799 w 3608916"/>
              <a:gd name="connsiteY4" fmla="*/ 587829 h 1093024"/>
              <a:gd name="connsiteX5" fmla="*/ 3294742 w 3608916"/>
              <a:gd name="connsiteY5" fmla="*/ 0 h 1093024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55600 w 3668283"/>
              <a:gd name="connsiteY0" fmla="*/ 195944 h 1317837"/>
              <a:gd name="connsiteX1" fmla="*/ 0 w 3668283"/>
              <a:gd name="connsiteY1" fmla="*/ 580572 h 1317837"/>
              <a:gd name="connsiteX2" fmla="*/ 391885 w 3668283"/>
              <a:gd name="connsiteY2" fmla="*/ 1052286 h 1317837"/>
              <a:gd name="connsiteX3" fmla="*/ 3287485 w 3668283"/>
              <a:gd name="connsiteY3" fmla="*/ 1066800 h 1317837"/>
              <a:gd name="connsiteX4" fmla="*/ 3606799 w 3668283"/>
              <a:gd name="connsiteY4" fmla="*/ 587829 h 1317837"/>
              <a:gd name="connsiteX5" fmla="*/ 3294742 w 3668283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653769"/>
              <a:gd name="connsiteY0" fmla="*/ 195944 h 1317837"/>
              <a:gd name="connsiteX1" fmla="*/ 0 w 3653769"/>
              <a:gd name="connsiteY1" fmla="*/ 638629 h 1317837"/>
              <a:gd name="connsiteX2" fmla="*/ 377371 w 3653769"/>
              <a:gd name="connsiteY2" fmla="*/ 1052286 h 1317837"/>
              <a:gd name="connsiteX3" fmla="*/ 3272971 w 3653769"/>
              <a:gd name="connsiteY3" fmla="*/ 1066800 h 1317837"/>
              <a:gd name="connsiteX4" fmla="*/ 3592285 w 3653769"/>
              <a:gd name="connsiteY4" fmla="*/ 587829 h 1317837"/>
              <a:gd name="connsiteX5" fmla="*/ 3280228 w 3653769"/>
              <a:gd name="connsiteY5" fmla="*/ 0 h 1317837"/>
              <a:gd name="connsiteX0" fmla="*/ 341086 w 3595371"/>
              <a:gd name="connsiteY0" fmla="*/ 195944 h 1071353"/>
              <a:gd name="connsiteX1" fmla="*/ 0 w 3595371"/>
              <a:gd name="connsiteY1" fmla="*/ 638629 h 1071353"/>
              <a:gd name="connsiteX2" fmla="*/ 377371 w 3595371"/>
              <a:gd name="connsiteY2" fmla="*/ 1052286 h 1071353"/>
              <a:gd name="connsiteX3" fmla="*/ 3272971 w 3595371"/>
              <a:gd name="connsiteY3" fmla="*/ 1066800 h 1071353"/>
              <a:gd name="connsiteX4" fmla="*/ 3592285 w 3595371"/>
              <a:gd name="connsiteY4" fmla="*/ 587829 h 1071353"/>
              <a:gd name="connsiteX5" fmla="*/ 3280228 w 3595371"/>
              <a:gd name="connsiteY5" fmla="*/ 0 h 1071353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170066"/>
              <a:gd name="connsiteX1" fmla="*/ 0 w 3595371"/>
              <a:gd name="connsiteY1" fmla="*/ 638629 h 1170066"/>
              <a:gd name="connsiteX2" fmla="*/ 377371 w 3595371"/>
              <a:gd name="connsiteY2" fmla="*/ 1052286 h 1170066"/>
              <a:gd name="connsiteX3" fmla="*/ 3272971 w 3595371"/>
              <a:gd name="connsiteY3" fmla="*/ 1066800 h 1170066"/>
              <a:gd name="connsiteX4" fmla="*/ 3592285 w 3595371"/>
              <a:gd name="connsiteY4" fmla="*/ 587829 h 1170066"/>
              <a:gd name="connsiteX5" fmla="*/ 3280228 w 3595371"/>
              <a:gd name="connsiteY5" fmla="*/ 0 h 1170066"/>
              <a:gd name="connsiteX0" fmla="*/ 341086 w 3595371"/>
              <a:gd name="connsiteY0" fmla="*/ 195944 h 1066876"/>
              <a:gd name="connsiteX1" fmla="*/ 0 w 3595371"/>
              <a:gd name="connsiteY1" fmla="*/ 638629 h 1066876"/>
              <a:gd name="connsiteX2" fmla="*/ 377371 w 3595371"/>
              <a:gd name="connsiteY2" fmla="*/ 1052286 h 1066876"/>
              <a:gd name="connsiteX3" fmla="*/ 3272971 w 3595371"/>
              <a:gd name="connsiteY3" fmla="*/ 1066800 h 1066876"/>
              <a:gd name="connsiteX4" fmla="*/ 3592285 w 3595371"/>
              <a:gd name="connsiteY4" fmla="*/ 587829 h 1066876"/>
              <a:gd name="connsiteX5" fmla="*/ 3280228 w 3595371"/>
              <a:gd name="connsiteY5" fmla="*/ 0 h 1066876"/>
              <a:gd name="connsiteX0" fmla="*/ 341086 w 3620968"/>
              <a:gd name="connsiteY0" fmla="*/ 195944 h 1066876"/>
              <a:gd name="connsiteX1" fmla="*/ 0 w 3620968"/>
              <a:gd name="connsiteY1" fmla="*/ 638629 h 1066876"/>
              <a:gd name="connsiteX2" fmla="*/ 377371 w 3620968"/>
              <a:gd name="connsiteY2" fmla="*/ 1052286 h 1066876"/>
              <a:gd name="connsiteX3" fmla="*/ 3272971 w 3620968"/>
              <a:gd name="connsiteY3" fmla="*/ 1066800 h 1066876"/>
              <a:gd name="connsiteX4" fmla="*/ 3592285 w 3620968"/>
              <a:gd name="connsiteY4" fmla="*/ 587829 h 1066876"/>
              <a:gd name="connsiteX5" fmla="*/ 3280228 w 3620968"/>
              <a:gd name="connsiteY5" fmla="*/ 0 h 1066876"/>
              <a:gd name="connsiteX0" fmla="*/ 341086 w 3592866"/>
              <a:gd name="connsiteY0" fmla="*/ 195944 h 1066947"/>
              <a:gd name="connsiteX1" fmla="*/ 0 w 3592866"/>
              <a:gd name="connsiteY1" fmla="*/ 638629 h 1066947"/>
              <a:gd name="connsiteX2" fmla="*/ 377371 w 3592866"/>
              <a:gd name="connsiteY2" fmla="*/ 1052286 h 1066947"/>
              <a:gd name="connsiteX3" fmla="*/ 3272971 w 3592866"/>
              <a:gd name="connsiteY3" fmla="*/ 1066800 h 1066947"/>
              <a:gd name="connsiteX4" fmla="*/ 3592285 w 3592866"/>
              <a:gd name="connsiteY4" fmla="*/ 587829 h 1066947"/>
              <a:gd name="connsiteX5" fmla="*/ 3280228 w 3592866"/>
              <a:gd name="connsiteY5" fmla="*/ 0 h 1066947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341086 w 3592866"/>
              <a:gd name="connsiteY0" fmla="*/ 0 h 871003"/>
              <a:gd name="connsiteX1" fmla="*/ 0 w 3592866"/>
              <a:gd name="connsiteY1" fmla="*/ 442685 h 871003"/>
              <a:gd name="connsiteX2" fmla="*/ 377371 w 3592866"/>
              <a:gd name="connsiteY2" fmla="*/ 856342 h 871003"/>
              <a:gd name="connsiteX3" fmla="*/ 3272971 w 3592866"/>
              <a:gd name="connsiteY3" fmla="*/ 870856 h 871003"/>
              <a:gd name="connsiteX4" fmla="*/ 3592285 w 3592866"/>
              <a:gd name="connsiteY4" fmla="*/ 391885 h 871003"/>
              <a:gd name="connsiteX5" fmla="*/ 3309257 w 3592866"/>
              <a:gd name="connsiteY5" fmla="*/ 50799 h 871003"/>
              <a:gd name="connsiteX0" fmla="*/ 449943 w 3701723"/>
              <a:gd name="connsiteY0" fmla="*/ 0 h 871003"/>
              <a:gd name="connsiteX1" fmla="*/ 0 w 3701723"/>
              <a:gd name="connsiteY1" fmla="*/ 428171 h 871003"/>
              <a:gd name="connsiteX2" fmla="*/ 486228 w 3701723"/>
              <a:gd name="connsiteY2" fmla="*/ 856342 h 871003"/>
              <a:gd name="connsiteX3" fmla="*/ 3381828 w 3701723"/>
              <a:gd name="connsiteY3" fmla="*/ 870856 h 871003"/>
              <a:gd name="connsiteX4" fmla="*/ 3701142 w 3701723"/>
              <a:gd name="connsiteY4" fmla="*/ 391885 h 871003"/>
              <a:gd name="connsiteX5" fmla="*/ 3418114 w 3701723"/>
              <a:gd name="connsiteY5" fmla="*/ 50799 h 871003"/>
              <a:gd name="connsiteX0" fmla="*/ 449943 w 3701723"/>
              <a:gd name="connsiteY0" fmla="*/ 0 h 895572"/>
              <a:gd name="connsiteX1" fmla="*/ 0 w 3701723"/>
              <a:gd name="connsiteY1" fmla="*/ 428171 h 895572"/>
              <a:gd name="connsiteX2" fmla="*/ 760865 w 3701723"/>
              <a:gd name="connsiteY2" fmla="*/ 886505 h 895572"/>
              <a:gd name="connsiteX3" fmla="*/ 3381828 w 3701723"/>
              <a:gd name="connsiteY3" fmla="*/ 870856 h 895572"/>
              <a:gd name="connsiteX4" fmla="*/ 3701142 w 3701723"/>
              <a:gd name="connsiteY4" fmla="*/ 391885 h 895572"/>
              <a:gd name="connsiteX5" fmla="*/ 3418114 w 3701723"/>
              <a:gd name="connsiteY5" fmla="*/ 50799 h 895572"/>
              <a:gd name="connsiteX0" fmla="*/ 413431 w 3665211"/>
              <a:gd name="connsiteY0" fmla="*/ 0 h 895572"/>
              <a:gd name="connsiteX1" fmla="*/ 0 w 3665211"/>
              <a:gd name="connsiteY1" fmla="*/ 605971 h 895572"/>
              <a:gd name="connsiteX2" fmla="*/ 724353 w 3665211"/>
              <a:gd name="connsiteY2" fmla="*/ 886505 h 895572"/>
              <a:gd name="connsiteX3" fmla="*/ 3345316 w 3665211"/>
              <a:gd name="connsiteY3" fmla="*/ 870856 h 895572"/>
              <a:gd name="connsiteX4" fmla="*/ 3664630 w 3665211"/>
              <a:gd name="connsiteY4" fmla="*/ 391885 h 895572"/>
              <a:gd name="connsiteX5" fmla="*/ 3381602 w 3665211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413442 w 3665222"/>
              <a:gd name="connsiteY0" fmla="*/ 0 h 895572"/>
              <a:gd name="connsiteX1" fmla="*/ 11 w 3665222"/>
              <a:gd name="connsiteY1" fmla="*/ 605971 h 895572"/>
              <a:gd name="connsiteX2" fmla="*/ 724364 w 3665222"/>
              <a:gd name="connsiteY2" fmla="*/ 886505 h 895572"/>
              <a:gd name="connsiteX3" fmla="*/ 3345327 w 3665222"/>
              <a:gd name="connsiteY3" fmla="*/ 870856 h 895572"/>
              <a:gd name="connsiteX4" fmla="*/ 3664641 w 3665222"/>
              <a:gd name="connsiteY4" fmla="*/ 391885 h 895572"/>
              <a:gd name="connsiteX5" fmla="*/ 3381613 w 3665222"/>
              <a:gd name="connsiteY5" fmla="*/ 50799 h 895572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5004 w 3665222"/>
              <a:gd name="connsiteY0" fmla="*/ 1 h 844773"/>
              <a:gd name="connsiteX1" fmla="*/ 11 w 3665222"/>
              <a:gd name="connsiteY1" fmla="*/ 555172 h 844773"/>
              <a:gd name="connsiteX2" fmla="*/ 724364 w 3665222"/>
              <a:gd name="connsiteY2" fmla="*/ 835706 h 844773"/>
              <a:gd name="connsiteX3" fmla="*/ 3345327 w 3665222"/>
              <a:gd name="connsiteY3" fmla="*/ 820057 h 844773"/>
              <a:gd name="connsiteX4" fmla="*/ 3664641 w 3665222"/>
              <a:gd name="connsiteY4" fmla="*/ 341086 h 844773"/>
              <a:gd name="connsiteX5" fmla="*/ 3381613 w 3665222"/>
              <a:gd name="connsiteY5" fmla="*/ 0 h 844773"/>
              <a:gd name="connsiteX0" fmla="*/ 218179 w 3668397"/>
              <a:gd name="connsiteY0" fmla="*/ 1 h 844773"/>
              <a:gd name="connsiteX1" fmla="*/ 11 w 3668397"/>
              <a:gd name="connsiteY1" fmla="*/ 463097 h 844773"/>
              <a:gd name="connsiteX2" fmla="*/ 727539 w 3668397"/>
              <a:gd name="connsiteY2" fmla="*/ 835706 h 844773"/>
              <a:gd name="connsiteX3" fmla="*/ 3348502 w 3668397"/>
              <a:gd name="connsiteY3" fmla="*/ 820057 h 844773"/>
              <a:gd name="connsiteX4" fmla="*/ 3667816 w 3668397"/>
              <a:gd name="connsiteY4" fmla="*/ 341086 h 844773"/>
              <a:gd name="connsiteX5" fmla="*/ 3384788 w 3668397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44773"/>
              <a:gd name="connsiteX1" fmla="*/ 0 w 3668386"/>
              <a:gd name="connsiteY1" fmla="*/ 463097 h 844773"/>
              <a:gd name="connsiteX2" fmla="*/ 727528 w 3668386"/>
              <a:gd name="connsiteY2" fmla="*/ 835706 h 844773"/>
              <a:gd name="connsiteX3" fmla="*/ 3348491 w 3668386"/>
              <a:gd name="connsiteY3" fmla="*/ 820057 h 844773"/>
              <a:gd name="connsiteX4" fmla="*/ 3667805 w 3668386"/>
              <a:gd name="connsiteY4" fmla="*/ 341086 h 844773"/>
              <a:gd name="connsiteX5" fmla="*/ 3384777 w 3668386"/>
              <a:gd name="connsiteY5" fmla="*/ 0 h 844773"/>
              <a:gd name="connsiteX0" fmla="*/ 218168 w 3668386"/>
              <a:gd name="connsiteY0" fmla="*/ 1 h 835738"/>
              <a:gd name="connsiteX1" fmla="*/ 0 w 3668386"/>
              <a:gd name="connsiteY1" fmla="*/ 463097 h 835738"/>
              <a:gd name="connsiteX2" fmla="*/ 727528 w 3668386"/>
              <a:gd name="connsiteY2" fmla="*/ 835706 h 835738"/>
              <a:gd name="connsiteX3" fmla="*/ 3348491 w 3668386"/>
              <a:gd name="connsiteY3" fmla="*/ 820057 h 835738"/>
              <a:gd name="connsiteX4" fmla="*/ 3667805 w 3668386"/>
              <a:gd name="connsiteY4" fmla="*/ 341086 h 835738"/>
              <a:gd name="connsiteX5" fmla="*/ 3384777 w 3668386"/>
              <a:gd name="connsiteY5" fmla="*/ 0 h 835738"/>
              <a:gd name="connsiteX0" fmla="*/ 218168 w 3680999"/>
              <a:gd name="connsiteY0" fmla="*/ 1 h 835738"/>
              <a:gd name="connsiteX1" fmla="*/ 0 w 3680999"/>
              <a:gd name="connsiteY1" fmla="*/ 463097 h 835738"/>
              <a:gd name="connsiteX2" fmla="*/ 727528 w 3680999"/>
              <a:gd name="connsiteY2" fmla="*/ 835706 h 835738"/>
              <a:gd name="connsiteX3" fmla="*/ 3348491 w 3680999"/>
              <a:gd name="connsiteY3" fmla="*/ 820057 h 835738"/>
              <a:gd name="connsiteX4" fmla="*/ 3680505 w 3680999"/>
              <a:gd name="connsiteY4" fmla="*/ 468086 h 835738"/>
              <a:gd name="connsiteX5" fmla="*/ 3384777 w 3680999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384777 w 3680505"/>
              <a:gd name="connsiteY5" fmla="*/ 0 h 83573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6351 h 842088"/>
              <a:gd name="connsiteX1" fmla="*/ 0 w 3680505"/>
              <a:gd name="connsiteY1" fmla="*/ 469447 h 842088"/>
              <a:gd name="connsiteX2" fmla="*/ 727528 w 3680505"/>
              <a:gd name="connsiteY2" fmla="*/ 842056 h 842088"/>
              <a:gd name="connsiteX3" fmla="*/ 3348491 w 3680505"/>
              <a:gd name="connsiteY3" fmla="*/ 826407 h 842088"/>
              <a:gd name="connsiteX4" fmla="*/ 3680505 w 3680505"/>
              <a:gd name="connsiteY4" fmla="*/ 474436 h 842088"/>
              <a:gd name="connsiteX5" fmla="*/ 3365727 w 3680505"/>
              <a:gd name="connsiteY5" fmla="*/ 0 h 84208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68086 h 835738"/>
              <a:gd name="connsiteX5" fmla="*/ 3416527 w 3680505"/>
              <a:gd name="connsiteY5" fmla="*/ 0 h 835738"/>
              <a:gd name="connsiteX0" fmla="*/ 218168 w 3680505"/>
              <a:gd name="connsiteY0" fmla="*/ 1 h 835738"/>
              <a:gd name="connsiteX1" fmla="*/ 0 w 3680505"/>
              <a:gd name="connsiteY1" fmla="*/ 463097 h 835738"/>
              <a:gd name="connsiteX2" fmla="*/ 727528 w 3680505"/>
              <a:gd name="connsiteY2" fmla="*/ 835706 h 835738"/>
              <a:gd name="connsiteX3" fmla="*/ 3348491 w 3680505"/>
              <a:gd name="connsiteY3" fmla="*/ 820057 h 835738"/>
              <a:gd name="connsiteX4" fmla="*/ 3680505 w 3680505"/>
              <a:gd name="connsiteY4" fmla="*/ 404586 h 835738"/>
              <a:gd name="connsiteX5" fmla="*/ 3416527 w 3680505"/>
              <a:gd name="connsiteY5" fmla="*/ 0 h 835738"/>
              <a:gd name="connsiteX0" fmla="*/ 237218 w 3699555"/>
              <a:gd name="connsiteY0" fmla="*/ 1 h 835708"/>
              <a:gd name="connsiteX1" fmla="*/ 0 w 3699555"/>
              <a:gd name="connsiteY1" fmla="*/ 386897 h 835708"/>
              <a:gd name="connsiteX2" fmla="*/ 746578 w 3699555"/>
              <a:gd name="connsiteY2" fmla="*/ 835706 h 835708"/>
              <a:gd name="connsiteX3" fmla="*/ 3367541 w 3699555"/>
              <a:gd name="connsiteY3" fmla="*/ 820057 h 835708"/>
              <a:gd name="connsiteX4" fmla="*/ 3699555 w 3699555"/>
              <a:gd name="connsiteY4" fmla="*/ 404586 h 835708"/>
              <a:gd name="connsiteX5" fmla="*/ 3435577 w 3699555"/>
              <a:gd name="connsiteY5" fmla="*/ 0 h 835708"/>
              <a:gd name="connsiteX0" fmla="*/ 237218 w 3699555"/>
              <a:gd name="connsiteY0" fmla="*/ 1 h 835707"/>
              <a:gd name="connsiteX1" fmla="*/ 0 w 3699555"/>
              <a:gd name="connsiteY1" fmla="*/ 386897 h 835707"/>
              <a:gd name="connsiteX2" fmla="*/ 746578 w 3699555"/>
              <a:gd name="connsiteY2" fmla="*/ 835706 h 835707"/>
              <a:gd name="connsiteX3" fmla="*/ 3367541 w 3699555"/>
              <a:gd name="connsiteY3" fmla="*/ 820057 h 835707"/>
              <a:gd name="connsiteX4" fmla="*/ 3699555 w 3699555"/>
              <a:gd name="connsiteY4" fmla="*/ 404586 h 835707"/>
              <a:gd name="connsiteX5" fmla="*/ 3435577 w 3699555"/>
              <a:gd name="connsiteY5" fmla="*/ 0 h 835707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7218 w 3699555"/>
              <a:gd name="connsiteY0" fmla="*/ 1 h 820224"/>
              <a:gd name="connsiteX1" fmla="*/ 0 w 3699555"/>
              <a:gd name="connsiteY1" fmla="*/ 386897 h 820224"/>
              <a:gd name="connsiteX2" fmla="*/ 587828 w 3699555"/>
              <a:gd name="connsiteY2" fmla="*/ 816656 h 820224"/>
              <a:gd name="connsiteX3" fmla="*/ 3367541 w 3699555"/>
              <a:gd name="connsiteY3" fmla="*/ 820057 h 820224"/>
              <a:gd name="connsiteX4" fmla="*/ 3699555 w 3699555"/>
              <a:gd name="connsiteY4" fmla="*/ 404586 h 820224"/>
              <a:gd name="connsiteX5" fmla="*/ 3435577 w 369955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30868 w 3693205"/>
              <a:gd name="connsiteY0" fmla="*/ 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224"/>
              <a:gd name="connsiteX1" fmla="*/ 0 w 3693205"/>
              <a:gd name="connsiteY1" fmla="*/ 393247 h 820224"/>
              <a:gd name="connsiteX2" fmla="*/ 581478 w 3693205"/>
              <a:gd name="connsiteY2" fmla="*/ 816656 h 820224"/>
              <a:gd name="connsiteX3" fmla="*/ 3361191 w 3693205"/>
              <a:gd name="connsiteY3" fmla="*/ 820057 h 820224"/>
              <a:gd name="connsiteX4" fmla="*/ 3693205 w 3693205"/>
              <a:gd name="connsiteY4" fmla="*/ 404586 h 820224"/>
              <a:gd name="connsiteX5" fmla="*/ 3429227 w 3693205"/>
              <a:gd name="connsiteY5" fmla="*/ 0 h 820224"/>
              <a:gd name="connsiteX0" fmla="*/ 256268 w 3693205"/>
              <a:gd name="connsiteY0" fmla="*/ 12701 h 820057"/>
              <a:gd name="connsiteX1" fmla="*/ 0 w 3693205"/>
              <a:gd name="connsiteY1" fmla="*/ 393247 h 820057"/>
              <a:gd name="connsiteX2" fmla="*/ 581478 w 3693205"/>
              <a:gd name="connsiteY2" fmla="*/ 816656 h 820057"/>
              <a:gd name="connsiteX3" fmla="*/ 3361191 w 3693205"/>
              <a:gd name="connsiteY3" fmla="*/ 820057 h 820057"/>
              <a:gd name="connsiteX4" fmla="*/ 3693205 w 3693205"/>
              <a:gd name="connsiteY4" fmla="*/ 404586 h 820057"/>
              <a:gd name="connsiteX5" fmla="*/ 3429227 w 3693205"/>
              <a:gd name="connsiteY5" fmla="*/ 0 h 820057"/>
              <a:gd name="connsiteX0" fmla="*/ 25626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173718 w 3693205"/>
              <a:gd name="connsiteY0" fmla="*/ 635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29227 w 3693205"/>
              <a:gd name="connsiteY5" fmla="*/ 0 h 823007"/>
              <a:gd name="connsiteX0" fmla="*/ 211818 w 3717524"/>
              <a:gd name="connsiteY0" fmla="*/ 6351 h 816657"/>
              <a:gd name="connsiteX1" fmla="*/ 0 w 3717524"/>
              <a:gd name="connsiteY1" fmla="*/ 386897 h 816657"/>
              <a:gd name="connsiteX2" fmla="*/ 486228 w 3717524"/>
              <a:gd name="connsiteY2" fmla="*/ 816656 h 816657"/>
              <a:gd name="connsiteX3" fmla="*/ 3361191 w 3717524"/>
              <a:gd name="connsiteY3" fmla="*/ 813707 h 816657"/>
              <a:gd name="connsiteX4" fmla="*/ 3693205 w 3717524"/>
              <a:gd name="connsiteY4" fmla="*/ 398236 h 816657"/>
              <a:gd name="connsiteX5" fmla="*/ 3587977 w 3717524"/>
              <a:gd name="connsiteY5" fmla="*/ 0 h 816657"/>
              <a:gd name="connsiteX0" fmla="*/ 211818 w 3697576"/>
              <a:gd name="connsiteY0" fmla="*/ 6351 h 816657"/>
              <a:gd name="connsiteX1" fmla="*/ 0 w 3697576"/>
              <a:gd name="connsiteY1" fmla="*/ 386897 h 816657"/>
              <a:gd name="connsiteX2" fmla="*/ 486228 w 3697576"/>
              <a:gd name="connsiteY2" fmla="*/ 816656 h 816657"/>
              <a:gd name="connsiteX3" fmla="*/ 3361191 w 3697576"/>
              <a:gd name="connsiteY3" fmla="*/ 813707 h 816657"/>
              <a:gd name="connsiteX4" fmla="*/ 3693205 w 3697576"/>
              <a:gd name="connsiteY4" fmla="*/ 398236 h 816657"/>
              <a:gd name="connsiteX5" fmla="*/ 3587977 w 3697576"/>
              <a:gd name="connsiteY5" fmla="*/ 0 h 816657"/>
              <a:gd name="connsiteX0" fmla="*/ 211818 w 3693205"/>
              <a:gd name="connsiteY0" fmla="*/ 12701 h 823007"/>
              <a:gd name="connsiteX1" fmla="*/ 0 w 3693205"/>
              <a:gd name="connsiteY1" fmla="*/ 393247 h 823007"/>
              <a:gd name="connsiteX2" fmla="*/ 486228 w 3693205"/>
              <a:gd name="connsiteY2" fmla="*/ 823006 h 823007"/>
              <a:gd name="connsiteX3" fmla="*/ 3361191 w 3693205"/>
              <a:gd name="connsiteY3" fmla="*/ 820057 h 823007"/>
              <a:gd name="connsiteX4" fmla="*/ 3693205 w 3693205"/>
              <a:gd name="connsiteY4" fmla="*/ 404586 h 823007"/>
              <a:gd name="connsiteX5" fmla="*/ 3486377 w 3693205"/>
              <a:gd name="connsiteY5" fmla="*/ 0 h 823007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259591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2701 h 827314"/>
              <a:gd name="connsiteX1" fmla="*/ 0 w 3693205"/>
              <a:gd name="connsiteY1" fmla="*/ 393247 h 827314"/>
              <a:gd name="connsiteX2" fmla="*/ 486228 w 3693205"/>
              <a:gd name="connsiteY2" fmla="*/ 823006 h 827314"/>
              <a:gd name="connsiteX3" fmla="*/ 3303134 w 3693205"/>
              <a:gd name="connsiteY3" fmla="*/ 827314 h 827314"/>
              <a:gd name="connsiteX4" fmla="*/ 3693205 w 3693205"/>
              <a:gd name="connsiteY4" fmla="*/ 404586 h 827314"/>
              <a:gd name="connsiteX5" fmla="*/ 3486377 w 3693205"/>
              <a:gd name="connsiteY5" fmla="*/ 0 h 827314"/>
              <a:gd name="connsiteX0" fmla="*/ 211818 w 3693205"/>
              <a:gd name="connsiteY0" fmla="*/ 19958 h 834571"/>
              <a:gd name="connsiteX1" fmla="*/ 0 w 3693205"/>
              <a:gd name="connsiteY1" fmla="*/ 400504 h 834571"/>
              <a:gd name="connsiteX2" fmla="*/ 486228 w 3693205"/>
              <a:gd name="connsiteY2" fmla="*/ 830263 h 834571"/>
              <a:gd name="connsiteX3" fmla="*/ 3303134 w 3693205"/>
              <a:gd name="connsiteY3" fmla="*/ 834571 h 834571"/>
              <a:gd name="connsiteX4" fmla="*/ 3693205 w 3693205"/>
              <a:gd name="connsiteY4" fmla="*/ 411843 h 834571"/>
              <a:gd name="connsiteX5" fmla="*/ 3457348 w 3693205"/>
              <a:gd name="connsiteY5" fmla="*/ 0 h 834571"/>
              <a:gd name="connsiteX0" fmla="*/ 241995 w 3723382"/>
              <a:gd name="connsiteY0" fmla="*/ 19958 h 834571"/>
              <a:gd name="connsiteX1" fmla="*/ 0 w 3723382"/>
              <a:gd name="connsiteY1" fmla="*/ 407761 h 834571"/>
              <a:gd name="connsiteX2" fmla="*/ 516405 w 3723382"/>
              <a:gd name="connsiteY2" fmla="*/ 830263 h 834571"/>
              <a:gd name="connsiteX3" fmla="*/ 3333311 w 3723382"/>
              <a:gd name="connsiteY3" fmla="*/ 834571 h 834571"/>
              <a:gd name="connsiteX4" fmla="*/ 3723382 w 3723382"/>
              <a:gd name="connsiteY4" fmla="*/ 411843 h 834571"/>
              <a:gd name="connsiteX5" fmla="*/ 3487525 w 3723382"/>
              <a:gd name="connsiteY5" fmla="*/ 0 h 834571"/>
              <a:gd name="connsiteX0" fmla="*/ 241995 w 3803865"/>
              <a:gd name="connsiteY0" fmla="*/ 19958 h 834571"/>
              <a:gd name="connsiteX1" fmla="*/ 0 w 3803865"/>
              <a:gd name="connsiteY1" fmla="*/ 407761 h 834571"/>
              <a:gd name="connsiteX2" fmla="*/ 516405 w 3803865"/>
              <a:gd name="connsiteY2" fmla="*/ 830263 h 834571"/>
              <a:gd name="connsiteX3" fmla="*/ 3333311 w 3803865"/>
              <a:gd name="connsiteY3" fmla="*/ 834571 h 834571"/>
              <a:gd name="connsiteX4" fmla="*/ 3803865 w 3803865"/>
              <a:gd name="connsiteY4" fmla="*/ 411843 h 834571"/>
              <a:gd name="connsiteX5" fmla="*/ 3487525 w 3803865"/>
              <a:gd name="connsiteY5" fmla="*/ 0 h 834571"/>
              <a:gd name="connsiteX0" fmla="*/ 282235 w 3844105"/>
              <a:gd name="connsiteY0" fmla="*/ 19958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  <a:gd name="connsiteX0" fmla="*/ 292298 w 3844105"/>
              <a:gd name="connsiteY0" fmla="*/ 5444 h 834571"/>
              <a:gd name="connsiteX1" fmla="*/ 0 w 3844105"/>
              <a:gd name="connsiteY1" fmla="*/ 407761 h 834571"/>
              <a:gd name="connsiteX2" fmla="*/ 556645 w 3844105"/>
              <a:gd name="connsiteY2" fmla="*/ 830263 h 834571"/>
              <a:gd name="connsiteX3" fmla="*/ 3373551 w 3844105"/>
              <a:gd name="connsiteY3" fmla="*/ 834571 h 834571"/>
              <a:gd name="connsiteX4" fmla="*/ 3844105 w 3844105"/>
              <a:gd name="connsiteY4" fmla="*/ 411843 h 834571"/>
              <a:gd name="connsiteX5" fmla="*/ 3527765 w 3844105"/>
              <a:gd name="connsiteY5" fmla="*/ 0 h 834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44105" h="834571">
                <a:moveTo>
                  <a:pt x="292298" y="5444"/>
                </a:moveTo>
                <a:cubicBezTo>
                  <a:pt x="173463" y="28123"/>
                  <a:pt x="16782" y="197984"/>
                  <a:pt x="0" y="407761"/>
                </a:cubicBezTo>
                <a:cubicBezTo>
                  <a:pt x="11565" y="658811"/>
                  <a:pt x="262807" y="830792"/>
                  <a:pt x="556645" y="830263"/>
                </a:cubicBezTo>
                <a:lnTo>
                  <a:pt x="3373551" y="834571"/>
                </a:lnTo>
                <a:cubicBezTo>
                  <a:pt x="3661115" y="822778"/>
                  <a:pt x="3832312" y="605065"/>
                  <a:pt x="3844105" y="411843"/>
                </a:cubicBezTo>
                <a:cubicBezTo>
                  <a:pt x="3835941" y="193826"/>
                  <a:pt x="3683794" y="12699"/>
                  <a:pt x="3527765" y="0"/>
                </a:cubicBezTo>
              </a:path>
            </a:pathLst>
          </a:custGeom>
          <a:solidFill>
            <a:schemeClr val="accent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: abgerundete Ecken 16">
            <a:extLst>
              <a:ext uri="{FF2B5EF4-FFF2-40B4-BE49-F238E27FC236}">
                <a16:creationId xmlns:a16="http://schemas.microsoft.com/office/drawing/2014/main" id="{87130807-8DB4-7C23-B72C-2CA7B94227A9}"/>
              </a:ext>
            </a:extLst>
          </p:cNvPr>
          <p:cNvSpPr/>
          <p:nvPr/>
        </p:nvSpPr>
        <p:spPr>
          <a:xfrm>
            <a:off x="8418876" y="155338"/>
            <a:ext cx="1821972" cy="465350"/>
          </a:xfrm>
          <a:prstGeom prst="round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B1983C76-CFEC-7ACC-5272-A7D41D1261E1}"/>
              </a:ext>
            </a:extLst>
          </p:cNvPr>
          <p:cNvSpPr txBox="1"/>
          <p:nvPr/>
        </p:nvSpPr>
        <p:spPr>
          <a:xfrm>
            <a:off x="7520834" y="68136"/>
            <a:ext cx="8450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dirty="0" err="1"/>
              <a:t>logged</a:t>
            </a:r>
            <a:endParaRPr lang="de-DE" dirty="0"/>
          </a:p>
          <a:p>
            <a:pPr algn="r"/>
            <a:r>
              <a:rPr lang="de-DE" dirty="0"/>
              <a:t>in </a:t>
            </a:r>
            <a:r>
              <a:rPr lang="de-DE" dirty="0" err="1"/>
              <a:t>as</a:t>
            </a:r>
            <a:r>
              <a:rPr lang="de-DE" dirty="0"/>
              <a:t> </a:t>
            </a:r>
          </a:p>
        </p:txBody>
      </p:sp>
      <p:sp>
        <p:nvSpPr>
          <p:cNvPr id="21" name="Rechteck: abgerundete Ecken 20">
            <a:extLst>
              <a:ext uri="{FF2B5EF4-FFF2-40B4-BE49-F238E27FC236}">
                <a16:creationId xmlns:a16="http://schemas.microsoft.com/office/drawing/2014/main" id="{25397D63-BE9A-EFF8-4CD3-B8B707F5A43C}"/>
              </a:ext>
            </a:extLst>
          </p:cNvPr>
          <p:cNvSpPr/>
          <p:nvPr/>
        </p:nvSpPr>
        <p:spPr>
          <a:xfrm>
            <a:off x="5253110" y="1189092"/>
            <a:ext cx="1117164" cy="4320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Stop</a:t>
            </a:r>
            <a:endParaRPr kumimoji="0" lang="de-DE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2" name="Rechteck: abgerundete Ecken 21">
            <a:extLst>
              <a:ext uri="{FF2B5EF4-FFF2-40B4-BE49-F238E27FC236}">
                <a16:creationId xmlns:a16="http://schemas.microsoft.com/office/drawing/2014/main" id="{72CDDA83-7586-0D7A-EFF7-50326E27DA75}"/>
              </a:ext>
            </a:extLst>
          </p:cNvPr>
          <p:cNvSpPr/>
          <p:nvPr/>
        </p:nvSpPr>
        <p:spPr>
          <a:xfrm>
            <a:off x="6548368" y="1565023"/>
            <a:ext cx="1117164" cy="4320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Start</a:t>
            </a:r>
          </a:p>
        </p:txBody>
      </p:sp>
      <p:sp>
        <p:nvSpPr>
          <p:cNvPr id="23" name="Rechteck: abgerundete Ecken 22">
            <a:extLst>
              <a:ext uri="{FF2B5EF4-FFF2-40B4-BE49-F238E27FC236}">
                <a16:creationId xmlns:a16="http://schemas.microsoft.com/office/drawing/2014/main" id="{09C6EEF9-A547-5BDD-9AB3-01BD97B40131}"/>
              </a:ext>
            </a:extLst>
          </p:cNvPr>
          <p:cNvSpPr/>
          <p:nvPr/>
        </p:nvSpPr>
        <p:spPr>
          <a:xfrm>
            <a:off x="7859156" y="1564732"/>
            <a:ext cx="1909252" cy="43204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34925" cmpd="thickThin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Stop</a:t>
            </a:r>
            <a:r>
              <a:rPr kumimoji="0" lang="de-DE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and Restart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A0F10453-ADCC-A773-FB15-3BBBF871FB2A}"/>
              </a:ext>
            </a:extLst>
          </p:cNvPr>
          <p:cNvSpPr txBox="1"/>
          <p:nvPr/>
        </p:nvSpPr>
        <p:spPr>
          <a:xfrm>
            <a:off x="1131908" y="569070"/>
            <a:ext cx="99668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000" dirty="0" err="1"/>
              <a:t>Started</a:t>
            </a:r>
            <a:endParaRPr lang="de-DE" sz="2000" dirty="0"/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F0E9B7DF-8F3B-8DCD-8D87-2CA17B2FCA0E}"/>
              </a:ext>
            </a:extLst>
          </p:cNvPr>
          <p:cNvSpPr txBox="1"/>
          <p:nvPr/>
        </p:nvSpPr>
        <p:spPr>
          <a:xfrm>
            <a:off x="4481336" y="580618"/>
            <a:ext cx="11233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000" dirty="0" err="1"/>
              <a:t>Finished</a:t>
            </a:r>
            <a:endParaRPr lang="de-DE" sz="2000" dirty="0"/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B2C1E7BE-656A-6284-9E38-4E2A1C590744}"/>
              </a:ext>
            </a:extLst>
          </p:cNvPr>
          <p:cNvSpPr txBox="1"/>
          <p:nvPr/>
        </p:nvSpPr>
        <p:spPr>
          <a:xfrm>
            <a:off x="3864855" y="1139497"/>
            <a:ext cx="10791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2000" dirty="0" err="1"/>
              <a:t>Elapsed</a:t>
            </a:r>
            <a:endParaRPr lang="de-DE" sz="2000" dirty="0"/>
          </a:p>
        </p:txBody>
      </p:sp>
      <p:sp>
        <p:nvSpPr>
          <p:cNvPr id="31" name="Rechteck: abgerundete Ecken 30">
            <a:extLst>
              <a:ext uri="{FF2B5EF4-FFF2-40B4-BE49-F238E27FC236}">
                <a16:creationId xmlns:a16="http://schemas.microsoft.com/office/drawing/2014/main" id="{A7A76F95-112B-4801-A471-F755051FEEA5}"/>
              </a:ext>
            </a:extLst>
          </p:cNvPr>
          <p:cNvSpPr/>
          <p:nvPr/>
        </p:nvSpPr>
        <p:spPr>
          <a:xfrm>
            <a:off x="3284590" y="2563812"/>
            <a:ext cx="7481147" cy="3963375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Rechteck: abgerundete Ecken 31">
            <a:extLst>
              <a:ext uri="{FF2B5EF4-FFF2-40B4-BE49-F238E27FC236}">
                <a16:creationId xmlns:a16="http://schemas.microsoft.com/office/drawing/2014/main" id="{1A50835F-2B8E-FFCE-6BDD-DD2A24B7D66A}"/>
              </a:ext>
            </a:extLst>
          </p:cNvPr>
          <p:cNvSpPr/>
          <p:nvPr/>
        </p:nvSpPr>
        <p:spPr>
          <a:xfrm>
            <a:off x="2821903" y="1087846"/>
            <a:ext cx="1072107" cy="43341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4" name="Rechteck: abgerundete Ecken 33">
            <a:extLst>
              <a:ext uri="{FF2B5EF4-FFF2-40B4-BE49-F238E27FC236}">
                <a16:creationId xmlns:a16="http://schemas.microsoft.com/office/drawing/2014/main" id="{0D02E8FB-36CE-4970-384C-D22BC3528397}"/>
              </a:ext>
            </a:extLst>
          </p:cNvPr>
          <p:cNvSpPr/>
          <p:nvPr/>
        </p:nvSpPr>
        <p:spPr>
          <a:xfrm>
            <a:off x="2151693" y="547316"/>
            <a:ext cx="1072107" cy="43341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5" name="Rechteck: abgerundete Ecken 34">
            <a:extLst>
              <a:ext uri="{FF2B5EF4-FFF2-40B4-BE49-F238E27FC236}">
                <a16:creationId xmlns:a16="http://schemas.microsoft.com/office/drawing/2014/main" id="{9A30AC77-0BDC-EB75-117A-650D4D57ECB6}"/>
              </a:ext>
            </a:extLst>
          </p:cNvPr>
          <p:cNvSpPr/>
          <p:nvPr/>
        </p:nvSpPr>
        <p:spPr>
          <a:xfrm>
            <a:off x="3386584" y="542197"/>
            <a:ext cx="1072107" cy="433412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0885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Breitbild</PresentationFormat>
  <Paragraphs>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Lehnert, Alexander (BBWDDTN)</dc:creator>
  <cp:lastModifiedBy>Lehnert, Alexander (BBWDDTN)</cp:lastModifiedBy>
  <cp:revision>6</cp:revision>
  <dcterms:created xsi:type="dcterms:W3CDTF">2025-08-11T14:40:32Z</dcterms:created>
  <dcterms:modified xsi:type="dcterms:W3CDTF">2025-08-11T16:13:37Z</dcterms:modified>
</cp:coreProperties>
</file>