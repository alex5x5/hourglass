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8C2157-B220-F4BA-33B4-DC2876FC3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12EE27-3B0F-9768-27ED-112725E79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5DE2C6-6017-2A26-30AE-9F611C9D3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0E65F-7914-4F0C-AB2F-1475266D49A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659DE1-8E37-1E0F-40CC-1B68A64C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582ACE-82B5-B4D9-788F-D2E3D48A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3743-319C-4DF5-9B98-2E34E7374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7789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4F1369-4B46-A20C-DB5B-A825D2886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F39D65-5186-5685-F564-0B9CCD9B7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6ECCAB-25B4-B8DA-6B32-2E95E877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0E65F-7914-4F0C-AB2F-1475266D49A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AB6814-93E5-885C-EA34-9C2441FC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90458-510F-479C-E2B1-EB6A2194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3743-319C-4DF5-9B98-2E34E7374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605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0924D9-9B83-DEEE-EE8D-0230E874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88E925-94BB-1F02-41D9-6EE1C3D0F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BB464D-1566-EE57-2F78-BF8D4AAF8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0E65F-7914-4F0C-AB2F-1475266D49A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7E8D1E-15B4-A76E-000F-14899F69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DA28A4-18A7-BC5B-9238-049522E4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3743-319C-4DF5-9B98-2E34E7374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2920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9B478-7256-243D-F04D-6AF34B65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323CB7-4E8D-0999-EF02-0C1626698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E341F4-E648-E22A-AD1C-0551F7513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25D399-778C-BBF5-03A5-6DBE1F67B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0E65F-7914-4F0C-AB2F-1475266D49A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A9B52A-1D11-EAF5-DA20-27DD2A4F6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2014E4-73D1-72C9-FCCF-0EE44EC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3743-319C-4DF5-9B98-2E34E7374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240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7EB34B-8D29-6C35-4658-C9D93B83B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2FCC82-5E92-C1D2-37BE-81BBED66E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9EA74C6-94DA-5B16-3C05-16180261A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2280ABC-758F-6200-8223-2F09E38B3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C9D713C-7F1B-3A9B-B865-35E45344C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B824DF5-F952-3DDB-A8C0-E79A4ED2F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0E65F-7914-4F0C-AB2F-1475266D49A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2D8325-3404-EDAE-114C-4D2181C93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C6463A-7DBB-2EEF-3F90-DC46577D4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3743-319C-4DF5-9B98-2E34E7374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442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22C2BB-DA82-96A6-BEA2-D68FB86B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445239-E4C8-E0CD-B4B0-592CA89C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0E65F-7914-4F0C-AB2F-1475266D49A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8104C3-20D5-2C54-F398-5C96BA9AA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8487E-16DA-AFBF-2B76-62817DD8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3743-319C-4DF5-9B98-2E34E7374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5853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991D017-031D-FABD-1A89-B68685CD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0E65F-7914-4F0C-AB2F-1475266D49A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010102F-FAB0-09BE-F1B6-9172126D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5CD57A-F109-C0C2-54E3-690D2F2C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3743-319C-4DF5-9B98-2E34E7374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61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F83F3E-9AFE-13BD-75A4-A0DD96E54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17B2E4-68F6-4E52-67C9-EBA1936AD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1B6B0C-F368-CE2E-D017-0C06D23DD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4000CF-BA30-783F-7490-7A09000D3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0E65F-7914-4F0C-AB2F-1475266D49A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00B480-41F0-634E-052B-402CFC05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7B64F0-7B4D-85F4-58B9-0296FE9A9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3743-319C-4DF5-9B98-2E34E7374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0704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1381B3-AE43-AD23-F535-1D29A1583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E5410F-9D3A-2A97-9F02-3DA663391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48E49D-0717-6E5F-551F-DBCFB5837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68C0AA-DBD7-EB7B-C4CF-BE649EBD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0E65F-7914-4F0C-AB2F-1475266D49A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DFA061-57C6-A619-B3C7-C3AD42C0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EF0C77-8EFC-6CAD-2A5A-9244CF66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3743-319C-4DF5-9B98-2E34E7374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2172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77E62-9280-4DC0-4470-52C902BC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418C66D-64F4-F803-BC66-069BFDB27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297796-5258-C9DD-D857-FD8469A8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0E65F-7914-4F0C-AB2F-1475266D49A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1A070F-3F33-3CBD-7978-0012446CA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D9B2F2-4BE1-A410-1DCA-B1A432D2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3743-319C-4DF5-9B98-2E34E7374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545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D762F03-C8A4-EF82-04BA-E1B8EA15F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7CFAF22-9EB1-CFA1-0561-FD1A40212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E5A94D-B376-F5D9-318A-1D9C641D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0E65F-7914-4F0C-AB2F-1475266D49A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AEFA1E-EE37-CC6B-FBC6-5206A2071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1BD9D7-54A3-6274-D762-287508C69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3743-319C-4DF5-9B98-2E34E7374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66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2CB4D96-FE17-0F46-F466-02D2DE90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B65C96-59BD-97C5-C8A4-D38E32BC5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44749A-9A2C-E9AE-0F33-F9E1358AA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50E65F-7914-4F0C-AB2F-1475266D49A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FB21FC-A266-C84A-E192-B5A75B43A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B0AD29-15A9-7078-D847-A97F0BC68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73743-319C-4DF5-9B98-2E34E7374F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10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C4E38F1C-780B-366F-A922-8A90EF20BD60}"/>
              </a:ext>
            </a:extLst>
          </p:cNvPr>
          <p:cNvSpPr/>
          <p:nvPr/>
        </p:nvSpPr>
        <p:spPr>
          <a:xfrm>
            <a:off x="4572000" y="1626669"/>
            <a:ext cx="2906829" cy="39848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0F3E0E7-BF2D-1725-CBD7-DBFDBEDD2852}"/>
              </a:ext>
            </a:extLst>
          </p:cNvPr>
          <p:cNvSpPr/>
          <p:nvPr/>
        </p:nvSpPr>
        <p:spPr>
          <a:xfrm>
            <a:off x="5207000" y="2116667"/>
            <a:ext cx="1659467" cy="3048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1830552-AE37-6DB5-483D-C78D86843337}"/>
              </a:ext>
            </a:extLst>
          </p:cNvPr>
          <p:cNvSpPr/>
          <p:nvPr/>
        </p:nvSpPr>
        <p:spPr>
          <a:xfrm>
            <a:off x="5207000" y="2606665"/>
            <a:ext cx="1659467" cy="3048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D4EB6F2-8839-B8FD-A9E6-451233352314}"/>
              </a:ext>
            </a:extLst>
          </p:cNvPr>
          <p:cNvSpPr/>
          <p:nvPr/>
        </p:nvSpPr>
        <p:spPr>
          <a:xfrm>
            <a:off x="5207000" y="3071263"/>
            <a:ext cx="1659467" cy="3048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81C9AA1-8240-D5F5-A60F-E5FECD51C92D}"/>
              </a:ext>
            </a:extLst>
          </p:cNvPr>
          <p:cNvSpPr/>
          <p:nvPr/>
        </p:nvSpPr>
        <p:spPr>
          <a:xfrm>
            <a:off x="5207000" y="3550296"/>
            <a:ext cx="1659467" cy="3048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4533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E86FC23-1883-F75A-7F9F-3E000618B7F0}"/>
              </a:ext>
            </a:extLst>
          </p:cNvPr>
          <p:cNvSpPr/>
          <p:nvPr/>
        </p:nvSpPr>
        <p:spPr>
          <a:xfrm>
            <a:off x="2142068" y="2073345"/>
            <a:ext cx="8676536" cy="4160626"/>
          </a:xfrm>
          <a:prstGeom prst="roundRect">
            <a:avLst>
              <a:gd name="adj" fmla="val 2035"/>
            </a:avLst>
          </a:prstGeom>
          <a:solidFill>
            <a:schemeClr val="bg1">
              <a:lumMod val="8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9BEBBCBB-CD67-98C4-06E3-3D3E1D07C325}"/>
              </a:ext>
            </a:extLst>
          </p:cNvPr>
          <p:cNvSpPr/>
          <p:nvPr/>
        </p:nvSpPr>
        <p:spPr>
          <a:xfrm>
            <a:off x="11243731" y="2670475"/>
            <a:ext cx="567267" cy="550334"/>
          </a:xfrm>
          <a:prstGeom prst="roundRect">
            <a:avLst>
              <a:gd name="adj" fmla="val 120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13DFEA2-5B5C-10D0-9BED-2B3373588695}"/>
              </a:ext>
            </a:extLst>
          </p:cNvPr>
          <p:cNvSpPr/>
          <p:nvPr/>
        </p:nvSpPr>
        <p:spPr>
          <a:xfrm>
            <a:off x="11243732" y="3462866"/>
            <a:ext cx="567267" cy="550334"/>
          </a:xfrm>
          <a:prstGeom prst="roundRect">
            <a:avLst>
              <a:gd name="adj" fmla="val 120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A11584F-4549-788D-25B5-0A5C36920C6E}"/>
              </a:ext>
            </a:extLst>
          </p:cNvPr>
          <p:cNvSpPr/>
          <p:nvPr/>
        </p:nvSpPr>
        <p:spPr>
          <a:xfrm>
            <a:off x="11243731" y="4255257"/>
            <a:ext cx="567267" cy="550334"/>
          </a:xfrm>
          <a:prstGeom prst="roundRect">
            <a:avLst>
              <a:gd name="adj" fmla="val 120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BBBE8C29-1013-0019-3791-FD81C4F27530}"/>
              </a:ext>
            </a:extLst>
          </p:cNvPr>
          <p:cNvSpPr/>
          <p:nvPr/>
        </p:nvSpPr>
        <p:spPr>
          <a:xfrm>
            <a:off x="11243731" y="4984379"/>
            <a:ext cx="567267" cy="550334"/>
          </a:xfrm>
          <a:prstGeom prst="roundRect">
            <a:avLst>
              <a:gd name="adj" fmla="val 120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19F9953-BF29-D55B-1A8E-F719420B3046}"/>
              </a:ext>
            </a:extLst>
          </p:cNvPr>
          <p:cNvSpPr/>
          <p:nvPr/>
        </p:nvSpPr>
        <p:spPr>
          <a:xfrm>
            <a:off x="3870163" y="1503324"/>
            <a:ext cx="1269103" cy="397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4DC253C-12C2-6362-C071-0083E99DBC78}"/>
              </a:ext>
            </a:extLst>
          </p:cNvPr>
          <p:cNvSpPr/>
          <p:nvPr/>
        </p:nvSpPr>
        <p:spPr>
          <a:xfrm>
            <a:off x="2142068" y="1503325"/>
            <a:ext cx="1346199" cy="397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671735B-B332-6B9A-E0FA-6362341D96F8}"/>
              </a:ext>
            </a:extLst>
          </p:cNvPr>
          <p:cNvSpPr/>
          <p:nvPr/>
        </p:nvSpPr>
        <p:spPr>
          <a:xfrm>
            <a:off x="5520267" y="1503324"/>
            <a:ext cx="1337733" cy="397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478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Lehnert, Alexander (BBWDDTN)</dc:creator>
  <cp:lastModifiedBy>Lehnert, Alexander (BBWDDTN)</cp:lastModifiedBy>
  <cp:revision>1</cp:revision>
  <dcterms:created xsi:type="dcterms:W3CDTF">2025-09-26T07:16:20Z</dcterms:created>
  <dcterms:modified xsi:type="dcterms:W3CDTF">2025-09-26T10:28:25Z</dcterms:modified>
</cp:coreProperties>
</file>