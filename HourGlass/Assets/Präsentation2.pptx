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AD1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>
      <p:cViewPr varScale="1">
        <p:scale>
          <a:sx n="106" d="100"/>
          <a:sy n="106" d="100"/>
        </p:scale>
        <p:origin x="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1F869A-F58C-F820-1A14-15E5116FF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ED65FDE-FB32-86F9-838F-C36338BF93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4DC1C7-C777-3B4C-F172-A923A18AC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98C9A1-4134-F545-F5DB-220E7C077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5EE29-9D75-2FB0-F91D-D470C8509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7893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4B4B12-1E63-7468-B107-2473FE279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D94C36-2269-E7E2-4B89-89E04C555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8B7BAE-E6FE-5CA0-02F8-427EFA83A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8A6A1B-D495-EF39-DB6B-5A66E9D96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BC42C9-FCC9-48C2-1A8E-A880FF1E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1432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3F6E68-149C-4334-91B3-DB9565029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D89079C-DCFD-48EB-9A99-B49CE40C3A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864E07-476E-1B9F-3492-0CBE2292B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CF8287-73C8-CCC4-8DDD-055D0AE31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55B0AB9-BA0F-FC96-30E2-BD49E3F7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221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836751-6980-17B6-87CD-9603C0220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86DFA0-E0DC-EB2B-3D78-A445C8DDE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688BF1F-0636-EFC7-3BAB-2FC2B87874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C0F7F5-C0A2-AF25-EFF4-2BB547013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B294B56-DD66-6111-99C1-925AF6EE4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05B02A-A276-00EB-7A17-1F71678AE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8231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C9BABA-0EF5-4B20-298B-334FDF68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D51543-CBA8-DA8C-B8AD-7FFCCC266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B257BF-1301-1128-6B0F-1B2B20345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7D7FF66-DC10-9F40-602D-F78687F5FD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CD8469-4A3B-F980-AB07-C86C17958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C2372AA-C8DE-89BF-FA64-5A27C8584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4C805A8-1B84-69AA-D34A-955CFF339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DDF6E42-97A8-A408-4A49-407536793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7749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9AFC99-A50F-6EB5-9D2D-F6647A484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1AF024D-66D4-BFC3-F7BD-FFDAF0F2D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4590886-92F8-C4A3-4635-8365C2731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885B1F2-6FD2-1588-1ABF-CE2A3E2A5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76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07A0DC-0617-FCB6-C828-B60824F5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EDDF694-2C40-E2CF-363F-ECE5BCDA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C73358-C692-1766-B6A0-1B123A844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6091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29211B-BA8B-AFE4-5FF0-9116AE5ED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314C49-DDA1-52D7-6F21-DFE241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804269-4883-2878-67A0-A5F76AC0F1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2B335DD-99AF-006D-26EC-CA72C721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84F906E-0C34-A5A3-33C4-43F8F69B7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7612D4-28BE-8F5C-8841-16A763F26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C88CA5-7AA0-9B1B-FDA5-EADF6CAD8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AB265DD-16D2-06FE-C2C5-EB26092323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79D9692-673F-C255-0A01-7D05420C4B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15B8D31-108A-8064-7072-62D3DFB99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0D9504-2BD4-B780-2E40-80F0E6DCB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CA7707-09FF-0DAD-1944-67E6DB9C1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5584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BA67FC-BFD3-D737-212A-CFF858871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B2C258F-F914-1CF4-8FCC-5ED3343498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EE5140-2D78-764F-4646-E31F2936C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D66D6B-3E5D-8697-A73A-66256BDA3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CB9B48-5966-87FD-5799-ACA604642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2836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0A04AC7-37DA-B1BC-52A0-6862598D4F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2F189A8-75D1-9978-E87C-C9DFEAE3D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921CC6-851F-A9EE-0F8E-94E25367D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67CD2A-AAFD-7250-7B2C-63C899815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48B050-DF47-AB29-5142-C665FADFE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9141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FBDCE01-42DB-9741-7C9D-4F0D5DFF5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121591-093D-1237-A252-11EE1EEDD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A5D621-A50A-813E-DEF7-36FB91077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ECEF7-B6E9-49C4-83BF-168FC5D45A15}" type="datetimeFigureOut">
              <a:rPr lang="de-DE" smtClean="0"/>
              <a:t>22.08.2025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6AB0FC-519D-C3A4-1EC1-10EB4B3C38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56957D-C573-BA0D-CAB8-774DD76AF3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8305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B85B9A3-64C5-4F81-9DFF-35058B4010AE}"/>
              </a:ext>
            </a:extLst>
          </p:cNvPr>
          <p:cNvSpPr/>
          <p:nvPr/>
        </p:nvSpPr>
        <p:spPr>
          <a:xfrm>
            <a:off x="-14535" y="-27384"/>
            <a:ext cx="2927648" cy="68853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F9A6DC7B-26C0-2E74-5114-F5A3CE990326}"/>
              </a:ext>
            </a:extLst>
          </p:cNvPr>
          <p:cNvSpPr/>
          <p:nvPr/>
        </p:nvSpPr>
        <p:spPr>
          <a:xfrm rot="762231" flipV="1">
            <a:off x="-57361" y="2783622"/>
            <a:ext cx="3012772" cy="331255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C577401A-1477-A126-9112-944A54658FB0}"/>
              </a:ext>
            </a:extLst>
          </p:cNvPr>
          <p:cNvSpPr/>
          <p:nvPr/>
        </p:nvSpPr>
        <p:spPr>
          <a:xfrm>
            <a:off x="344156" y="330813"/>
            <a:ext cx="9777396" cy="3779610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777396" h="3779610">
                <a:moveTo>
                  <a:pt x="2191479" y="3779610"/>
                </a:moveTo>
                <a:cubicBezTo>
                  <a:pt x="2190572" y="3513515"/>
                  <a:pt x="2190876" y="3187699"/>
                  <a:pt x="2189213" y="2590799"/>
                </a:cubicBezTo>
                <a:cubicBezTo>
                  <a:pt x="2200250" y="2025649"/>
                  <a:pt x="2230032" y="1364342"/>
                  <a:pt x="3060976" y="1357085"/>
                </a:cubicBezTo>
                <a:lnTo>
                  <a:pt x="4018921" y="1349829"/>
                </a:lnTo>
                <a:cubicBezTo>
                  <a:pt x="4739797" y="1371600"/>
                  <a:pt x="5230894" y="1871158"/>
                  <a:pt x="6217833" y="1857828"/>
                </a:cubicBez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A511603D-BBAF-CB66-716D-C2109878851E}"/>
              </a:ext>
            </a:extLst>
          </p:cNvPr>
          <p:cNvSpPr/>
          <p:nvPr/>
        </p:nvSpPr>
        <p:spPr>
          <a:xfrm>
            <a:off x="7391016" y="-27384"/>
            <a:ext cx="4019776" cy="836385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F8B0971-B02E-D097-9C2D-5FB5D1DE2451}"/>
              </a:ext>
            </a:extLst>
          </p:cNvPr>
          <p:cNvSpPr/>
          <p:nvPr/>
        </p:nvSpPr>
        <p:spPr>
          <a:xfrm rot="5400000">
            <a:off x="10420073" y="3987454"/>
            <a:ext cx="2773156" cy="83457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87130807-8DB4-7C23-B72C-2CA7B94227A9}"/>
              </a:ext>
            </a:extLst>
          </p:cNvPr>
          <p:cNvSpPr/>
          <p:nvPr/>
        </p:nvSpPr>
        <p:spPr>
          <a:xfrm>
            <a:off x="8418876" y="155338"/>
            <a:ext cx="1821972" cy="46535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1983C76-CFEC-7ACC-5272-A7D41D1261E1}"/>
              </a:ext>
            </a:extLst>
          </p:cNvPr>
          <p:cNvSpPr txBox="1"/>
          <p:nvPr/>
        </p:nvSpPr>
        <p:spPr>
          <a:xfrm>
            <a:off x="7520834" y="68136"/>
            <a:ext cx="8450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 err="1"/>
              <a:t>logged</a:t>
            </a:r>
            <a:endParaRPr lang="de-DE" dirty="0"/>
          </a:p>
          <a:p>
            <a:pPr algn="r"/>
            <a:r>
              <a:rPr lang="de-DE" dirty="0"/>
              <a:t>in </a:t>
            </a:r>
            <a:r>
              <a:rPr lang="de-DE" dirty="0" err="1"/>
              <a:t>as</a:t>
            </a:r>
            <a:r>
              <a:rPr lang="de-DE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25397D63-BE9A-EFF8-4CD3-B8B707F5A43C}"/>
              </a:ext>
            </a:extLst>
          </p:cNvPr>
          <p:cNvSpPr/>
          <p:nvPr/>
        </p:nvSpPr>
        <p:spPr>
          <a:xfrm>
            <a:off x="5253110" y="1189092"/>
            <a:ext cx="1117164" cy="43204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Stop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2CDDA83-7586-0D7A-EFF7-50326E27DA75}"/>
              </a:ext>
            </a:extLst>
          </p:cNvPr>
          <p:cNvSpPr/>
          <p:nvPr/>
        </p:nvSpPr>
        <p:spPr>
          <a:xfrm>
            <a:off x="6548368" y="1565023"/>
            <a:ext cx="1117164" cy="43204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Start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09C6EEF9-A547-5BDD-9AB3-01BD97B40131}"/>
              </a:ext>
            </a:extLst>
          </p:cNvPr>
          <p:cNvSpPr/>
          <p:nvPr/>
        </p:nvSpPr>
        <p:spPr>
          <a:xfrm>
            <a:off x="7859156" y="1564732"/>
            <a:ext cx="1909252" cy="43204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Stop</a:t>
            </a: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A7A76F95-112B-4801-A471-F755051FEEA5}"/>
              </a:ext>
            </a:extLst>
          </p:cNvPr>
          <p:cNvSpPr/>
          <p:nvPr/>
        </p:nvSpPr>
        <p:spPr>
          <a:xfrm>
            <a:off x="3284590" y="2563812"/>
            <a:ext cx="7481147" cy="3963375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988086A-7A8B-530B-1423-80074AF67CC6}"/>
              </a:ext>
            </a:extLst>
          </p:cNvPr>
          <p:cNvSpPr txBox="1"/>
          <p:nvPr/>
        </p:nvSpPr>
        <p:spPr>
          <a:xfrm>
            <a:off x="973717" y="638421"/>
            <a:ext cx="9966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000" dirty="0" err="1"/>
              <a:t>Started</a:t>
            </a:r>
            <a:endParaRPr lang="de-DE" sz="20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4637DFB-1931-C8B2-4ED7-3488616F89E3}"/>
              </a:ext>
            </a:extLst>
          </p:cNvPr>
          <p:cNvSpPr txBox="1"/>
          <p:nvPr/>
        </p:nvSpPr>
        <p:spPr>
          <a:xfrm>
            <a:off x="4855205" y="648739"/>
            <a:ext cx="1123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000" dirty="0" err="1"/>
              <a:t>Finished</a:t>
            </a:r>
            <a:endParaRPr lang="de-DE" sz="2000" dirty="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F97B461-7A76-4AD6-7E89-513382847C66}"/>
              </a:ext>
            </a:extLst>
          </p:cNvPr>
          <p:cNvSpPr txBox="1"/>
          <p:nvPr/>
        </p:nvSpPr>
        <p:spPr>
          <a:xfrm>
            <a:off x="3846386" y="1180746"/>
            <a:ext cx="10791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000" dirty="0" err="1"/>
              <a:t>Elapsed</a:t>
            </a:r>
            <a:endParaRPr lang="de-DE" sz="2000" dirty="0"/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BA8B491E-694F-ED9B-2FC1-FE02D10941E4}"/>
              </a:ext>
            </a:extLst>
          </p:cNvPr>
          <p:cNvSpPr/>
          <p:nvPr/>
        </p:nvSpPr>
        <p:spPr>
          <a:xfrm>
            <a:off x="2505012" y="1141244"/>
            <a:ext cx="1368958" cy="4334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F0D1D8F6-26A4-B117-A1C8-0A8607A3BFC3}"/>
              </a:ext>
            </a:extLst>
          </p:cNvPr>
          <p:cNvSpPr/>
          <p:nvPr/>
        </p:nvSpPr>
        <p:spPr>
          <a:xfrm>
            <a:off x="1990736" y="613308"/>
            <a:ext cx="1368959" cy="4334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F2806627-E732-BBB9-3BEB-34E0B8C3703A}"/>
              </a:ext>
            </a:extLst>
          </p:cNvPr>
          <p:cNvSpPr/>
          <p:nvPr/>
        </p:nvSpPr>
        <p:spPr>
          <a:xfrm>
            <a:off x="10481792" y="80909"/>
            <a:ext cx="612849" cy="597835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CB631800-5376-07EC-909C-A0DE5A0CCDE5}"/>
              </a:ext>
            </a:extLst>
          </p:cNvPr>
          <p:cNvSpPr/>
          <p:nvPr/>
        </p:nvSpPr>
        <p:spPr>
          <a:xfrm>
            <a:off x="3524824" y="614672"/>
            <a:ext cx="1368914" cy="4334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48DF2735-0731-78DD-5B8D-6972C47D4D50}"/>
              </a:ext>
            </a:extLst>
          </p:cNvPr>
          <p:cNvSpPr/>
          <p:nvPr/>
        </p:nvSpPr>
        <p:spPr>
          <a:xfrm>
            <a:off x="639684" y="2515596"/>
            <a:ext cx="1719713" cy="4334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B42340D-886E-6FE4-40BC-78A51CDC9EB3}"/>
              </a:ext>
            </a:extLst>
          </p:cNvPr>
          <p:cNvSpPr/>
          <p:nvPr/>
        </p:nvSpPr>
        <p:spPr>
          <a:xfrm>
            <a:off x="677352" y="1586138"/>
            <a:ext cx="1719713" cy="4334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41A74AB-4BA5-44EB-CE45-146AB9FE552A}"/>
              </a:ext>
            </a:extLst>
          </p:cNvPr>
          <p:cNvSpPr txBox="1"/>
          <p:nvPr/>
        </p:nvSpPr>
        <p:spPr>
          <a:xfrm>
            <a:off x="785298" y="1238864"/>
            <a:ext cx="9673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000" dirty="0"/>
              <a:t>Project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7430B4C-0B69-4BB1-7CBD-D03B88877E16}"/>
              </a:ext>
            </a:extLst>
          </p:cNvPr>
          <p:cNvSpPr txBox="1"/>
          <p:nvPr/>
        </p:nvSpPr>
        <p:spPr>
          <a:xfrm>
            <a:off x="780257" y="2154201"/>
            <a:ext cx="8405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000" dirty="0"/>
              <a:t>Ticket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B16BA18-A2DE-8136-0FD6-BB3B69B94A68}"/>
              </a:ext>
            </a:extLst>
          </p:cNvPr>
          <p:cNvSpPr/>
          <p:nvPr/>
        </p:nvSpPr>
        <p:spPr>
          <a:xfrm>
            <a:off x="463575" y="3501008"/>
            <a:ext cx="1917012" cy="1968280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EB84831-2931-6CED-0AD9-6EC7C8EE916D}"/>
              </a:ext>
            </a:extLst>
          </p:cNvPr>
          <p:cNvSpPr txBox="1"/>
          <p:nvPr/>
        </p:nvSpPr>
        <p:spPr>
          <a:xfrm>
            <a:off x="664157" y="3125135"/>
            <a:ext cx="1473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000" dirty="0"/>
              <a:t>Description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3AE0CD77-AB95-B6B9-7DAD-6DEB3A981D39}"/>
              </a:ext>
            </a:extLst>
          </p:cNvPr>
          <p:cNvSpPr/>
          <p:nvPr/>
        </p:nvSpPr>
        <p:spPr>
          <a:xfrm>
            <a:off x="759468" y="5679243"/>
            <a:ext cx="1231267" cy="43204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791CE99A-8258-0152-4EDC-32E244F84EDD}"/>
              </a:ext>
            </a:extLst>
          </p:cNvPr>
          <p:cNvSpPr/>
          <p:nvPr/>
        </p:nvSpPr>
        <p:spPr>
          <a:xfrm>
            <a:off x="768225" y="6240506"/>
            <a:ext cx="1231267" cy="43204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Import</a:t>
            </a:r>
          </a:p>
        </p:txBody>
      </p:sp>
    </p:spTree>
    <p:extLst>
      <p:ext uri="{BB962C8B-B14F-4D97-AF65-F5344CB8AC3E}">
        <p14:creationId xmlns:p14="http://schemas.microsoft.com/office/powerpoint/2010/main" val="410885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Breitbild</PresentationFormat>
  <Paragraphs>13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Lehnert, Alexander (BBWDDTN)</dc:creator>
  <cp:lastModifiedBy>Lehnert, Alexander (BBWDDTN)</cp:lastModifiedBy>
  <cp:revision>9</cp:revision>
  <dcterms:created xsi:type="dcterms:W3CDTF">2025-08-11T14:40:32Z</dcterms:created>
  <dcterms:modified xsi:type="dcterms:W3CDTF">2025-08-22T11:57:16Z</dcterms:modified>
</cp:coreProperties>
</file>