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D1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>
      <p:cViewPr varScale="1">
        <p:scale>
          <a:sx n="105" d="100"/>
          <a:sy n="105" d="100"/>
        </p:scale>
        <p:origin x="11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78222"/>
            <a:ext cx="9144000" cy="250642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81306"/>
            <a:ext cx="9144000" cy="173816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CEF7-B6E9-49C4-83BF-168FC5D45A15}" type="datetimeFigureOut">
              <a:rPr lang="de-DE" smtClean="0"/>
              <a:t>24.08.2025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9946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CEF7-B6E9-49C4-83BF-168FC5D45A15}" type="datetimeFigureOut">
              <a:rPr lang="de-DE" smtClean="0"/>
              <a:t>24.08.2025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6273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94830"/>
            <a:ext cx="10515600" cy="299471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817875"/>
            <a:ext cx="10515600" cy="15748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CEF7-B6E9-49C4-83BF-168FC5D45A15}" type="datetimeFigureOut">
              <a:rPr lang="de-DE" smtClean="0"/>
              <a:t>24.08.2025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3837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16484"/>
            <a:ext cx="5181600" cy="456789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916484"/>
            <a:ext cx="5181600" cy="456789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CEF7-B6E9-49C4-83BF-168FC5D45A15}" type="datetimeFigureOut">
              <a:rPr lang="de-DE" smtClean="0"/>
              <a:t>24.08.2025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6910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83297"/>
            <a:ext cx="10515600" cy="139153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764832"/>
            <a:ext cx="5157787" cy="86491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629749"/>
            <a:ext cx="5157787" cy="386796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764832"/>
            <a:ext cx="5183188" cy="86491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29749"/>
            <a:ext cx="5183188" cy="386796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CEF7-B6E9-49C4-83BF-168FC5D45A15}" type="datetimeFigureOut">
              <a:rPr lang="de-DE" smtClean="0"/>
              <a:t>24.08.2025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138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CEF7-B6E9-49C4-83BF-168FC5D45A15}" type="datetimeFigureOut">
              <a:rPr lang="de-DE" smtClean="0"/>
              <a:t>24.08.2025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5097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CEF7-B6E9-49C4-83BF-168FC5D45A15}" type="datetimeFigureOut">
              <a:rPr lang="de-DE" smtClean="0"/>
              <a:t>24.08.2025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2912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79954"/>
            <a:ext cx="3932237" cy="167984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036569"/>
            <a:ext cx="6172200" cy="511617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159794"/>
            <a:ext cx="3932237" cy="40012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CEF7-B6E9-49C4-83BF-168FC5D45A15}" type="datetimeFigureOut">
              <a:rPr lang="de-DE" smtClean="0"/>
              <a:t>24.08.2025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3753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79954"/>
            <a:ext cx="3932237" cy="167984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036569"/>
            <a:ext cx="6172200" cy="511617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159794"/>
            <a:ext cx="3932237" cy="40012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CEF7-B6E9-49C4-83BF-168FC5D45A15}" type="datetimeFigureOut">
              <a:rPr lang="de-DE" smtClean="0"/>
              <a:t>24.08.2025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9001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CEF7-B6E9-49C4-83BF-168FC5D45A15}" type="datetimeFigureOut">
              <a:rPr lang="de-DE" smtClean="0"/>
              <a:t>24.08.2025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4607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83297"/>
            <a:ext cx="2628900" cy="610108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83297"/>
            <a:ext cx="7734300" cy="610108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CEF7-B6E9-49C4-83BF-168FC5D45A15}" type="datetimeFigureOut">
              <a:rPr lang="de-DE" smtClean="0"/>
              <a:t>24.08.2025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6462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83297"/>
            <a:ext cx="10515600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916484"/>
            <a:ext cx="10515600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672697"/>
            <a:ext cx="2743200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3ECEF7-B6E9-49C4-83BF-168FC5D45A15}" type="datetimeFigureOut">
              <a:rPr lang="de-DE" smtClean="0"/>
              <a:t>24.08.2025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672697"/>
            <a:ext cx="4114800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672697"/>
            <a:ext cx="2743200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6365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B85B9A3-64C5-4F81-9DFF-35058B4010AE}"/>
              </a:ext>
            </a:extLst>
          </p:cNvPr>
          <p:cNvSpPr/>
          <p:nvPr/>
        </p:nvSpPr>
        <p:spPr>
          <a:xfrm>
            <a:off x="-24679" y="-28747"/>
            <a:ext cx="2825468" cy="72280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16" name="Flussdiagramm: Daten 15">
            <a:extLst>
              <a:ext uri="{FF2B5EF4-FFF2-40B4-BE49-F238E27FC236}">
                <a16:creationId xmlns:a16="http://schemas.microsoft.com/office/drawing/2014/main" id="{F9A6DC7B-26C0-2E74-5114-F5A3CE990326}"/>
              </a:ext>
            </a:extLst>
          </p:cNvPr>
          <p:cNvSpPr/>
          <p:nvPr/>
        </p:nvSpPr>
        <p:spPr>
          <a:xfrm rot="762231" flipV="1">
            <a:off x="-363605" y="2922159"/>
            <a:ext cx="3162713" cy="347742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291"/>
              <a:gd name="connsiteY0" fmla="*/ 11568 h 11568"/>
              <a:gd name="connsiteX1" fmla="*/ 2291 w 10291"/>
              <a:gd name="connsiteY1" fmla="*/ 0 h 11568"/>
              <a:gd name="connsiteX2" fmla="*/ 10291 w 10291"/>
              <a:gd name="connsiteY2" fmla="*/ 0 h 11568"/>
              <a:gd name="connsiteX3" fmla="*/ 8291 w 10291"/>
              <a:gd name="connsiteY3" fmla="*/ 10000 h 11568"/>
              <a:gd name="connsiteX4" fmla="*/ 0 w 10291"/>
              <a:gd name="connsiteY4" fmla="*/ 11568 h 11568"/>
              <a:gd name="connsiteX0" fmla="*/ 0 w 10556"/>
              <a:gd name="connsiteY0" fmla="*/ 12769 h 12769"/>
              <a:gd name="connsiteX1" fmla="*/ 2556 w 10556"/>
              <a:gd name="connsiteY1" fmla="*/ 0 h 12769"/>
              <a:gd name="connsiteX2" fmla="*/ 10556 w 10556"/>
              <a:gd name="connsiteY2" fmla="*/ 0 h 12769"/>
              <a:gd name="connsiteX3" fmla="*/ 8556 w 10556"/>
              <a:gd name="connsiteY3" fmla="*/ 10000 h 12769"/>
              <a:gd name="connsiteX4" fmla="*/ 0 w 10556"/>
              <a:gd name="connsiteY4" fmla="*/ 12769 h 12769"/>
              <a:gd name="connsiteX0" fmla="*/ 0 w 10839"/>
              <a:gd name="connsiteY0" fmla="*/ 13945 h 13945"/>
              <a:gd name="connsiteX1" fmla="*/ 2839 w 10839"/>
              <a:gd name="connsiteY1" fmla="*/ 0 h 13945"/>
              <a:gd name="connsiteX2" fmla="*/ 10839 w 10839"/>
              <a:gd name="connsiteY2" fmla="*/ 0 h 13945"/>
              <a:gd name="connsiteX3" fmla="*/ 8839 w 10839"/>
              <a:gd name="connsiteY3" fmla="*/ 10000 h 13945"/>
              <a:gd name="connsiteX4" fmla="*/ 0 w 10839"/>
              <a:gd name="connsiteY4" fmla="*/ 13945 h 13945"/>
              <a:gd name="connsiteX0" fmla="*/ 0 w 10917"/>
              <a:gd name="connsiteY0" fmla="*/ 14566 h 14566"/>
              <a:gd name="connsiteX1" fmla="*/ 2917 w 10917"/>
              <a:gd name="connsiteY1" fmla="*/ 0 h 14566"/>
              <a:gd name="connsiteX2" fmla="*/ 10917 w 10917"/>
              <a:gd name="connsiteY2" fmla="*/ 0 h 14566"/>
              <a:gd name="connsiteX3" fmla="*/ 8917 w 10917"/>
              <a:gd name="connsiteY3" fmla="*/ 10000 h 14566"/>
              <a:gd name="connsiteX4" fmla="*/ 0 w 10917"/>
              <a:gd name="connsiteY4" fmla="*/ 14566 h 14566"/>
              <a:gd name="connsiteX0" fmla="*/ 0 w 11104"/>
              <a:gd name="connsiteY0" fmla="*/ 15146 h 15146"/>
              <a:gd name="connsiteX1" fmla="*/ 3104 w 11104"/>
              <a:gd name="connsiteY1" fmla="*/ 0 h 15146"/>
              <a:gd name="connsiteX2" fmla="*/ 11104 w 11104"/>
              <a:gd name="connsiteY2" fmla="*/ 0 h 15146"/>
              <a:gd name="connsiteX3" fmla="*/ 9104 w 11104"/>
              <a:gd name="connsiteY3" fmla="*/ 10000 h 15146"/>
              <a:gd name="connsiteX4" fmla="*/ 0 w 11104"/>
              <a:gd name="connsiteY4" fmla="*/ 15146 h 15146"/>
              <a:gd name="connsiteX0" fmla="*/ 0 w 10259"/>
              <a:gd name="connsiteY0" fmla="*/ 11415 h 11415"/>
              <a:gd name="connsiteX1" fmla="*/ 2259 w 10259"/>
              <a:gd name="connsiteY1" fmla="*/ 0 h 11415"/>
              <a:gd name="connsiteX2" fmla="*/ 10259 w 10259"/>
              <a:gd name="connsiteY2" fmla="*/ 0 h 11415"/>
              <a:gd name="connsiteX3" fmla="*/ 8259 w 10259"/>
              <a:gd name="connsiteY3" fmla="*/ 10000 h 11415"/>
              <a:gd name="connsiteX4" fmla="*/ 0 w 10259"/>
              <a:gd name="connsiteY4" fmla="*/ 11415 h 11415"/>
              <a:gd name="connsiteX0" fmla="*/ 0 w 9896"/>
              <a:gd name="connsiteY0" fmla="*/ 10038 h 10038"/>
              <a:gd name="connsiteX1" fmla="*/ 1896 w 9896"/>
              <a:gd name="connsiteY1" fmla="*/ 0 h 10038"/>
              <a:gd name="connsiteX2" fmla="*/ 9896 w 9896"/>
              <a:gd name="connsiteY2" fmla="*/ 0 h 10038"/>
              <a:gd name="connsiteX3" fmla="*/ 7896 w 9896"/>
              <a:gd name="connsiteY3" fmla="*/ 10000 h 10038"/>
              <a:gd name="connsiteX4" fmla="*/ 0 w 9896"/>
              <a:gd name="connsiteY4" fmla="*/ 10038 h 10038"/>
              <a:gd name="connsiteX0" fmla="*/ 0 w 10452"/>
              <a:gd name="connsiteY0" fmla="*/ 11323 h 11323"/>
              <a:gd name="connsiteX1" fmla="*/ 2368 w 10452"/>
              <a:gd name="connsiteY1" fmla="*/ 0 h 11323"/>
              <a:gd name="connsiteX2" fmla="*/ 10452 w 10452"/>
              <a:gd name="connsiteY2" fmla="*/ 0 h 11323"/>
              <a:gd name="connsiteX3" fmla="*/ 8431 w 10452"/>
              <a:gd name="connsiteY3" fmla="*/ 9962 h 11323"/>
              <a:gd name="connsiteX4" fmla="*/ 0 w 10452"/>
              <a:gd name="connsiteY4" fmla="*/ 11323 h 11323"/>
              <a:gd name="connsiteX0" fmla="*/ 0 w 10900"/>
              <a:gd name="connsiteY0" fmla="*/ 12864 h 12864"/>
              <a:gd name="connsiteX1" fmla="*/ 2816 w 10900"/>
              <a:gd name="connsiteY1" fmla="*/ 0 h 12864"/>
              <a:gd name="connsiteX2" fmla="*/ 10900 w 10900"/>
              <a:gd name="connsiteY2" fmla="*/ 0 h 12864"/>
              <a:gd name="connsiteX3" fmla="*/ 8879 w 10900"/>
              <a:gd name="connsiteY3" fmla="*/ 9962 h 12864"/>
              <a:gd name="connsiteX4" fmla="*/ 0 w 10900"/>
              <a:gd name="connsiteY4" fmla="*/ 12864 h 12864"/>
              <a:gd name="connsiteX0" fmla="*/ 0 w 10886"/>
              <a:gd name="connsiteY0" fmla="*/ 13275 h 13275"/>
              <a:gd name="connsiteX1" fmla="*/ 2802 w 10886"/>
              <a:gd name="connsiteY1" fmla="*/ 0 h 13275"/>
              <a:gd name="connsiteX2" fmla="*/ 10886 w 10886"/>
              <a:gd name="connsiteY2" fmla="*/ 0 h 13275"/>
              <a:gd name="connsiteX3" fmla="*/ 8865 w 10886"/>
              <a:gd name="connsiteY3" fmla="*/ 9962 h 13275"/>
              <a:gd name="connsiteX4" fmla="*/ 0 w 10886"/>
              <a:gd name="connsiteY4" fmla="*/ 13275 h 1327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877 w 10898"/>
              <a:gd name="connsiteY3" fmla="*/ 9962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9004 w 10898"/>
              <a:gd name="connsiteY3" fmla="*/ 9633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955 w 10898"/>
              <a:gd name="connsiteY3" fmla="*/ 9403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9085 w 10898"/>
              <a:gd name="connsiteY3" fmla="*/ 9057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980 w 10898"/>
              <a:gd name="connsiteY3" fmla="*/ 9193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971 w 10898"/>
              <a:gd name="connsiteY3" fmla="*/ 9317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976 w 10898"/>
              <a:gd name="connsiteY3" fmla="*/ 9373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9003 w 10898"/>
              <a:gd name="connsiteY3" fmla="*/ 9398 h 13815"/>
              <a:gd name="connsiteX4" fmla="*/ 0 w 10898"/>
              <a:gd name="connsiteY4" fmla="*/ 13815 h 13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98" h="13815">
                <a:moveTo>
                  <a:pt x="0" y="13815"/>
                </a:moveTo>
                <a:lnTo>
                  <a:pt x="2814" y="0"/>
                </a:lnTo>
                <a:lnTo>
                  <a:pt x="10898" y="0"/>
                </a:lnTo>
                <a:lnTo>
                  <a:pt x="9003" y="9398"/>
                </a:lnTo>
                <a:lnTo>
                  <a:pt x="0" y="13815"/>
                </a:lnTo>
                <a:close/>
              </a:path>
            </a:pathLst>
          </a:custGeom>
          <a:gradFill flip="none" rotWithShape="1">
            <a:gsLst>
              <a:gs pos="27000">
                <a:srgbClr val="D4D4D4">
                  <a:alpha val="20000"/>
                </a:srgbClr>
              </a:gs>
              <a:gs pos="18000">
                <a:srgbClr val="CAD1D4">
                  <a:alpha val="1961"/>
                </a:srgbClr>
              </a:gs>
              <a:gs pos="39000">
                <a:srgbClr val="C0C0C0">
                  <a:alpha val="76000"/>
                  <a:lumMod val="80000"/>
                </a:srgbClr>
              </a:gs>
              <a:gs pos="0">
                <a:schemeClr val="bg1">
                  <a:lumMod val="85000"/>
                  <a:alpha val="0"/>
                </a:schemeClr>
              </a:gs>
              <a:gs pos="55000">
                <a:srgbClr val="939393"/>
              </a:gs>
              <a:gs pos="44000">
                <a:schemeClr val="bg2">
                  <a:lumMod val="61000"/>
                </a:schemeClr>
              </a:gs>
              <a:gs pos="82000">
                <a:schemeClr val="tx1">
                  <a:lumMod val="75000"/>
                  <a:lumOff val="25000"/>
                </a:schemeClr>
              </a:gs>
            </a:gsLst>
            <a:lin ang="63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C577401A-1477-A126-9112-944A54658FB0}"/>
              </a:ext>
            </a:extLst>
          </p:cNvPr>
          <p:cNvSpPr/>
          <p:nvPr/>
        </p:nvSpPr>
        <p:spPr>
          <a:xfrm>
            <a:off x="57895" y="347277"/>
            <a:ext cx="10264003" cy="3967716"/>
          </a:xfrm>
          <a:custGeom>
            <a:avLst/>
            <a:gdLst>
              <a:gd name="connsiteX0" fmla="*/ 2014876 w 10092827"/>
              <a:gd name="connsiteY0" fmla="*/ 6096296 h 6154354"/>
              <a:gd name="connsiteX1" fmla="*/ 1985848 w 10092827"/>
              <a:gd name="connsiteY1" fmla="*/ 2866868 h 6154354"/>
              <a:gd name="connsiteX2" fmla="*/ 2820419 w 10092827"/>
              <a:gd name="connsiteY2" fmla="*/ 1495268 h 6154354"/>
              <a:gd name="connsiteX3" fmla="*/ 4511334 w 10092827"/>
              <a:gd name="connsiteY3" fmla="*/ 1161439 h 6154354"/>
              <a:gd name="connsiteX4" fmla="*/ 6006305 w 10092827"/>
              <a:gd name="connsiteY4" fmla="*/ 1821839 h 6154354"/>
              <a:gd name="connsiteX5" fmla="*/ 9888876 w 10092827"/>
              <a:gd name="connsiteY5" fmla="*/ 1858125 h 6154354"/>
              <a:gd name="connsiteX6" fmla="*/ 9228476 w 10092827"/>
              <a:gd name="connsiteY6" fmla="*/ 689725 h 6154354"/>
              <a:gd name="connsiteX7" fmla="*/ 6485276 w 10092827"/>
              <a:gd name="connsiteY7" fmla="*/ 646182 h 6154354"/>
              <a:gd name="connsiteX8" fmla="*/ 4649219 w 10092827"/>
              <a:gd name="connsiteY8" fmla="*/ 116411 h 6154354"/>
              <a:gd name="connsiteX9" fmla="*/ 1492362 w 10092827"/>
              <a:gd name="connsiteY9" fmla="*/ 159954 h 6154354"/>
              <a:gd name="connsiteX10" fmla="*/ 157048 w 10092827"/>
              <a:gd name="connsiteY10" fmla="*/ 1792811 h 6154354"/>
              <a:gd name="connsiteX11" fmla="*/ 26419 w 10092827"/>
              <a:gd name="connsiteY11" fmla="*/ 6154354 h 6154354"/>
              <a:gd name="connsiteX12" fmla="*/ 26419 w 10092827"/>
              <a:gd name="connsiteY12" fmla="*/ 6154354 h 6154354"/>
              <a:gd name="connsiteX13" fmla="*/ 461848 w 10092827"/>
              <a:gd name="connsiteY13" fmla="*/ 5958411 h 6154354"/>
              <a:gd name="connsiteX0" fmla="*/ 2014876 w 10092827"/>
              <a:gd name="connsiteY0" fmla="*/ 6096296 h 6154354"/>
              <a:gd name="connsiteX1" fmla="*/ 1985848 w 10092827"/>
              <a:gd name="connsiteY1" fmla="*/ 2866868 h 6154354"/>
              <a:gd name="connsiteX2" fmla="*/ 2820419 w 10092827"/>
              <a:gd name="connsiteY2" fmla="*/ 1495268 h 6154354"/>
              <a:gd name="connsiteX3" fmla="*/ 4511334 w 10092827"/>
              <a:gd name="connsiteY3" fmla="*/ 1161439 h 6154354"/>
              <a:gd name="connsiteX4" fmla="*/ 6006305 w 10092827"/>
              <a:gd name="connsiteY4" fmla="*/ 1821839 h 6154354"/>
              <a:gd name="connsiteX5" fmla="*/ 9888876 w 10092827"/>
              <a:gd name="connsiteY5" fmla="*/ 1858125 h 6154354"/>
              <a:gd name="connsiteX6" fmla="*/ 9228476 w 10092827"/>
              <a:gd name="connsiteY6" fmla="*/ 689725 h 6154354"/>
              <a:gd name="connsiteX7" fmla="*/ 6485276 w 10092827"/>
              <a:gd name="connsiteY7" fmla="*/ 646182 h 6154354"/>
              <a:gd name="connsiteX8" fmla="*/ 4649219 w 10092827"/>
              <a:gd name="connsiteY8" fmla="*/ 116411 h 6154354"/>
              <a:gd name="connsiteX9" fmla="*/ 1492362 w 10092827"/>
              <a:gd name="connsiteY9" fmla="*/ 159954 h 6154354"/>
              <a:gd name="connsiteX10" fmla="*/ 157048 w 10092827"/>
              <a:gd name="connsiteY10" fmla="*/ 1792811 h 6154354"/>
              <a:gd name="connsiteX11" fmla="*/ 26419 w 10092827"/>
              <a:gd name="connsiteY11" fmla="*/ 6154354 h 6154354"/>
              <a:gd name="connsiteX12" fmla="*/ 26419 w 10092827"/>
              <a:gd name="connsiteY12" fmla="*/ 6154354 h 6154354"/>
              <a:gd name="connsiteX0" fmla="*/ 2014876 w 10092827"/>
              <a:gd name="connsiteY0" fmla="*/ 6096296 h 6800240"/>
              <a:gd name="connsiteX1" fmla="*/ 1985848 w 10092827"/>
              <a:gd name="connsiteY1" fmla="*/ 2866868 h 6800240"/>
              <a:gd name="connsiteX2" fmla="*/ 2820419 w 10092827"/>
              <a:gd name="connsiteY2" fmla="*/ 1495268 h 6800240"/>
              <a:gd name="connsiteX3" fmla="*/ 4511334 w 10092827"/>
              <a:gd name="connsiteY3" fmla="*/ 1161439 h 6800240"/>
              <a:gd name="connsiteX4" fmla="*/ 6006305 w 10092827"/>
              <a:gd name="connsiteY4" fmla="*/ 1821839 h 6800240"/>
              <a:gd name="connsiteX5" fmla="*/ 9888876 w 10092827"/>
              <a:gd name="connsiteY5" fmla="*/ 1858125 h 6800240"/>
              <a:gd name="connsiteX6" fmla="*/ 9228476 w 10092827"/>
              <a:gd name="connsiteY6" fmla="*/ 689725 h 6800240"/>
              <a:gd name="connsiteX7" fmla="*/ 6485276 w 10092827"/>
              <a:gd name="connsiteY7" fmla="*/ 646182 h 6800240"/>
              <a:gd name="connsiteX8" fmla="*/ 4649219 w 10092827"/>
              <a:gd name="connsiteY8" fmla="*/ 116411 h 6800240"/>
              <a:gd name="connsiteX9" fmla="*/ 1492362 w 10092827"/>
              <a:gd name="connsiteY9" fmla="*/ 159954 h 6800240"/>
              <a:gd name="connsiteX10" fmla="*/ 157048 w 10092827"/>
              <a:gd name="connsiteY10" fmla="*/ 1792811 h 6800240"/>
              <a:gd name="connsiteX11" fmla="*/ 26419 w 10092827"/>
              <a:gd name="connsiteY11" fmla="*/ 6154354 h 6800240"/>
              <a:gd name="connsiteX12" fmla="*/ 831962 w 10092827"/>
              <a:gd name="connsiteY12" fmla="*/ 6800240 h 6800240"/>
              <a:gd name="connsiteX0" fmla="*/ 2014876 w 10092827"/>
              <a:gd name="connsiteY0" fmla="*/ 6096296 h 6154354"/>
              <a:gd name="connsiteX1" fmla="*/ 1985848 w 10092827"/>
              <a:gd name="connsiteY1" fmla="*/ 2866868 h 6154354"/>
              <a:gd name="connsiteX2" fmla="*/ 2820419 w 10092827"/>
              <a:gd name="connsiteY2" fmla="*/ 1495268 h 6154354"/>
              <a:gd name="connsiteX3" fmla="*/ 4511334 w 10092827"/>
              <a:gd name="connsiteY3" fmla="*/ 1161439 h 6154354"/>
              <a:gd name="connsiteX4" fmla="*/ 6006305 w 10092827"/>
              <a:gd name="connsiteY4" fmla="*/ 1821839 h 6154354"/>
              <a:gd name="connsiteX5" fmla="*/ 9888876 w 10092827"/>
              <a:gd name="connsiteY5" fmla="*/ 1858125 h 6154354"/>
              <a:gd name="connsiteX6" fmla="*/ 9228476 w 10092827"/>
              <a:gd name="connsiteY6" fmla="*/ 689725 h 6154354"/>
              <a:gd name="connsiteX7" fmla="*/ 6485276 w 10092827"/>
              <a:gd name="connsiteY7" fmla="*/ 646182 h 6154354"/>
              <a:gd name="connsiteX8" fmla="*/ 4649219 w 10092827"/>
              <a:gd name="connsiteY8" fmla="*/ 116411 h 6154354"/>
              <a:gd name="connsiteX9" fmla="*/ 1492362 w 10092827"/>
              <a:gd name="connsiteY9" fmla="*/ 159954 h 6154354"/>
              <a:gd name="connsiteX10" fmla="*/ 157048 w 10092827"/>
              <a:gd name="connsiteY10" fmla="*/ 1792811 h 6154354"/>
              <a:gd name="connsiteX11" fmla="*/ 26419 w 10092827"/>
              <a:gd name="connsiteY11" fmla="*/ 6154354 h 6154354"/>
              <a:gd name="connsiteX0" fmla="*/ 1908035 w 9985986"/>
              <a:gd name="connsiteY0" fmla="*/ 6096296 h 6219669"/>
              <a:gd name="connsiteX1" fmla="*/ 1879007 w 9985986"/>
              <a:gd name="connsiteY1" fmla="*/ 2866868 h 6219669"/>
              <a:gd name="connsiteX2" fmla="*/ 2713578 w 9985986"/>
              <a:gd name="connsiteY2" fmla="*/ 1495268 h 6219669"/>
              <a:gd name="connsiteX3" fmla="*/ 4404493 w 9985986"/>
              <a:gd name="connsiteY3" fmla="*/ 1161439 h 6219669"/>
              <a:gd name="connsiteX4" fmla="*/ 5899464 w 9985986"/>
              <a:gd name="connsiteY4" fmla="*/ 1821839 h 6219669"/>
              <a:gd name="connsiteX5" fmla="*/ 9782035 w 9985986"/>
              <a:gd name="connsiteY5" fmla="*/ 1858125 h 6219669"/>
              <a:gd name="connsiteX6" fmla="*/ 9121635 w 9985986"/>
              <a:gd name="connsiteY6" fmla="*/ 689725 h 6219669"/>
              <a:gd name="connsiteX7" fmla="*/ 6378435 w 9985986"/>
              <a:gd name="connsiteY7" fmla="*/ 646182 h 6219669"/>
              <a:gd name="connsiteX8" fmla="*/ 4542378 w 9985986"/>
              <a:gd name="connsiteY8" fmla="*/ 116411 h 6219669"/>
              <a:gd name="connsiteX9" fmla="*/ 1385521 w 9985986"/>
              <a:gd name="connsiteY9" fmla="*/ 159954 h 6219669"/>
              <a:gd name="connsiteX10" fmla="*/ 50207 w 9985986"/>
              <a:gd name="connsiteY10" fmla="*/ 1792811 h 6219669"/>
              <a:gd name="connsiteX11" fmla="*/ 260663 w 9985986"/>
              <a:gd name="connsiteY11" fmla="*/ 6219669 h 6219669"/>
              <a:gd name="connsiteX0" fmla="*/ 1793893 w 9871844"/>
              <a:gd name="connsiteY0" fmla="*/ 6111104 h 6234477"/>
              <a:gd name="connsiteX1" fmla="*/ 1764865 w 9871844"/>
              <a:gd name="connsiteY1" fmla="*/ 2881676 h 6234477"/>
              <a:gd name="connsiteX2" fmla="*/ 2599436 w 9871844"/>
              <a:gd name="connsiteY2" fmla="*/ 1510076 h 6234477"/>
              <a:gd name="connsiteX3" fmla="*/ 4290351 w 9871844"/>
              <a:gd name="connsiteY3" fmla="*/ 1176247 h 6234477"/>
              <a:gd name="connsiteX4" fmla="*/ 5785322 w 9871844"/>
              <a:gd name="connsiteY4" fmla="*/ 1836647 h 6234477"/>
              <a:gd name="connsiteX5" fmla="*/ 9667893 w 9871844"/>
              <a:gd name="connsiteY5" fmla="*/ 1872933 h 6234477"/>
              <a:gd name="connsiteX6" fmla="*/ 9007493 w 9871844"/>
              <a:gd name="connsiteY6" fmla="*/ 704533 h 6234477"/>
              <a:gd name="connsiteX7" fmla="*/ 6264293 w 9871844"/>
              <a:gd name="connsiteY7" fmla="*/ 660990 h 6234477"/>
              <a:gd name="connsiteX8" fmla="*/ 4428236 w 9871844"/>
              <a:gd name="connsiteY8" fmla="*/ 131219 h 6234477"/>
              <a:gd name="connsiteX9" fmla="*/ 1271379 w 9871844"/>
              <a:gd name="connsiteY9" fmla="*/ 174762 h 6234477"/>
              <a:gd name="connsiteX10" fmla="*/ 66694 w 9871844"/>
              <a:gd name="connsiteY10" fmla="*/ 2018076 h 6234477"/>
              <a:gd name="connsiteX11" fmla="*/ 146521 w 9871844"/>
              <a:gd name="connsiteY11" fmla="*/ 6234477 h 6234477"/>
              <a:gd name="connsiteX0" fmla="*/ 1809514 w 9887465"/>
              <a:gd name="connsiteY0" fmla="*/ 6111104 h 6365105"/>
              <a:gd name="connsiteX1" fmla="*/ 1780486 w 9887465"/>
              <a:gd name="connsiteY1" fmla="*/ 2881676 h 6365105"/>
              <a:gd name="connsiteX2" fmla="*/ 2615057 w 9887465"/>
              <a:gd name="connsiteY2" fmla="*/ 1510076 h 6365105"/>
              <a:gd name="connsiteX3" fmla="*/ 4305972 w 9887465"/>
              <a:gd name="connsiteY3" fmla="*/ 1176247 h 6365105"/>
              <a:gd name="connsiteX4" fmla="*/ 5800943 w 9887465"/>
              <a:gd name="connsiteY4" fmla="*/ 1836647 h 6365105"/>
              <a:gd name="connsiteX5" fmla="*/ 9683514 w 9887465"/>
              <a:gd name="connsiteY5" fmla="*/ 1872933 h 6365105"/>
              <a:gd name="connsiteX6" fmla="*/ 9023114 w 9887465"/>
              <a:gd name="connsiteY6" fmla="*/ 704533 h 6365105"/>
              <a:gd name="connsiteX7" fmla="*/ 6279914 w 9887465"/>
              <a:gd name="connsiteY7" fmla="*/ 660990 h 6365105"/>
              <a:gd name="connsiteX8" fmla="*/ 4443857 w 9887465"/>
              <a:gd name="connsiteY8" fmla="*/ 131219 h 6365105"/>
              <a:gd name="connsiteX9" fmla="*/ 1287000 w 9887465"/>
              <a:gd name="connsiteY9" fmla="*/ 174762 h 6365105"/>
              <a:gd name="connsiteX10" fmla="*/ 82315 w 9887465"/>
              <a:gd name="connsiteY10" fmla="*/ 2018076 h 6365105"/>
              <a:gd name="connsiteX11" fmla="*/ 104084 w 9887465"/>
              <a:gd name="connsiteY11" fmla="*/ 6365105 h 6365105"/>
              <a:gd name="connsiteX0" fmla="*/ 1809514 w 9887465"/>
              <a:gd name="connsiteY0" fmla="*/ 6111104 h 6372362"/>
              <a:gd name="connsiteX1" fmla="*/ 1780486 w 9887465"/>
              <a:gd name="connsiteY1" fmla="*/ 2881676 h 6372362"/>
              <a:gd name="connsiteX2" fmla="*/ 2615057 w 9887465"/>
              <a:gd name="connsiteY2" fmla="*/ 1510076 h 6372362"/>
              <a:gd name="connsiteX3" fmla="*/ 4305972 w 9887465"/>
              <a:gd name="connsiteY3" fmla="*/ 1176247 h 6372362"/>
              <a:gd name="connsiteX4" fmla="*/ 5800943 w 9887465"/>
              <a:gd name="connsiteY4" fmla="*/ 1836647 h 6372362"/>
              <a:gd name="connsiteX5" fmla="*/ 9683514 w 9887465"/>
              <a:gd name="connsiteY5" fmla="*/ 1872933 h 6372362"/>
              <a:gd name="connsiteX6" fmla="*/ 9023114 w 9887465"/>
              <a:gd name="connsiteY6" fmla="*/ 704533 h 6372362"/>
              <a:gd name="connsiteX7" fmla="*/ 6279914 w 9887465"/>
              <a:gd name="connsiteY7" fmla="*/ 660990 h 6372362"/>
              <a:gd name="connsiteX8" fmla="*/ 4443857 w 9887465"/>
              <a:gd name="connsiteY8" fmla="*/ 131219 h 6372362"/>
              <a:gd name="connsiteX9" fmla="*/ 1287000 w 9887465"/>
              <a:gd name="connsiteY9" fmla="*/ 174762 h 6372362"/>
              <a:gd name="connsiteX10" fmla="*/ 82315 w 9887465"/>
              <a:gd name="connsiteY10" fmla="*/ 2018076 h 6372362"/>
              <a:gd name="connsiteX11" fmla="*/ 104084 w 9887465"/>
              <a:gd name="connsiteY11" fmla="*/ 6372362 h 6372362"/>
              <a:gd name="connsiteX0" fmla="*/ 1809514 w 9887465"/>
              <a:gd name="connsiteY0" fmla="*/ 6111104 h 6379619"/>
              <a:gd name="connsiteX1" fmla="*/ 1780486 w 9887465"/>
              <a:gd name="connsiteY1" fmla="*/ 2881676 h 6379619"/>
              <a:gd name="connsiteX2" fmla="*/ 2615057 w 9887465"/>
              <a:gd name="connsiteY2" fmla="*/ 1510076 h 6379619"/>
              <a:gd name="connsiteX3" fmla="*/ 4305972 w 9887465"/>
              <a:gd name="connsiteY3" fmla="*/ 1176247 h 6379619"/>
              <a:gd name="connsiteX4" fmla="*/ 5800943 w 9887465"/>
              <a:gd name="connsiteY4" fmla="*/ 1836647 h 6379619"/>
              <a:gd name="connsiteX5" fmla="*/ 9683514 w 9887465"/>
              <a:gd name="connsiteY5" fmla="*/ 1872933 h 6379619"/>
              <a:gd name="connsiteX6" fmla="*/ 9023114 w 9887465"/>
              <a:gd name="connsiteY6" fmla="*/ 704533 h 6379619"/>
              <a:gd name="connsiteX7" fmla="*/ 6279914 w 9887465"/>
              <a:gd name="connsiteY7" fmla="*/ 660990 h 6379619"/>
              <a:gd name="connsiteX8" fmla="*/ 4443857 w 9887465"/>
              <a:gd name="connsiteY8" fmla="*/ 131219 h 6379619"/>
              <a:gd name="connsiteX9" fmla="*/ 1287000 w 9887465"/>
              <a:gd name="connsiteY9" fmla="*/ 174762 h 6379619"/>
              <a:gd name="connsiteX10" fmla="*/ 82315 w 9887465"/>
              <a:gd name="connsiteY10" fmla="*/ 2018076 h 6379619"/>
              <a:gd name="connsiteX11" fmla="*/ 104084 w 9887465"/>
              <a:gd name="connsiteY11" fmla="*/ 6379619 h 6379619"/>
              <a:gd name="connsiteX0" fmla="*/ 1733763 w 9811714"/>
              <a:gd name="connsiteY0" fmla="*/ 6111104 h 6379619"/>
              <a:gd name="connsiteX1" fmla="*/ 1704735 w 9811714"/>
              <a:gd name="connsiteY1" fmla="*/ 2881676 h 6379619"/>
              <a:gd name="connsiteX2" fmla="*/ 2539306 w 9811714"/>
              <a:gd name="connsiteY2" fmla="*/ 1510076 h 6379619"/>
              <a:gd name="connsiteX3" fmla="*/ 4230221 w 9811714"/>
              <a:gd name="connsiteY3" fmla="*/ 1176247 h 6379619"/>
              <a:gd name="connsiteX4" fmla="*/ 5725192 w 9811714"/>
              <a:gd name="connsiteY4" fmla="*/ 1836647 h 6379619"/>
              <a:gd name="connsiteX5" fmla="*/ 9607763 w 9811714"/>
              <a:gd name="connsiteY5" fmla="*/ 1872933 h 6379619"/>
              <a:gd name="connsiteX6" fmla="*/ 8947363 w 9811714"/>
              <a:gd name="connsiteY6" fmla="*/ 704533 h 6379619"/>
              <a:gd name="connsiteX7" fmla="*/ 6204163 w 9811714"/>
              <a:gd name="connsiteY7" fmla="*/ 660990 h 6379619"/>
              <a:gd name="connsiteX8" fmla="*/ 4368106 w 9811714"/>
              <a:gd name="connsiteY8" fmla="*/ 131219 h 6379619"/>
              <a:gd name="connsiteX9" fmla="*/ 1211249 w 9811714"/>
              <a:gd name="connsiteY9" fmla="*/ 174762 h 6379619"/>
              <a:gd name="connsiteX10" fmla="*/ 6564 w 9811714"/>
              <a:gd name="connsiteY10" fmla="*/ 2018076 h 6379619"/>
              <a:gd name="connsiteX11" fmla="*/ 28333 w 9811714"/>
              <a:gd name="connsiteY11" fmla="*/ 6379619 h 6379619"/>
              <a:gd name="connsiteX0" fmla="*/ 1807347 w 9885298"/>
              <a:gd name="connsiteY0" fmla="*/ 6111104 h 6394133"/>
              <a:gd name="connsiteX1" fmla="*/ 1778319 w 9885298"/>
              <a:gd name="connsiteY1" fmla="*/ 2881676 h 6394133"/>
              <a:gd name="connsiteX2" fmla="*/ 2612890 w 9885298"/>
              <a:gd name="connsiteY2" fmla="*/ 1510076 h 6394133"/>
              <a:gd name="connsiteX3" fmla="*/ 4303805 w 9885298"/>
              <a:gd name="connsiteY3" fmla="*/ 1176247 h 6394133"/>
              <a:gd name="connsiteX4" fmla="*/ 5798776 w 9885298"/>
              <a:gd name="connsiteY4" fmla="*/ 1836647 h 6394133"/>
              <a:gd name="connsiteX5" fmla="*/ 9681347 w 9885298"/>
              <a:gd name="connsiteY5" fmla="*/ 1872933 h 6394133"/>
              <a:gd name="connsiteX6" fmla="*/ 9020947 w 9885298"/>
              <a:gd name="connsiteY6" fmla="*/ 704533 h 6394133"/>
              <a:gd name="connsiteX7" fmla="*/ 6277747 w 9885298"/>
              <a:gd name="connsiteY7" fmla="*/ 660990 h 6394133"/>
              <a:gd name="connsiteX8" fmla="*/ 4441690 w 9885298"/>
              <a:gd name="connsiteY8" fmla="*/ 131219 h 6394133"/>
              <a:gd name="connsiteX9" fmla="*/ 1284833 w 9885298"/>
              <a:gd name="connsiteY9" fmla="*/ 174762 h 6394133"/>
              <a:gd name="connsiteX10" fmla="*/ 80148 w 9885298"/>
              <a:gd name="connsiteY10" fmla="*/ 2018076 h 6394133"/>
              <a:gd name="connsiteX11" fmla="*/ 109174 w 9885298"/>
              <a:gd name="connsiteY11" fmla="*/ 6394133 h 6394133"/>
              <a:gd name="connsiteX0" fmla="*/ 1727280 w 9805231"/>
              <a:gd name="connsiteY0" fmla="*/ 6111104 h 6394133"/>
              <a:gd name="connsiteX1" fmla="*/ 1698252 w 9805231"/>
              <a:gd name="connsiteY1" fmla="*/ 2881676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698252 w 9805231"/>
              <a:gd name="connsiteY1" fmla="*/ 2881676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698252 w 9805231"/>
              <a:gd name="connsiteY1" fmla="*/ 2881676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032080 w 9805231"/>
              <a:gd name="connsiteY2" fmla="*/ 1669733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032080 w 9805231"/>
              <a:gd name="connsiteY2" fmla="*/ 1669733 h 6394133"/>
              <a:gd name="connsiteX3" fmla="*/ 3599624 w 9805231"/>
              <a:gd name="connsiteY3" fmla="*/ 1502819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032080 w 9805231"/>
              <a:gd name="connsiteY2" fmla="*/ 1669733 h 6394133"/>
              <a:gd name="connsiteX3" fmla="*/ 3599624 w 9805231"/>
              <a:gd name="connsiteY3" fmla="*/ 1502819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13052"/>
              <a:gd name="connsiteY0" fmla="*/ 6379618 h 6394133"/>
              <a:gd name="connsiteX1" fmla="*/ 1458767 w 9813052"/>
              <a:gd name="connsiteY1" fmla="*/ 2867162 h 6394133"/>
              <a:gd name="connsiteX2" fmla="*/ 2032080 w 9813052"/>
              <a:gd name="connsiteY2" fmla="*/ 1669733 h 6394133"/>
              <a:gd name="connsiteX3" fmla="*/ 3599624 w 9813052"/>
              <a:gd name="connsiteY3" fmla="*/ 1502819 h 6394133"/>
              <a:gd name="connsiteX4" fmla="*/ 5609852 w 9813052"/>
              <a:gd name="connsiteY4" fmla="*/ 2344647 h 6394133"/>
              <a:gd name="connsiteX5" fmla="*/ 9601280 w 9813052"/>
              <a:gd name="connsiteY5" fmla="*/ 1872933 h 6394133"/>
              <a:gd name="connsiteX6" fmla="*/ 8940880 w 9813052"/>
              <a:gd name="connsiteY6" fmla="*/ 704533 h 6394133"/>
              <a:gd name="connsiteX7" fmla="*/ 6197680 w 9813052"/>
              <a:gd name="connsiteY7" fmla="*/ 660990 h 6394133"/>
              <a:gd name="connsiteX8" fmla="*/ 4361623 w 9813052"/>
              <a:gd name="connsiteY8" fmla="*/ 131219 h 6394133"/>
              <a:gd name="connsiteX9" fmla="*/ 1204766 w 9813052"/>
              <a:gd name="connsiteY9" fmla="*/ 174762 h 6394133"/>
              <a:gd name="connsiteX10" fmla="*/ 81 w 9813052"/>
              <a:gd name="connsiteY10" fmla="*/ 2018076 h 6394133"/>
              <a:gd name="connsiteX11" fmla="*/ 29107 w 9813052"/>
              <a:gd name="connsiteY11" fmla="*/ 6394133 h 6394133"/>
              <a:gd name="connsiteX0" fmla="*/ 1466022 w 9806904"/>
              <a:gd name="connsiteY0" fmla="*/ 6379618 h 6394133"/>
              <a:gd name="connsiteX1" fmla="*/ 1458767 w 9806904"/>
              <a:gd name="connsiteY1" fmla="*/ 2867162 h 6394133"/>
              <a:gd name="connsiteX2" fmla="*/ 2032080 w 9806904"/>
              <a:gd name="connsiteY2" fmla="*/ 1669733 h 6394133"/>
              <a:gd name="connsiteX3" fmla="*/ 3599624 w 9806904"/>
              <a:gd name="connsiteY3" fmla="*/ 1502819 h 6394133"/>
              <a:gd name="connsiteX4" fmla="*/ 5609852 w 9806904"/>
              <a:gd name="connsiteY4" fmla="*/ 2344647 h 6394133"/>
              <a:gd name="connsiteX5" fmla="*/ 9594023 w 9806904"/>
              <a:gd name="connsiteY5" fmla="*/ 2221275 h 6394133"/>
              <a:gd name="connsiteX6" fmla="*/ 8940880 w 9806904"/>
              <a:gd name="connsiteY6" fmla="*/ 704533 h 6394133"/>
              <a:gd name="connsiteX7" fmla="*/ 6197680 w 9806904"/>
              <a:gd name="connsiteY7" fmla="*/ 660990 h 6394133"/>
              <a:gd name="connsiteX8" fmla="*/ 4361623 w 9806904"/>
              <a:gd name="connsiteY8" fmla="*/ 131219 h 6394133"/>
              <a:gd name="connsiteX9" fmla="*/ 1204766 w 9806904"/>
              <a:gd name="connsiteY9" fmla="*/ 174762 h 6394133"/>
              <a:gd name="connsiteX10" fmla="*/ 81 w 9806904"/>
              <a:gd name="connsiteY10" fmla="*/ 2018076 h 6394133"/>
              <a:gd name="connsiteX11" fmla="*/ 29107 w 9806904"/>
              <a:gd name="connsiteY11" fmla="*/ 6394133 h 6394133"/>
              <a:gd name="connsiteX0" fmla="*/ 1466022 w 9892049"/>
              <a:gd name="connsiteY0" fmla="*/ 6379618 h 6394133"/>
              <a:gd name="connsiteX1" fmla="*/ 1458767 w 9892049"/>
              <a:gd name="connsiteY1" fmla="*/ 2867162 h 6394133"/>
              <a:gd name="connsiteX2" fmla="*/ 2032080 w 9892049"/>
              <a:gd name="connsiteY2" fmla="*/ 1669733 h 6394133"/>
              <a:gd name="connsiteX3" fmla="*/ 3599624 w 9892049"/>
              <a:gd name="connsiteY3" fmla="*/ 1502819 h 6394133"/>
              <a:gd name="connsiteX4" fmla="*/ 5609852 w 9892049"/>
              <a:gd name="connsiteY4" fmla="*/ 2344647 h 6394133"/>
              <a:gd name="connsiteX5" fmla="*/ 9594023 w 9892049"/>
              <a:gd name="connsiteY5" fmla="*/ 2221275 h 6394133"/>
              <a:gd name="connsiteX6" fmla="*/ 8940880 w 9892049"/>
              <a:gd name="connsiteY6" fmla="*/ 704533 h 6394133"/>
              <a:gd name="connsiteX7" fmla="*/ 6197680 w 9892049"/>
              <a:gd name="connsiteY7" fmla="*/ 660990 h 6394133"/>
              <a:gd name="connsiteX8" fmla="*/ 4361623 w 9892049"/>
              <a:gd name="connsiteY8" fmla="*/ 131219 h 6394133"/>
              <a:gd name="connsiteX9" fmla="*/ 1204766 w 9892049"/>
              <a:gd name="connsiteY9" fmla="*/ 174762 h 6394133"/>
              <a:gd name="connsiteX10" fmla="*/ 81 w 9892049"/>
              <a:gd name="connsiteY10" fmla="*/ 2018076 h 6394133"/>
              <a:gd name="connsiteX11" fmla="*/ 29107 w 9892049"/>
              <a:gd name="connsiteY11" fmla="*/ 6394133 h 6394133"/>
              <a:gd name="connsiteX0" fmla="*/ 1466022 w 9807427"/>
              <a:gd name="connsiteY0" fmla="*/ 6379618 h 6394133"/>
              <a:gd name="connsiteX1" fmla="*/ 1458767 w 9807427"/>
              <a:gd name="connsiteY1" fmla="*/ 2867162 h 6394133"/>
              <a:gd name="connsiteX2" fmla="*/ 2032080 w 9807427"/>
              <a:gd name="connsiteY2" fmla="*/ 1669733 h 6394133"/>
              <a:gd name="connsiteX3" fmla="*/ 3599624 w 9807427"/>
              <a:gd name="connsiteY3" fmla="*/ 1502819 h 6394133"/>
              <a:gd name="connsiteX4" fmla="*/ 5602595 w 9807427"/>
              <a:gd name="connsiteY4" fmla="*/ 2047104 h 6394133"/>
              <a:gd name="connsiteX5" fmla="*/ 9594023 w 9807427"/>
              <a:gd name="connsiteY5" fmla="*/ 2221275 h 6394133"/>
              <a:gd name="connsiteX6" fmla="*/ 8940880 w 9807427"/>
              <a:gd name="connsiteY6" fmla="*/ 704533 h 6394133"/>
              <a:gd name="connsiteX7" fmla="*/ 6197680 w 9807427"/>
              <a:gd name="connsiteY7" fmla="*/ 660990 h 6394133"/>
              <a:gd name="connsiteX8" fmla="*/ 4361623 w 9807427"/>
              <a:gd name="connsiteY8" fmla="*/ 131219 h 6394133"/>
              <a:gd name="connsiteX9" fmla="*/ 1204766 w 9807427"/>
              <a:gd name="connsiteY9" fmla="*/ 174762 h 6394133"/>
              <a:gd name="connsiteX10" fmla="*/ 81 w 9807427"/>
              <a:gd name="connsiteY10" fmla="*/ 2018076 h 6394133"/>
              <a:gd name="connsiteX11" fmla="*/ 29107 w 9807427"/>
              <a:gd name="connsiteY11" fmla="*/ 6394133 h 6394133"/>
              <a:gd name="connsiteX0" fmla="*/ 1466022 w 9807427"/>
              <a:gd name="connsiteY0" fmla="*/ 6379618 h 6394133"/>
              <a:gd name="connsiteX1" fmla="*/ 1458767 w 9807427"/>
              <a:gd name="connsiteY1" fmla="*/ 2867162 h 6394133"/>
              <a:gd name="connsiteX2" fmla="*/ 2032080 w 9807427"/>
              <a:gd name="connsiteY2" fmla="*/ 1669733 h 6394133"/>
              <a:gd name="connsiteX3" fmla="*/ 3599624 w 9807427"/>
              <a:gd name="connsiteY3" fmla="*/ 1502819 h 6394133"/>
              <a:gd name="connsiteX4" fmla="*/ 5602595 w 9807427"/>
              <a:gd name="connsiteY4" fmla="*/ 2047104 h 6394133"/>
              <a:gd name="connsiteX5" fmla="*/ 9594023 w 9807427"/>
              <a:gd name="connsiteY5" fmla="*/ 2221275 h 6394133"/>
              <a:gd name="connsiteX6" fmla="*/ 8940880 w 9807427"/>
              <a:gd name="connsiteY6" fmla="*/ 704533 h 6394133"/>
              <a:gd name="connsiteX7" fmla="*/ 6197680 w 9807427"/>
              <a:gd name="connsiteY7" fmla="*/ 660990 h 6394133"/>
              <a:gd name="connsiteX8" fmla="*/ 4361623 w 9807427"/>
              <a:gd name="connsiteY8" fmla="*/ 131219 h 6394133"/>
              <a:gd name="connsiteX9" fmla="*/ 1204766 w 9807427"/>
              <a:gd name="connsiteY9" fmla="*/ 174762 h 6394133"/>
              <a:gd name="connsiteX10" fmla="*/ 81 w 9807427"/>
              <a:gd name="connsiteY10" fmla="*/ 2018076 h 6394133"/>
              <a:gd name="connsiteX11" fmla="*/ 29107 w 9807427"/>
              <a:gd name="connsiteY11" fmla="*/ 6394133 h 6394133"/>
              <a:gd name="connsiteX0" fmla="*/ 1466022 w 9758649"/>
              <a:gd name="connsiteY0" fmla="*/ 6379618 h 6394133"/>
              <a:gd name="connsiteX1" fmla="*/ 1458767 w 9758649"/>
              <a:gd name="connsiteY1" fmla="*/ 2867162 h 6394133"/>
              <a:gd name="connsiteX2" fmla="*/ 2032080 w 9758649"/>
              <a:gd name="connsiteY2" fmla="*/ 1669733 h 6394133"/>
              <a:gd name="connsiteX3" fmla="*/ 3599624 w 9758649"/>
              <a:gd name="connsiteY3" fmla="*/ 1502819 h 6394133"/>
              <a:gd name="connsiteX4" fmla="*/ 5602595 w 9758649"/>
              <a:gd name="connsiteY4" fmla="*/ 2047104 h 6394133"/>
              <a:gd name="connsiteX5" fmla="*/ 9535966 w 9758649"/>
              <a:gd name="connsiteY5" fmla="*/ 2054360 h 6394133"/>
              <a:gd name="connsiteX6" fmla="*/ 8940880 w 9758649"/>
              <a:gd name="connsiteY6" fmla="*/ 704533 h 6394133"/>
              <a:gd name="connsiteX7" fmla="*/ 6197680 w 9758649"/>
              <a:gd name="connsiteY7" fmla="*/ 660990 h 6394133"/>
              <a:gd name="connsiteX8" fmla="*/ 4361623 w 9758649"/>
              <a:gd name="connsiteY8" fmla="*/ 131219 h 6394133"/>
              <a:gd name="connsiteX9" fmla="*/ 1204766 w 9758649"/>
              <a:gd name="connsiteY9" fmla="*/ 174762 h 6394133"/>
              <a:gd name="connsiteX10" fmla="*/ 81 w 9758649"/>
              <a:gd name="connsiteY10" fmla="*/ 2018076 h 6394133"/>
              <a:gd name="connsiteX11" fmla="*/ 29107 w 9758649"/>
              <a:gd name="connsiteY11" fmla="*/ 6394133 h 6394133"/>
              <a:gd name="connsiteX0" fmla="*/ 1466022 w 9622995"/>
              <a:gd name="connsiteY0" fmla="*/ 6379618 h 6394133"/>
              <a:gd name="connsiteX1" fmla="*/ 1458767 w 9622995"/>
              <a:gd name="connsiteY1" fmla="*/ 2867162 h 6394133"/>
              <a:gd name="connsiteX2" fmla="*/ 2032080 w 9622995"/>
              <a:gd name="connsiteY2" fmla="*/ 1669733 h 6394133"/>
              <a:gd name="connsiteX3" fmla="*/ 3599624 w 9622995"/>
              <a:gd name="connsiteY3" fmla="*/ 1502819 h 6394133"/>
              <a:gd name="connsiteX4" fmla="*/ 5602595 w 9622995"/>
              <a:gd name="connsiteY4" fmla="*/ 2047104 h 6394133"/>
              <a:gd name="connsiteX5" fmla="*/ 9369051 w 9622995"/>
              <a:gd name="connsiteY5" fmla="*/ 2039845 h 6394133"/>
              <a:gd name="connsiteX6" fmla="*/ 8940880 w 9622995"/>
              <a:gd name="connsiteY6" fmla="*/ 704533 h 6394133"/>
              <a:gd name="connsiteX7" fmla="*/ 6197680 w 9622995"/>
              <a:gd name="connsiteY7" fmla="*/ 660990 h 6394133"/>
              <a:gd name="connsiteX8" fmla="*/ 4361623 w 9622995"/>
              <a:gd name="connsiteY8" fmla="*/ 131219 h 6394133"/>
              <a:gd name="connsiteX9" fmla="*/ 1204766 w 9622995"/>
              <a:gd name="connsiteY9" fmla="*/ 174762 h 6394133"/>
              <a:gd name="connsiteX10" fmla="*/ 81 w 9622995"/>
              <a:gd name="connsiteY10" fmla="*/ 2018076 h 6394133"/>
              <a:gd name="connsiteX11" fmla="*/ 29107 w 9622995"/>
              <a:gd name="connsiteY11" fmla="*/ 6394133 h 6394133"/>
              <a:gd name="connsiteX0" fmla="*/ 1466022 w 9668123"/>
              <a:gd name="connsiteY0" fmla="*/ 6379618 h 6394133"/>
              <a:gd name="connsiteX1" fmla="*/ 1458767 w 9668123"/>
              <a:gd name="connsiteY1" fmla="*/ 2867162 h 6394133"/>
              <a:gd name="connsiteX2" fmla="*/ 2032080 w 9668123"/>
              <a:gd name="connsiteY2" fmla="*/ 1669733 h 6394133"/>
              <a:gd name="connsiteX3" fmla="*/ 3599624 w 9668123"/>
              <a:gd name="connsiteY3" fmla="*/ 1502819 h 6394133"/>
              <a:gd name="connsiteX4" fmla="*/ 5602595 w 9668123"/>
              <a:gd name="connsiteY4" fmla="*/ 2047104 h 6394133"/>
              <a:gd name="connsiteX5" fmla="*/ 9369051 w 9668123"/>
              <a:gd name="connsiteY5" fmla="*/ 2039845 h 6394133"/>
              <a:gd name="connsiteX6" fmla="*/ 8940880 w 9668123"/>
              <a:gd name="connsiteY6" fmla="*/ 704533 h 6394133"/>
              <a:gd name="connsiteX7" fmla="*/ 6197680 w 9668123"/>
              <a:gd name="connsiteY7" fmla="*/ 660990 h 6394133"/>
              <a:gd name="connsiteX8" fmla="*/ 4361623 w 9668123"/>
              <a:gd name="connsiteY8" fmla="*/ 131219 h 6394133"/>
              <a:gd name="connsiteX9" fmla="*/ 1204766 w 9668123"/>
              <a:gd name="connsiteY9" fmla="*/ 174762 h 6394133"/>
              <a:gd name="connsiteX10" fmla="*/ 81 w 9668123"/>
              <a:gd name="connsiteY10" fmla="*/ 2018076 h 6394133"/>
              <a:gd name="connsiteX11" fmla="*/ 29107 w 9668123"/>
              <a:gd name="connsiteY11" fmla="*/ 6394133 h 6394133"/>
              <a:gd name="connsiteX0" fmla="*/ 1466022 w 9795780"/>
              <a:gd name="connsiteY0" fmla="*/ 6379618 h 6394133"/>
              <a:gd name="connsiteX1" fmla="*/ 1458767 w 9795780"/>
              <a:gd name="connsiteY1" fmla="*/ 2867162 h 6394133"/>
              <a:gd name="connsiteX2" fmla="*/ 2032080 w 9795780"/>
              <a:gd name="connsiteY2" fmla="*/ 1669733 h 6394133"/>
              <a:gd name="connsiteX3" fmla="*/ 3599624 w 9795780"/>
              <a:gd name="connsiteY3" fmla="*/ 1502819 h 6394133"/>
              <a:gd name="connsiteX4" fmla="*/ 5602595 w 9795780"/>
              <a:gd name="connsiteY4" fmla="*/ 2047104 h 6394133"/>
              <a:gd name="connsiteX5" fmla="*/ 9369051 w 9795780"/>
              <a:gd name="connsiteY5" fmla="*/ 2039845 h 6394133"/>
              <a:gd name="connsiteX6" fmla="*/ 9354537 w 9795780"/>
              <a:gd name="connsiteY6" fmla="*/ 602933 h 6394133"/>
              <a:gd name="connsiteX7" fmla="*/ 6197680 w 9795780"/>
              <a:gd name="connsiteY7" fmla="*/ 660990 h 6394133"/>
              <a:gd name="connsiteX8" fmla="*/ 4361623 w 9795780"/>
              <a:gd name="connsiteY8" fmla="*/ 131219 h 6394133"/>
              <a:gd name="connsiteX9" fmla="*/ 1204766 w 9795780"/>
              <a:gd name="connsiteY9" fmla="*/ 174762 h 6394133"/>
              <a:gd name="connsiteX10" fmla="*/ 81 w 9795780"/>
              <a:gd name="connsiteY10" fmla="*/ 2018076 h 6394133"/>
              <a:gd name="connsiteX11" fmla="*/ 29107 w 9795780"/>
              <a:gd name="connsiteY11" fmla="*/ 6394133 h 6394133"/>
              <a:gd name="connsiteX0" fmla="*/ 1466022 w 9823161"/>
              <a:gd name="connsiteY0" fmla="*/ 6379618 h 6394133"/>
              <a:gd name="connsiteX1" fmla="*/ 1458767 w 9823161"/>
              <a:gd name="connsiteY1" fmla="*/ 2867162 h 6394133"/>
              <a:gd name="connsiteX2" fmla="*/ 2032080 w 9823161"/>
              <a:gd name="connsiteY2" fmla="*/ 1669733 h 6394133"/>
              <a:gd name="connsiteX3" fmla="*/ 3599624 w 9823161"/>
              <a:gd name="connsiteY3" fmla="*/ 1502819 h 6394133"/>
              <a:gd name="connsiteX4" fmla="*/ 5602595 w 9823161"/>
              <a:gd name="connsiteY4" fmla="*/ 2047104 h 6394133"/>
              <a:gd name="connsiteX5" fmla="*/ 9369051 w 9823161"/>
              <a:gd name="connsiteY5" fmla="*/ 2039845 h 6394133"/>
              <a:gd name="connsiteX6" fmla="*/ 9405337 w 9823161"/>
              <a:gd name="connsiteY6" fmla="*/ 1299619 h 6394133"/>
              <a:gd name="connsiteX7" fmla="*/ 6197680 w 9823161"/>
              <a:gd name="connsiteY7" fmla="*/ 660990 h 6394133"/>
              <a:gd name="connsiteX8" fmla="*/ 4361623 w 9823161"/>
              <a:gd name="connsiteY8" fmla="*/ 131219 h 6394133"/>
              <a:gd name="connsiteX9" fmla="*/ 1204766 w 9823161"/>
              <a:gd name="connsiteY9" fmla="*/ 174762 h 6394133"/>
              <a:gd name="connsiteX10" fmla="*/ 81 w 9823161"/>
              <a:gd name="connsiteY10" fmla="*/ 2018076 h 6394133"/>
              <a:gd name="connsiteX11" fmla="*/ 29107 w 9823161"/>
              <a:gd name="connsiteY11" fmla="*/ 6394133 h 6394133"/>
              <a:gd name="connsiteX0" fmla="*/ 1466022 w 9855955"/>
              <a:gd name="connsiteY0" fmla="*/ 6379618 h 6394133"/>
              <a:gd name="connsiteX1" fmla="*/ 1458767 w 9855955"/>
              <a:gd name="connsiteY1" fmla="*/ 2867162 h 6394133"/>
              <a:gd name="connsiteX2" fmla="*/ 2032080 w 9855955"/>
              <a:gd name="connsiteY2" fmla="*/ 1669733 h 6394133"/>
              <a:gd name="connsiteX3" fmla="*/ 3599624 w 9855955"/>
              <a:gd name="connsiteY3" fmla="*/ 1502819 h 6394133"/>
              <a:gd name="connsiteX4" fmla="*/ 5602595 w 9855955"/>
              <a:gd name="connsiteY4" fmla="*/ 2047104 h 6394133"/>
              <a:gd name="connsiteX5" fmla="*/ 9369051 w 9855955"/>
              <a:gd name="connsiteY5" fmla="*/ 2039845 h 6394133"/>
              <a:gd name="connsiteX6" fmla="*/ 9405337 w 9855955"/>
              <a:gd name="connsiteY6" fmla="*/ 1299619 h 6394133"/>
              <a:gd name="connsiteX7" fmla="*/ 6197680 w 9855955"/>
              <a:gd name="connsiteY7" fmla="*/ 660990 h 6394133"/>
              <a:gd name="connsiteX8" fmla="*/ 4361623 w 9855955"/>
              <a:gd name="connsiteY8" fmla="*/ 131219 h 6394133"/>
              <a:gd name="connsiteX9" fmla="*/ 1204766 w 9855955"/>
              <a:gd name="connsiteY9" fmla="*/ 174762 h 6394133"/>
              <a:gd name="connsiteX10" fmla="*/ 81 w 9855955"/>
              <a:gd name="connsiteY10" fmla="*/ 2018076 h 6394133"/>
              <a:gd name="connsiteX11" fmla="*/ 29107 w 9855955"/>
              <a:gd name="connsiteY11" fmla="*/ 6394133 h 6394133"/>
              <a:gd name="connsiteX0" fmla="*/ 1466022 w 9872070"/>
              <a:gd name="connsiteY0" fmla="*/ 6379618 h 6394133"/>
              <a:gd name="connsiteX1" fmla="*/ 1458767 w 9872070"/>
              <a:gd name="connsiteY1" fmla="*/ 2867162 h 6394133"/>
              <a:gd name="connsiteX2" fmla="*/ 2032080 w 9872070"/>
              <a:gd name="connsiteY2" fmla="*/ 1669733 h 6394133"/>
              <a:gd name="connsiteX3" fmla="*/ 3599624 w 9872070"/>
              <a:gd name="connsiteY3" fmla="*/ 1502819 h 6394133"/>
              <a:gd name="connsiteX4" fmla="*/ 5602595 w 9872070"/>
              <a:gd name="connsiteY4" fmla="*/ 2047104 h 6394133"/>
              <a:gd name="connsiteX5" fmla="*/ 9369051 w 9872070"/>
              <a:gd name="connsiteY5" fmla="*/ 2039845 h 6394133"/>
              <a:gd name="connsiteX6" fmla="*/ 9405337 w 9872070"/>
              <a:gd name="connsiteY6" fmla="*/ 1299619 h 6394133"/>
              <a:gd name="connsiteX7" fmla="*/ 6197680 w 9872070"/>
              <a:gd name="connsiteY7" fmla="*/ 660990 h 6394133"/>
              <a:gd name="connsiteX8" fmla="*/ 4361623 w 9872070"/>
              <a:gd name="connsiteY8" fmla="*/ 131219 h 6394133"/>
              <a:gd name="connsiteX9" fmla="*/ 1204766 w 9872070"/>
              <a:gd name="connsiteY9" fmla="*/ 174762 h 6394133"/>
              <a:gd name="connsiteX10" fmla="*/ 81 w 9872070"/>
              <a:gd name="connsiteY10" fmla="*/ 2018076 h 6394133"/>
              <a:gd name="connsiteX11" fmla="*/ 29107 w 9872070"/>
              <a:gd name="connsiteY11" fmla="*/ 6394133 h 6394133"/>
              <a:gd name="connsiteX0" fmla="*/ 1466022 w 9816116"/>
              <a:gd name="connsiteY0" fmla="*/ 6415590 h 6430105"/>
              <a:gd name="connsiteX1" fmla="*/ 1458767 w 9816116"/>
              <a:gd name="connsiteY1" fmla="*/ 2903134 h 6430105"/>
              <a:gd name="connsiteX2" fmla="*/ 2032080 w 9816116"/>
              <a:gd name="connsiteY2" fmla="*/ 1705705 h 6430105"/>
              <a:gd name="connsiteX3" fmla="*/ 3599624 w 9816116"/>
              <a:gd name="connsiteY3" fmla="*/ 1538791 h 6430105"/>
              <a:gd name="connsiteX4" fmla="*/ 5602595 w 9816116"/>
              <a:gd name="connsiteY4" fmla="*/ 2083076 h 6430105"/>
              <a:gd name="connsiteX5" fmla="*/ 9369051 w 9816116"/>
              <a:gd name="connsiteY5" fmla="*/ 2075817 h 6430105"/>
              <a:gd name="connsiteX6" fmla="*/ 9405337 w 9816116"/>
              <a:gd name="connsiteY6" fmla="*/ 1335591 h 6430105"/>
              <a:gd name="connsiteX7" fmla="*/ 6596823 w 9816116"/>
              <a:gd name="connsiteY7" fmla="*/ 1342847 h 6430105"/>
              <a:gd name="connsiteX8" fmla="*/ 4361623 w 9816116"/>
              <a:gd name="connsiteY8" fmla="*/ 167191 h 6430105"/>
              <a:gd name="connsiteX9" fmla="*/ 1204766 w 9816116"/>
              <a:gd name="connsiteY9" fmla="*/ 210734 h 6430105"/>
              <a:gd name="connsiteX10" fmla="*/ 81 w 9816116"/>
              <a:gd name="connsiteY10" fmla="*/ 2054048 h 6430105"/>
              <a:gd name="connsiteX11" fmla="*/ 29107 w 9816116"/>
              <a:gd name="connsiteY11" fmla="*/ 6430105 h 6430105"/>
              <a:gd name="connsiteX0" fmla="*/ 1466022 w 9816116"/>
              <a:gd name="connsiteY0" fmla="*/ 6415590 h 6430105"/>
              <a:gd name="connsiteX1" fmla="*/ 1458767 w 9816116"/>
              <a:gd name="connsiteY1" fmla="*/ 2903134 h 6430105"/>
              <a:gd name="connsiteX2" fmla="*/ 2032080 w 9816116"/>
              <a:gd name="connsiteY2" fmla="*/ 1705705 h 6430105"/>
              <a:gd name="connsiteX3" fmla="*/ 3599624 w 9816116"/>
              <a:gd name="connsiteY3" fmla="*/ 1538791 h 6430105"/>
              <a:gd name="connsiteX4" fmla="*/ 5602595 w 9816116"/>
              <a:gd name="connsiteY4" fmla="*/ 2083076 h 6430105"/>
              <a:gd name="connsiteX5" fmla="*/ 9369051 w 9816116"/>
              <a:gd name="connsiteY5" fmla="*/ 2075817 h 6430105"/>
              <a:gd name="connsiteX6" fmla="*/ 9405337 w 9816116"/>
              <a:gd name="connsiteY6" fmla="*/ 1335591 h 6430105"/>
              <a:gd name="connsiteX7" fmla="*/ 6596823 w 9816116"/>
              <a:gd name="connsiteY7" fmla="*/ 1342847 h 6430105"/>
              <a:gd name="connsiteX8" fmla="*/ 4361623 w 9816116"/>
              <a:gd name="connsiteY8" fmla="*/ 167191 h 6430105"/>
              <a:gd name="connsiteX9" fmla="*/ 1204766 w 9816116"/>
              <a:gd name="connsiteY9" fmla="*/ 210734 h 6430105"/>
              <a:gd name="connsiteX10" fmla="*/ 81 w 9816116"/>
              <a:gd name="connsiteY10" fmla="*/ 2054048 h 6430105"/>
              <a:gd name="connsiteX11" fmla="*/ 29107 w 9816116"/>
              <a:gd name="connsiteY11" fmla="*/ 6430105 h 6430105"/>
              <a:gd name="connsiteX0" fmla="*/ 1466022 w 9904900"/>
              <a:gd name="connsiteY0" fmla="*/ 6415590 h 6430105"/>
              <a:gd name="connsiteX1" fmla="*/ 1458767 w 9904900"/>
              <a:gd name="connsiteY1" fmla="*/ 2903134 h 6430105"/>
              <a:gd name="connsiteX2" fmla="*/ 2032080 w 9904900"/>
              <a:gd name="connsiteY2" fmla="*/ 1705705 h 6430105"/>
              <a:gd name="connsiteX3" fmla="*/ 3599624 w 9904900"/>
              <a:gd name="connsiteY3" fmla="*/ 1538791 h 6430105"/>
              <a:gd name="connsiteX4" fmla="*/ 5602595 w 9904900"/>
              <a:gd name="connsiteY4" fmla="*/ 2083076 h 6430105"/>
              <a:gd name="connsiteX5" fmla="*/ 9369051 w 9904900"/>
              <a:gd name="connsiteY5" fmla="*/ 2075817 h 6430105"/>
              <a:gd name="connsiteX6" fmla="*/ 9405337 w 9904900"/>
              <a:gd name="connsiteY6" fmla="*/ 1335591 h 6430105"/>
              <a:gd name="connsiteX7" fmla="*/ 6596823 w 9904900"/>
              <a:gd name="connsiteY7" fmla="*/ 1342847 h 6430105"/>
              <a:gd name="connsiteX8" fmla="*/ 4361623 w 9904900"/>
              <a:gd name="connsiteY8" fmla="*/ 167191 h 6430105"/>
              <a:gd name="connsiteX9" fmla="*/ 1204766 w 9904900"/>
              <a:gd name="connsiteY9" fmla="*/ 210734 h 6430105"/>
              <a:gd name="connsiteX10" fmla="*/ 81 w 9904900"/>
              <a:gd name="connsiteY10" fmla="*/ 2054048 h 6430105"/>
              <a:gd name="connsiteX11" fmla="*/ 29107 w 9904900"/>
              <a:gd name="connsiteY11" fmla="*/ 6430105 h 6430105"/>
              <a:gd name="connsiteX0" fmla="*/ 1466022 w 9904900"/>
              <a:gd name="connsiteY0" fmla="*/ 6358517 h 6373032"/>
              <a:gd name="connsiteX1" fmla="*/ 1458767 w 9904900"/>
              <a:gd name="connsiteY1" fmla="*/ 2846061 h 6373032"/>
              <a:gd name="connsiteX2" fmla="*/ 2032080 w 9904900"/>
              <a:gd name="connsiteY2" fmla="*/ 1648632 h 6373032"/>
              <a:gd name="connsiteX3" fmla="*/ 3599624 w 9904900"/>
              <a:gd name="connsiteY3" fmla="*/ 1481718 h 6373032"/>
              <a:gd name="connsiteX4" fmla="*/ 5602595 w 9904900"/>
              <a:gd name="connsiteY4" fmla="*/ 2026003 h 6373032"/>
              <a:gd name="connsiteX5" fmla="*/ 9369051 w 9904900"/>
              <a:gd name="connsiteY5" fmla="*/ 2018744 h 6373032"/>
              <a:gd name="connsiteX6" fmla="*/ 9405337 w 9904900"/>
              <a:gd name="connsiteY6" fmla="*/ 1278518 h 6373032"/>
              <a:gd name="connsiteX7" fmla="*/ 6596823 w 9904900"/>
              <a:gd name="connsiteY7" fmla="*/ 1285774 h 6373032"/>
              <a:gd name="connsiteX8" fmla="*/ 4361623 w 9904900"/>
              <a:gd name="connsiteY8" fmla="*/ 233490 h 6373032"/>
              <a:gd name="connsiteX9" fmla="*/ 1204766 w 9904900"/>
              <a:gd name="connsiteY9" fmla="*/ 153661 h 6373032"/>
              <a:gd name="connsiteX10" fmla="*/ 81 w 9904900"/>
              <a:gd name="connsiteY10" fmla="*/ 1996975 h 6373032"/>
              <a:gd name="connsiteX11" fmla="*/ 29107 w 9904900"/>
              <a:gd name="connsiteY11" fmla="*/ 6373032 h 6373032"/>
              <a:gd name="connsiteX0" fmla="*/ 1547158 w 9986036"/>
              <a:gd name="connsiteY0" fmla="*/ 6313207 h 6327722"/>
              <a:gd name="connsiteX1" fmla="*/ 1539903 w 9986036"/>
              <a:gd name="connsiteY1" fmla="*/ 2800751 h 6327722"/>
              <a:gd name="connsiteX2" fmla="*/ 2113216 w 9986036"/>
              <a:gd name="connsiteY2" fmla="*/ 1603322 h 6327722"/>
              <a:gd name="connsiteX3" fmla="*/ 3680760 w 9986036"/>
              <a:gd name="connsiteY3" fmla="*/ 1436408 h 6327722"/>
              <a:gd name="connsiteX4" fmla="*/ 5683731 w 9986036"/>
              <a:gd name="connsiteY4" fmla="*/ 1980693 h 6327722"/>
              <a:gd name="connsiteX5" fmla="*/ 9450187 w 9986036"/>
              <a:gd name="connsiteY5" fmla="*/ 1973434 h 6327722"/>
              <a:gd name="connsiteX6" fmla="*/ 9486473 w 9986036"/>
              <a:gd name="connsiteY6" fmla="*/ 1233208 h 6327722"/>
              <a:gd name="connsiteX7" fmla="*/ 6677959 w 9986036"/>
              <a:gd name="connsiteY7" fmla="*/ 1240464 h 6327722"/>
              <a:gd name="connsiteX8" fmla="*/ 4442759 w 9986036"/>
              <a:gd name="connsiteY8" fmla="*/ 188180 h 6327722"/>
              <a:gd name="connsiteX9" fmla="*/ 1300417 w 9986036"/>
              <a:gd name="connsiteY9" fmla="*/ 173665 h 6327722"/>
              <a:gd name="connsiteX10" fmla="*/ 81217 w 9986036"/>
              <a:gd name="connsiteY10" fmla="*/ 1951665 h 6327722"/>
              <a:gd name="connsiteX11" fmla="*/ 110243 w 9986036"/>
              <a:gd name="connsiteY11" fmla="*/ 6327722 h 6327722"/>
              <a:gd name="connsiteX0" fmla="*/ 1547158 w 9986036"/>
              <a:gd name="connsiteY0" fmla="*/ 6208879 h 6223394"/>
              <a:gd name="connsiteX1" fmla="*/ 1539903 w 9986036"/>
              <a:gd name="connsiteY1" fmla="*/ 2696423 h 6223394"/>
              <a:gd name="connsiteX2" fmla="*/ 2113216 w 9986036"/>
              <a:gd name="connsiteY2" fmla="*/ 1498994 h 6223394"/>
              <a:gd name="connsiteX3" fmla="*/ 3680760 w 9986036"/>
              <a:gd name="connsiteY3" fmla="*/ 1332080 h 6223394"/>
              <a:gd name="connsiteX4" fmla="*/ 5683731 w 9986036"/>
              <a:gd name="connsiteY4" fmla="*/ 1876365 h 6223394"/>
              <a:gd name="connsiteX5" fmla="*/ 9450187 w 9986036"/>
              <a:gd name="connsiteY5" fmla="*/ 1869106 h 6223394"/>
              <a:gd name="connsiteX6" fmla="*/ 9486473 w 9986036"/>
              <a:gd name="connsiteY6" fmla="*/ 1128880 h 6223394"/>
              <a:gd name="connsiteX7" fmla="*/ 6677959 w 9986036"/>
              <a:gd name="connsiteY7" fmla="*/ 1136136 h 6223394"/>
              <a:gd name="connsiteX8" fmla="*/ 4442759 w 9986036"/>
              <a:gd name="connsiteY8" fmla="*/ 83852 h 6223394"/>
              <a:gd name="connsiteX9" fmla="*/ 1300417 w 9986036"/>
              <a:gd name="connsiteY9" fmla="*/ 69337 h 6223394"/>
              <a:gd name="connsiteX10" fmla="*/ 81217 w 9986036"/>
              <a:gd name="connsiteY10" fmla="*/ 1847337 h 6223394"/>
              <a:gd name="connsiteX11" fmla="*/ 110243 w 9986036"/>
              <a:gd name="connsiteY11" fmla="*/ 6223394 h 6223394"/>
              <a:gd name="connsiteX0" fmla="*/ 1547158 w 9986036"/>
              <a:gd name="connsiteY0" fmla="*/ 6143351 h 6157866"/>
              <a:gd name="connsiteX1" fmla="*/ 1539903 w 9986036"/>
              <a:gd name="connsiteY1" fmla="*/ 2630895 h 6157866"/>
              <a:gd name="connsiteX2" fmla="*/ 2113216 w 9986036"/>
              <a:gd name="connsiteY2" fmla="*/ 1433466 h 6157866"/>
              <a:gd name="connsiteX3" fmla="*/ 3680760 w 9986036"/>
              <a:gd name="connsiteY3" fmla="*/ 1266552 h 6157866"/>
              <a:gd name="connsiteX4" fmla="*/ 5683731 w 9986036"/>
              <a:gd name="connsiteY4" fmla="*/ 1810837 h 6157866"/>
              <a:gd name="connsiteX5" fmla="*/ 9450187 w 9986036"/>
              <a:gd name="connsiteY5" fmla="*/ 1803578 h 6157866"/>
              <a:gd name="connsiteX6" fmla="*/ 9486473 w 9986036"/>
              <a:gd name="connsiteY6" fmla="*/ 1063352 h 6157866"/>
              <a:gd name="connsiteX7" fmla="*/ 6677959 w 9986036"/>
              <a:gd name="connsiteY7" fmla="*/ 1070608 h 6157866"/>
              <a:gd name="connsiteX8" fmla="*/ 4442759 w 9986036"/>
              <a:gd name="connsiteY8" fmla="*/ 18324 h 6157866"/>
              <a:gd name="connsiteX9" fmla="*/ 1300417 w 9986036"/>
              <a:gd name="connsiteY9" fmla="*/ 3809 h 6157866"/>
              <a:gd name="connsiteX10" fmla="*/ 81217 w 9986036"/>
              <a:gd name="connsiteY10" fmla="*/ 1781809 h 6157866"/>
              <a:gd name="connsiteX11" fmla="*/ 110243 w 9986036"/>
              <a:gd name="connsiteY11" fmla="*/ 6157866 h 6157866"/>
              <a:gd name="connsiteX0" fmla="*/ 1587839 w 10026717"/>
              <a:gd name="connsiteY0" fmla="*/ 6211571 h 6226086"/>
              <a:gd name="connsiteX1" fmla="*/ 1580584 w 10026717"/>
              <a:gd name="connsiteY1" fmla="*/ 2699115 h 6226086"/>
              <a:gd name="connsiteX2" fmla="*/ 2153897 w 10026717"/>
              <a:gd name="connsiteY2" fmla="*/ 1501686 h 6226086"/>
              <a:gd name="connsiteX3" fmla="*/ 3721441 w 10026717"/>
              <a:gd name="connsiteY3" fmla="*/ 1334772 h 6226086"/>
              <a:gd name="connsiteX4" fmla="*/ 5724412 w 10026717"/>
              <a:gd name="connsiteY4" fmla="*/ 1879057 h 6226086"/>
              <a:gd name="connsiteX5" fmla="*/ 9490868 w 10026717"/>
              <a:gd name="connsiteY5" fmla="*/ 1871798 h 6226086"/>
              <a:gd name="connsiteX6" fmla="*/ 9527154 w 10026717"/>
              <a:gd name="connsiteY6" fmla="*/ 1131572 h 6226086"/>
              <a:gd name="connsiteX7" fmla="*/ 6718640 w 10026717"/>
              <a:gd name="connsiteY7" fmla="*/ 1138828 h 6226086"/>
              <a:gd name="connsiteX8" fmla="*/ 4483440 w 10026717"/>
              <a:gd name="connsiteY8" fmla="*/ 86544 h 6226086"/>
              <a:gd name="connsiteX9" fmla="*/ 1892640 w 10026717"/>
              <a:gd name="connsiteY9" fmla="*/ 64772 h 6226086"/>
              <a:gd name="connsiteX10" fmla="*/ 121898 w 10026717"/>
              <a:gd name="connsiteY10" fmla="*/ 1850029 h 6226086"/>
              <a:gd name="connsiteX11" fmla="*/ 150924 w 10026717"/>
              <a:gd name="connsiteY11" fmla="*/ 6226086 h 6226086"/>
              <a:gd name="connsiteX0" fmla="*/ 1587839 w 10026717"/>
              <a:gd name="connsiteY0" fmla="*/ 6146799 h 6161314"/>
              <a:gd name="connsiteX1" fmla="*/ 1580584 w 10026717"/>
              <a:gd name="connsiteY1" fmla="*/ 2634343 h 6161314"/>
              <a:gd name="connsiteX2" fmla="*/ 2153897 w 10026717"/>
              <a:gd name="connsiteY2" fmla="*/ 1436914 h 6161314"/>
              <a:gd name="connsiteX3" fmla="*/ 3721441 w 10026717"/>
              <a:gd name="connsiteY3" fmla="*/ 1270000 h 6161314"/>
              <a:gd name="connsiteX4" fmla="*/ 5724412 w 10026717"/>
              <a:gd name="connsiteY4" fmla="*/ 1814285 h 6161314"/>
              <a:gd name="connsiteX5" fmla="*/ 9490868 w 10026717"/>
              <a:gd name="connsiteY5" fmla="*/ 1807026 h 6161314"/>
              <a:gd name="connsiteX6" fmla="*/ 9527154 w 10026717"/>
              <a:gd name="connsiteY6" fmla="*/ 1066800 h 6161314"/>
              <a:gd name="connsiteX7" fmla="*/ 6718640 w 10026717"/>
              <a:gd name="connsiteY7" fmla="*/ 1074056 h 6161314"/>
              <a:gd name="connsiteX8" fmla="*/ 4483440 w 10026717"/>
              <a:gd name="connsiteY8" fmla="*/ 21772 h 6161314"/>
              <a:gd name="connsiteX9" fmla="*/ 1892640 w 10026717"/>
              <a:gd name="connsiteY9" fmla="*/ 0 h 6161314"/>
              <a:gd name="connsiteX10" fmla="*/ 121898 w 10026717"/>
              <a:gd name="connsiteY10" fmla="*/ 1785257 h 6161314"/>
              <a:gd name="connsiteX11" fmla="*/ 150924 w 10026717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8074"/>
              <a:gd name="connsiteY0" fmla="*/ 6146799 h 6161314"/>
              <a:gd name="connsiteX1" fmla="*/ 1458875 w 9908074"/>
              <a:gd name="connsiteY1" fmla="*/ 2634343 h 6161314"/>
              <a:gd name="connsiteX2" fmla="*/ 2032188 w 9908074"/>
              <a:gd name="connsiteY2" fmla="*/ 1436914 h 6161314"/>
              <a:gd name="connsiteX3" fmla="*/ 3599732 w 9908074"/>
              <a:gd name="connsiteY3" fmla="*/ 1270000 h 6161314"/>
              <a:gd name="connsiteX4" fmla="*/ 5290646 w 9908074"/>
              <a:gd name="connsiteY4" fmla="*/ 1814285 h 6161314"/>
              <a:gd name="connsiteX5" fmla="*/ 9369159 w 9908074"/>
              <a:gd name="connsiteY5" fmla="*/ 1807026 h 6161314"/>
              <a:gd name="connsiteX6" fmla="*/ 9405445 w 9908074"/>
              <a:gd name="connsiteY6" fmla="*/ 1066800 h 6161314"/>
              <a:gd name="connsiteX7" fmla="*/ 6596931 w 9908074"/>
              <a:gd name="connsiteY7" fmla="*/ 1074056 h 6161314"/>
              <a:gd name="connsiteX8" fmla="*/ 4361731 w 9908074"/>
              <a:gd name="connsiteY8" fmla="*/ 21772 h 6161314"/>
              <a:gd name="connsiteX9" fmla="*/ 1770931 w 9908074"/>
              <a:gd name="connsiteY9" fmla="*/ 0 h 6161314"/>
              <a:gd name="connsiteX10" fmla="*/ 189 w 9908074"/>
              <a:gd name="connsiteY10" fmla="*/ 1785257 h 6161314"/>
              <a:gd name="connsiteX11" fmla="*/ 29215 w 9908074"/>
              <a:gd name="connsiteY11" fmla="*/ 6161314 h 6161314"/>
              <a:gd name="connsiteX0" fmla="*/ 1466130 w 9908074"/>
              <a:gd name="connsiteY0" fmla="*/ 6146799 h 6161314"/>
              <a:gd name="connsiteX1" fmla="*/ 1458875 w 9908074"/>
              <a:gd name="connsiteY1" fmla="*/ 2634343 h 6161314"/>
              <a:gd name="connsiteX2" fmla="*/ 2032188 w 9908074"/>
              <a:gd name="connsiteY2" fmla="*/ 1436914 h 6161314"/>
              <a:gd name="connsiteX3" fmla="*/ 3599732 w 9908074"/>
              <a:gd name="connsiteY3" fmla="*/ 1270000 h 6161314"/>
              <a:gd name="connsiteX4" fmla="*/ 5290646 w 9908074"/>
              <a:gd name="connsiteY4" fmla="*/ 1814285 h 6161314"/>
              <a:gd name="connsiteX5" fmla="*/ 9369159 w 9908074"/>
              <a:gd name="connsiteY5" fmla="*/ 1807026 h 6161314"/>
              <a:gd name="connsiteX6" fmla="*/ 9405445 w 9908074"/>
              <a:gd name="connsiteY6" fmla="*/ 1066800 h 6161314"/>
              <a:gd name="connsiteX7" fmla="*/ 6596931 w 9908074"/>
              <a:gd name="connsiteY7" fmla="*/ 1074056 h 6161314"/>
              <a:gd name="connsiteX8" fmla="*/ 4361731 w 9908074"/>
              <a:gd name="connsiteY8" fmla="*/ 21772 h 6161314"/>
              <a:gd name="connsiteX9" fmla="*/ 1770931 w 9908074"/>
              <a:gd name="connsiteY9" fmla="*/ 0 h 6161314"/>
              <a:gd name="connsiteX10" fmla="*/ 189 w 9908074"/>
              <a:gd name="connsiteY10" fmla="*/ 1785257 h 6161314"/>
              <a:gd name="connsiteX11" fmla="*/ 29215 w 9908074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602053 w 10057256"/>
              <a:gd name="connsiteY0" fmla="*/ 6146799 h 6146799"/>
              <a:gd name="connsiteX1" fmla="*/ 1594798 w 10057256"/>
              <a:gd name="connsiteY1" fmla="*/ 2634343 h 6146799"/>
              <a:gd name="connsiteX2" fmla="*/ 2168111 w 10057256"/>
              <a:gd name="connsiteY2" fmla="*/ 1436914 h 6146799"/>
              <a:gd name="connsiteX3" fmla="*/ 3735655 w 10057256"/>
              <a:gd name="connsiteY3" fmla="*/ 1270000 h 6146799"/>
              <a:gd name="connsiteX4" fmla="*/ 5426569 w 10057256"/>
              <a:gd name="connsiteY4" fmla="*/ 1814285 h 6146799"/>
              <a:gd name="connsiteX5" fmla="*/ 9505082 w 10057256"/>
              <a:gd name="connsiteY5" fmla="*/ 1807026 h 6146799"/>
              <a:gd name="connsiteX6" fmla="*/ 9541368 w 10057256"/>
              <a:gd name="connsiteY6" fmla="*/ 1066800 h 6146799"/>
              <a:gd name="connsiteX7" fmla="*/ 6732854 w 10057256"/>
              <a:gd name="connsiteY7" fmla="*/ 1074056 h 6146799"/>
              <a:gd name="connsiteX8" fmla="*/ 4497654 w 10057256"/>
              <a:gd name="connsiteY8" fmla="*/ 21772 h 6146799"/>
              <a:gd name="connsiteX9" fmla="*/ 1906854 w 10057256"/>
              <a:gd name="connsiteY9" fmla="*/ 0 h 6146799"/>
              <a:gd name="connsiteX10" fmla="*/ 136112 w 10057256"/>
              <a:gd name="connsiteY10" fmla="*/ 1785257 h 6146799"/>
              <a:gd name="connsiteX11" fmla="*/ 121595 w 10057256"/>
              <a:gd name="connsiteY11" fmla="*/ 2467428 h 6146799"/>
              <a:gd name="connsiteX0" fmla="*/ 1481619 w 9936822"/>
              <a:gd name="connsiteY0" fmla="*/ 6146799 h 6146799"/>
              <a:gd name="connsiteX1" fmla="*/ 1474364 w 9936822"/>
              <a:gd name="connsiteY1" fmla="*/ 2634343 h 6146799"/>
              <a:gd name="connsiteX2" fmla="*/ 2047677 w 9936822"/>
              <a:gd name="connsiteY2" fmla="*/ 1436914 h 6146799"/>
              <a:gd name="connsiteX3" fmla="*/ 3615221 w 9936822"/>
              <a:gd name="connsiteY3" fmla="*/ 1270000 h 6146799"/>
              <a:gd name="connsiteX4" fmla="*/ 5306135 w 9936822"/>
              <a:gd name="connsiteY4" fmla="*/ 1814285 h 6146799"/>
              <a:gd name="connsiteX5" fmla="*/ 9384648 w 9936822"/>
              <a:gd name="connsiteY5" fmla="*/ 1807026 h 6146799"/>
              <a:gd name="connsiteX6" fmla="*/ 9420934 w 9936822"/>
              <a:gd name="connsiteY6" fmla="*/ 1066800 h 6146799"/>
              <a:gd name="connsiteX7" fmla="*/ 6612420 w 9936822"/>
              <a:gd name="connsiteY7" fmla="*/ 1074056 h 6146799"/>
              <a:gd name="connsiteX8" fmla="*/ 4377220 w 9936822"/>
              <a:gd name="connsiteY8" fmla="*/ 21772 h 6146799"/>
              <a:gd name="connsiteX9" fmla="*/ 1786420 w 9936822"/>
              <a:gd name="connsiteY9" fmla="*/ 0 h 6146799"/>
              <a:gd name="connsiteX10" fmla="*/ 15678 w 9936822"/>
              <a:gd name="connsiteY10" fmla="*/ 1785257 h 6146799"/>
              <a:gd name="connsiteX11" fmla="*/ 1161 w 9936822"/>
              <a:gd name="connsiteY11" fmla="*/ 2467428 h 6146799"/>
              <a:gd name="connsiteX0" fmla="*/ 1480458 w 9935661"/>
              <a:gd name="connsiteY0" fmla="*/ 6146799 h 6146799"/>
              <a:gd name="connsiteX1" fmla="*/ 1473203 w 9935661"/>
              <a:gd name="connsiteY1" fmla="*/ 2634343 h 6146799"/>
              <a:gd name="connsiteX2" fmla="*/ 2046516 w 9935661"/>
              <a:gd name="connsiteY2" fmla="*/ 1436914 h 6146799"/>
              <a:gd name="connsiteX3" fmla="*/ 3614060 w 9935661"/>
              <a:gd name="connsiteY3" fmla="*/ 1270000 h 6146799"/>
              <a:gd name="connsiteX4" fmla="*/ 5304974 w 9935661"/>
              <a:gd name="connsiteY4" fmla="*/ 1814285 h 6146799"/>
              <a:gd name="connsiteX5" fmla="*/ 9383487 w 9935661"/>
              <a:gd name="connsiteY5" fmla="*/ 1807026 h 6146799"/>
              <a:gd name="connsiteX6" fmla="*/ 9419773 w 9935661"/>
              <a:gd name="connsiteY6" fmla="*/ 1066800 h 6146799"/>
              <a:gd name="connsiteX7" fmla="*/ 6611259 w 9935661"/>
              <a:gd name="connsiteY7" fmla="*/ 1074056 h 6146799"/>
              <a:gd name="connsiteX8" fmla="*/ 4376059 w 9935661"/>
              <a:gd name="connsiteY8" fmla="*/ 21772 h 6146799"/>
              <a:gd name="connsiteX9" fmla="*/ 1785259 w 9935661"/>
              <a:gd name="connsiteY9" fmla="*/ 0 h 6146799"/>
              <a:gd name="connsiteX10" fmla="*/ 14517 w 9935661"/>
              <a:gd name="connsiteY10" fmla="*/ 1785257 h 6146799"/>
              <a:gd name="connsiteX11" fmla="*/ 0 w 9935661"/>
              <a:gd name="connsiteY11" fmla="*/ 2467428 h 6146799"/>
              <a:gd name="connsiteX0" fmla="*/ 1480458 w 9935661"/>
              <a:gd name="connsiteY0" fmla="*/ 6158195 h 6158195"/>
              <a:gd name="connsiteX1" fmla="*/ 1473203 w 9935661"/>
              <a:gd name="connsiteY1" fmla="*/ 2645739 h 6158195"/>
              <a:gd name="connsiteX2" fmla="*/ 2046516 w 9935661"/>
              <a:gd name="connsiteY2" fmla="*/ 1448310 h 6158195"/>
              <a:gd name="connsiteX3" fmla="*/ 3614060 w 9935661"/>
              <a:gd name="connsiteY3" fmla="*/ 1281396 h 6158195"/>
              <a:gd name="connsiteX4" fmla="*/ 5304974 w 9935661"/>
              <a:gd name="connsiteY4" fmla="*/ 1825681 h 6158195"/>
              <a:gd name="connsiteX5" fmla="*/ 9383487 w 9935661"/>
              <a:gd name="connsiteY5" fmla="*/ 1818422 h 6158195"/>
              <a:gd name="connsiteX6" fmla="*/ 9419773 w 9935661"/>
              <a:gd name="connsiteY6" fmla="*/ 1078196 h 6158195"/>
              <a:gd name="connsiteX7" fmla="*/ 6611259 w 9935661"/>
              <a:gd name="connsiteY7" fmla="*/ 1085452 h 6158195"/>
              <a:gd name="connsiteX8" fmla="*/ 4376059 w 9935661"/>
              <a:gd name="connsiteY8" fmla="*/ 33168 h 6158195"/>
              <a:gd name="connsiteX9" fmla="*/ 1785259 w 9935661"/>
              <a:gd name="connsiteY9" fmla="*/ 11396 h 6158195"/>
              <a:gd name="connsiteX10" fmla="*/ 14517 w 9935661"/>
              <a:gd name="connsiteY10" fmla="*/ 1796653 h 6158195"/>
              <a:gd name="connsiteX11" fmla="*/ 0 w 9935661"/>
              <a:gd name="connsiteY11" fmla="*/ 2478824 h 6158195"/>
              <a:gd name="connsiteX0" fmla="*/ 1480458 w 9935661"/>
              <a:gd name="connsiteY0" fmla="*/ 6152215 h 6152215"/>
              <a:gd name="connsiteX1" fmla="*/ 1473203 w 9935661"/>
              <a:gd name="connsiteY1" fmla="*/ 2639759 h 6152215"/>
              <a:gd name="connsiteX2" fmla="*/ 2046516 w 9935661"/>
              <a:gd name="connsiteY2" fmla="*/ 1442330 h 6152215"/>
              <a:gd name="connsiteX3" fmla="*/ 3614060 w 9935661"/>
              <a:gd name="connsiteY3" fmla="*/ 1275416 h 6152215"/>
              <a:gd name="connsiteX4" fmla="*/ 5304974 w 9935661"/>
              <a:gd name="connsiteY4" fmla="*/ 1819701 h 6152215"/>
              <a:gd name="connsiteX5" fmla="*/ 9383487 w 9935661"/>
              <a:gd name="connsiteY5" fmla="*/ 1812442 h 6152215"/>
              <a:gd name="connsiteX6" fmla="*/ 9419773 w 9935661"/>
              <a:gd name="connsiteY6" fmla="*/ 1072216 h 6152215"/>
              <a:gd name="connsiteX7" fmla="*/ 6611259 w 9935661"/>
              <a:gd name="connsiteY7" fmla="*/ 1079472 h 6152215"/>
              <a:gd name="connsiteX8" fmla="*/ 4376059 w 9935661"/>
              <a:gd name="connsiteY8" fmla="*/ 27188 h 6152215"/>
              <a:gd name="connsiteX9" fmla="*/ 1785259 w 9935661"/>
              <a:gd name="connsiteY9" fmla="*/ 5416 h 6152215"/>
              <a:gd name="connsiteX10" fmla="*/ 14517 w 9935661"/>
              <a:gd name="connsiteY10" fmla="*/ 1790673 h 6152215"/>
              <a:gd name="connsiteX11" fmla="*/ 0 w 9935661"/>
              <a:gd name="connsiteY11" fmla="*/ 2472844 h 6152215"/>
              <a:gd name="connsiteX0" fmla="*/ 1480458 w 9935661"/>
              <a:gd name="connsiteY0" fmla="*/ 6152215 h 6152215"/>
              <a:gd name="connsiteX1" fmla="*/ 1473203 w 9935661"/>
              <a:gd name="connsiteY1" fmla="*/ 2639759 h 6152215"/>
              <a:gd name="connsiteX2" fmla="*/ 2046516 w 9935661"/>
              <a:gd name="connsiteY2" fmla="*/ 1442330 h 6152215"/>
              <a:gd name="connsiteX3" fmla="*/ 3614060 w 9935661"/>
              <a:gd name="connsiteY3" fmla="*/ 1275416 h 6152215"/>
              <a:gd name="connsiteX4" fmla="*/ 5304974 w 9935661"/>
              <a:gd name="connsiteY4" fmla="*/ 1819701 h 6152215"/>
              <a:gd name="connsiteX5" fmla="*/ 9383487 w 9935661"/>
              <a:gd name="connsiteY5" fmla="*/ 1812442 h 6152215"/>
              <a:gd name="connsiteX6" fmla="*/ 9419773 w 9935661"/>
              <a:gd name="connsiteY6" fmla="*/ 1072216 h 6152215"/>
              <a:gd name="connsiteX7" fmla="*/ 6611259 w 9935661"/>
              <a:gd name="connsiteY7" fmla="*/ 1079472 h 6152215"/>
              <a:gd name="connsiteX8" fmla="*/ 4376059 w 9935661"/>
              <a:gd name="connsiteY8" fmla="*/ 27188 h 6152215"/>
              <a:gd name="connsiteX9" fmla="*/ 1785259 w 9935661"/>
              <a:gd name="connsiteY9" fmla="*/ 5416 h 6152215"/>
              <a:gd name="connsiteX10" fmla="*/ 14517 w 9935661"/>
              <a:gd name="connsiteY10" fmla="*/ 1790673 h 6152215"/>
              <a:gd name="connsiteX11" fmla="*/ 0 w 9935661"/>
              <a:gd name="connsiteY11" fmla="*/ 2472844 h 6152215"/>
              <a:gd name="connsiteX0" fmla="*/ 2191658 w 9935661"/>
              <a:gd name="connsiteY0" fmla="*/ 6173987 h 6173987"/>
              <a:gd name="connsiteX1" fmla="*/ 1473203 w 9935661"/>
              <a:gd name="connsiteY1" fmla="*/ 2639759 h 6173987"/>
              <a:gd name="connsiteX2" fmla="*/ 2046516 w 9935661"/>
              <a:gd name="connsiteY2" fmla="*/ 1442330 h 6173987"/>
              <a:gd name="connsiteX3" fmla="*/ 3614060 w 9935661"/>
              <a:gd name="connsiteY3" fmla="*/ 1275416 h 6173987"/>
              <a:gd name="connsiteX4" fmla="*/ 5304974 w 9935661"/>
              <a:gd name="connsiteY4" fmla="*/ 1819701 h 6173987"/>
              <a:gd name="connsiteX5" fmla="*/ 9383487 w 9935661"/>
              <a:gd name="connsiteY5" fmla="*/ 1812442 h 6173987"/>
              <a:gd name="connsiteX6" fmla="*/ 9419773 w 9935661"/>
              <a:gd name="connsiteY6" fmla="*/ 1072216 h 6173987"/>
              <a:gd name="connsiteX7" fmla="*/ 6611259 w 9935661"/>
              <a:gd name="connsiteY7" fmla="*/ 1079472 h 6173987"/>
              <a:gd name="connsiteX8" fmla="*/ 4376059 w 9935661"/>
              <a:gd name="connsiteY8" fmla="*/ 27188 h 6173987"/>
              <a:gd name="connsiteX9" fmla="*/ 1785259 w 9935661"/>
              <a:gd name="connsiteY9" fmla="*/ 5416 h 6173987"/>
              <a:gd name="connsiteX10" fmla="*/ 14517 w 9935661"/>
              <a:gd name="connsiteY10" fmla="*/ 1790673 h 6173987"/>
              <a:gd name="connsiteX11" fmla="*/ 0 w 9935661"/>
              <a:gd name="connsiteY11" fmla="*/ 2472844 h 6173987"/>
              <a:gd name="connsiteX0" fmla="*/ 2191658 w 9935661"/>
              <a:gd name="connsiteY0" fmla="*/ 6173987 h 6173987"/>
              <a:gd name="connsiteX1" fmla="*/ 2184403 w 9935661"/>
              <a:gd name="connsiteY1" fmla="*/ 2654273 h 6173987"/>
              <a:gd name="connsiteX2" fmla="*/ 2046516 w 9935661"/>
              <a:gd name="connsiteY2" fmla="*/ 1442330 h 6173987"/>
              <a:gd name="connsiteX3" fmla="*/ 3614060 w 9935661"/>
              <a:gd name="connsiteY3" fmla="*/ 1275416 h 6173987"/>
              <a:gd name="connsiteX4" fmla="*/ 5304974 w 9935661"/>
              <a:gd name="connsiteY4" fmla="*/ 1819701 h 6173987"/>
              <a:gd name="connsiteX5" fmla="*/ 9383487 w 9935661"/>
              <a:gd name="connsiteY5" fmla="*/ 1812442 h 6173987"/>
              <a:gd name="connsiteX6" fmla="*/ 9419773 w 9935661"/>
              <a:gd name="connsiteY6" fmla="*/ 1072216 h 6173987"/>
              <a:gd name="connsiteX7" fmla="*/ 6611259 w 9935661"/>
              <a:gd name="connsiteY7" fmla="*/ 1079472 h 6173987"/>
              <a:gd name="connsiteX8" fmla="*/ 4376059 w 9935661"/>
              <a:gd name="connsiteY8" fmla="*/ 27188 h 6173987"/>
              <a:gd name="connsiteX9" fmla="*/ 1785259 w 9935661"/>
              <a:gd name="connsiteY9" fmla="*/ 5416 h 6173987"/>
              <a:gd name="connsiteX10" fmla="*/ 14517 w 9935661"/>
              <a:gd name="connsiteY10" fmla="*/ 1790673 h 6173987"/>
              <a:gd name="connsiteX11" fmla="*/ 0 w 993566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046516 w 9891001"/>
              <a:gd name="connsiteY2" fmla="*/ 1442330 h 6173987"/>
              <a:gd name="connsiteX3" fmla="*/ 3614060 w 9891001"/>
              <a:gd name="connsiteY3" fmla="*/ 1275416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743202 w 9891001"/>
              <a:gd name="connsiteY2" fmla="*/ 1471358 h 6173987"/>
              <a:gd name="connsiteX3" fmla="*/ 3614060 w 9891001"/>
              <a:gd name="connsiteY3" fmla="*/ 1275416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743202 w 9891001"/>
              <a:gd name="connsiteY2" fmla="*/ 1471358 h 6173987"/>
              <a:gd name="connsiteX3" fmla="*/ 4274460 w 9891001"/>
              <a:gd name="connsiteY3" fmla="*/ 1268159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743202 w 9891001"/>
              <a:gd name="connsiteY2" fmla="*/ 1471358 h 6173987"/>
              <a:gd name="connsiteX3" fmla="*/ 4347032 w 9891001"/>
              <a:gd name="connsiteY3" fmla="*/ 1304445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743202 w 9891001"/>
              <a:gd name="connsiteY2" fmla="*/ 1471358 h 6173987"/>
              <a:gd name="connsiteX3" fmla="*/ 4347032 w 9891001"/>
              <a:gd name="connsiteY3" fmla="*/ 1304445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55372 w 9891001"/>
              <a:gd name="connsiteY0" fmla="*/ 3829930 h 3829930"/>
              <a:gd name="connsiteX1" fmla="*/ 2184403 w 9891001"/>
              <a:gd name="connsiteY1" fmla="*/ 2654273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55372 w 9891001"/>
              <a:gd name="connsiteY0" fmla="*/ 3829930 h 3829930"/>
              <a:gd name="connsiteX1" fmla="*/ 2184403 w 9891001"/>
              <a:gd name="connsiteY1" fmla="*/ 2654273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55372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55372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206172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206172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54273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1658 w 9891001"/>
              <a:gd name="connsiteY0" fmla="*/ 3815415 h 3815415"/>
              <a:gd name="connsiteX1" fmla="*/ 2191660 w 9891001"/>
              <a:gd name="connsiteY1" fmla="*/ 2654273 h 3815415"/>
              <a:gd name="connsiteX2" fmla="*/ 2743202 w 9891001"/>
              <a:gd name="connsiteY2" fmla="*/ 1471358 h 3815415"/>
              <a:gd name="connsiteX3" fmla="*/ 4347032 w 9891001"/>
              <a:gd name="connsiteY3" fmla="*/ 1304445 h 3815415"/>
              <a:gd name="connsiteX4" fmla="*/ 5834745 w 9891001"/>
              <a:gd name="connsiteY4" fmla="*/ 1826958 h 3815415"/>
              <a:gd name="connsiteX5" fmla="*/ 9383487 w 9891001"/>
              <a:gd name="connsiteY5" fmla="*/ 1812442 h 3815415"/>
              <a:gd name="connsiteX6" fmla="*/ 9419773 w 9891001"/>
              <a:gd name="connsiteY6" fmla="*/ 1072216 h 3815415"/>
              <a:gd name="connsiteX7" fmla="*/ 6611259 w 9891001"/>
              <a:gd name="connsiteY7" fmla="*/ 1079472 h 3815415"/>
              <a:gd name="connsiteX8" fmla="*/ 4376059 w 9891001"/>
              <a:gd name="connsiteY8" fmla="*/ 27188 h 3815415"/>
              <a:gd name="connsiteX9" fmla="*/ 1785259 w 9891001"/>
              <a:gd name="connsiteY9" fmla="*/ 5416 h 3815415"/>
              <a:gd name="connsiteX10" fmla="*/ 14517 w 9891001"/>
              <a:gd name="connsiteY10" fmla="*/ 1790673 h 3815415"/>
              <a:gd name="connsiteX11" fmla="*/ 0 w 9891001"/>
              <a:gd name="connsiteY11" fmla="*/ 2472844 h 3815415"/>
              <a:gd name="connsiteX0" fmla="*/ 2191658 w 9891001"/>
              <a:gd name="connsiteY0" fmla="*/ 3815415 h 3815415"/>
              <a:gd name="connsiteX1" fmla="*/ 2191660 w 9891001"/>
              <a:gd name="connsiteY1" fmla="*/ 2654273 h 3815415"/>
              <a:gd name="connsiteX2" fmla="*/ 2743202 w 9891001"/>
              <a:gd name="connsiteY2" fmla="*/ 1471358 h 3815415"/>
              <a:gd name="connsiteX3" fmla="*/ 4347032 w 9891001"/>
              <a:gd name="connsiteY3" fmla="*/ 1304445 h 3815415"/>
              <a:gd name="connsiteX4" fmla="*/ 5834745 w 9891001"/>
              <a:gd name="connsiteY4" fmla="*/ 1826958 h 3815415"/>
              <a:gd name="connsiteX5" fmla="*/ 9383487 w 9891001"/>
              <a:gd name="connsiteY5" fmla="*/ 1812442 h 3815415"/>
              <a:gd name="connsiteX6" fmla="*/ 9419773 w 9891001"/>
              <a:gd name="connsiteY6" fmla="*/ 1072216 h 3815415"/>
              <a:gd name="connsiteX7" fmla="*/ 6611259 w 9891001"/>
              <a:gd name="connsiteY7" fmla="*/ 1079472 h 3815415"/>
              <a:gd name="connsiteX8" fmla="*/ 4376059 w 9891001"/>
              <a:gd name="connsiteY8" fmla="*/ 27188 h 3815415"/>
              <a:gd name="connsiteX9" fmla="*/ 1785259 w 9891001"/>
              <a:gd name="connsiteY9" fmla="*/ 5416 h 3815415"/>
              <a:gd name="connsiteX10" fmla="*/ 14517 w 9891001"/>
              <a:gd name="connsiteY10" fmla="*/ 1790673 h 3815415"/>
              <a:gd name="connsiteX11" fmla="*/ 0 w 9891001"/>
              <a:gd name="connsiteY11" fmla="*/ 2472844 h 3815415"/>
              <a:gd name="connsiteX0" fmla="*/ 2191658 w 9891001"/>
              <a:gd name="connsiteY0" fmla="*/ 3815415 h 3815415"/>
              <a:gd name="connsiteX1" fmla="*/ 2191660 w 9891001"/>
              <a:gd name="connsiteY1" fmla="*/ 2654273 h 3815415"/>
              <a:gd name="connsiteX2" fmla="*/ 2743202 w 9891001"/>
              <a:gd name="connsiteY2" fmla="*/ 1471358 h 3815415"/>
              <a:gd name="connsiteX3" fmla="*/ 4347032 w 9891001"/>
              <a:gd name="connsiteY3" fmla="*/ 1304445 h 3815415"/>
              <a:gd name="connsiteX4" fmla="*/ 5834745 w 9891001"/>
              <a:gd name="connsiteY4" fmla="*/ 1826958 h 3815415"/>
              <a:gd name="connsiteX5" fmla="*/ 9383487 w 9891001"/>
              <a:gd name="connsiteY5" fmla="*/ 1812442 h 3815415"/>
              <a:gd name="connsiteX6" fmla="*/ 9419773 w 9891001"/>
              <a:gd name="connsiteY6" fmla="*/ 1072216 h 3815415"/>
              <a:gd name="connsiteX7" fmla="*/ 6611259 w 9891001"/>
              <a:gd name="connsiteY7" fmla="*/ 1079472 h 3815415"/>
              <a:gd name="connsiteX8" fmla="*/ 4376059 w 9891001"/>
              <a:gd name="connsiteY8" fmla="*/ 27188 h 3815415"/>
              <a:gd name="connsiteX9" fmla="*/ 1785259 w 9891001"/>
              <a:gd name="connsiteY9" fmla="*/ 5416 h 3815415"/>
              <a:gd name="connsiteX10" fmla="*/ 14517 w 9891001"/>
              <a:gd name="connsiteY10" fmla="*/ 1790673 h 3815415"/>
              <a:gd name="connsiteX11" fmla="*/ 0 w 9891001"/>
              <a:gd name="connsiteY11" fmla="*/ 2472844 h 3815415"/>
              <a:gd name="connsiteX0" fmla="*/ 2191658 w 9916718"/>
              <a:gd name="connsiteY0" fmla="*/ 3815415 h 3815415"/>
              <a:gd name="connsiteX1" fmla="*/ 2191660 w 9916718"/>
              <a:gd name="connsiteY1" fmla="*/ 2654273 h 3815415"/>
              <a:gd name="connsiteX2" fmla="*/ 2743202 w 9916718"/>
              <a:gd name="connsiteY2" fmla="*/ 1471358 h 3815415"/>
              <a:gd name="connsiteX3" fmla="*/ 4347032 w 9916718"/>
              <a:gd name="connsiteY3" fmla="*/ 1304445 h 3815415"/>
              <a:gd name="connsiteX4" fmla="*/ 5834745 w 9916718"/>
              <a:gd name="connsiteY4" fmla="*/ 1826958 h 3815415"/>
              <a:gd name="connsiteX5" fmla="*/ 9383487 w 9916718"/>
              <a:gd name="connsiteY5" fmla="*/ 1812442 h 3815415"/>
              <a:gd name="connsiteX6" fmla="*/ 9419773 w 9916718"/>
              <a:gd name="connsiteY6" fmla="*/ 1072216 h 3815415"/>
              <a:gd name="connsiteX7" fmla="*/ 6611259 w 9916718"/>
              <a:gd name="connsiteY7" fmla="*/ 1079472 h 3815415"/>
              <a:gd name="connsiteX8" fmla="*/ 4376059 w 9916718"/>
              <a:gd name="connsiteY8" fmla="*/ 27188 h 3815415"/>
              <a:gd name="connsiteX9" fmla="*/ 1785259 w 9916718"/>
              <a:gd name="connsiteY9" fmla="*/ 5416 h 3815415"/>
              <a:gd name="connsiteX10" fmla="*/ 14517 w 9916718"/>
              <a:gd name="connsiteY10" fmla="*/ 1790673 h 3815415"/>
              <a:gd name="connsiteX11" fmla="*/ 0 w 9916718"/>
              <a:gd name="connsiteY11" fmla="*/ 2472844 h 3815415"/>
              <a:gd name="connsiteX0" fmla="*/ 2191658 w 9916718"/>
              <a:gd name="connsiteY0" fmla="*/ 3815415 h 3815415"/>
              <a:gd name="connsiteX1" fmla="*/ 2191660 w 9916718"/>
              <a:gd name="connsiteY1" fmla="*/ 2654273 h 3815415"/>
              <a:gd name="connsiteX2" fmla="*/ 2743202 w 9916718"/>
              <a:gd name="connsiteY2" fmla="*/ 1471358 h 3815415"/>
              <a:gd name="connsiteX3" fmla="*/ 4347032 w 9916718"/>
              <a:gd name="connsiteY3" fmla="*/ 1304445 h 3815415"/>
              <a:gd name="connsiteX4" fmla="*/ 5834745 w 9916718"/>
              <a:gd name="connsiteY4" fmla="*/ 1826958 h 3815415"/>
              <a:gd name="connsiteX5" fmla="*/ 9383487 w 9916718"/>
              <a:gd name="connsiteY5" fmla="*/ 1812442 h 3815415"/>
              <a:gd name="connsiteX6" fmla="*/ 9419773 w 9916718"/>
              <a:gd name="connsiteY6" fmla="*/ 1072216 h 3815415"/>
              <a:gd name="connsiteX7" fmla="*/ 6611259 w 9916718"/>
              <a:gd name="connsiteY7" fmla="*/ 1079472 h 3815415"/>
              <a:gd name="connsiteX8" fmla="*/ 4376059 w 9916718"/>
              <a:gd name="connsiteY8" fmla="*/ 27188 h 3815415"/>
              <a:gd name="connsiteX9" fmla="*/ 1785259 w 9916718"/>
              <a:gd name="connsiteY9" fmla="*/ 5416 h 3815415"/>
              <a:gd name="connsiteX10" fmla="*/ 14517 w 9916718"/>
              <a:gd name="connsiteY10" fmla="*/ 1790673 h 3815415"/>
              <a:gd name="connsiteX11" fmla="*/ 0 w 9916718"/>
              <a:gd name="connsiteY11" fmla="*/ 2472844 h 3815415"/>
              <a:gd name="connsiteX0" fmla="*/ 2191658 w 9916718"/>
              <a:gd name="connsiteY0" fmla="*/ 3815415 h 3815415"/>
              <a:gd name="connsiteX1" fmla="*/ 2191660 w 9916718"/>
              <a:gd name="connsiteY1" fmla="*/ 2654273 h 3815415"/>
              <a:gd name="connsiteX2" fmla="*/ 2743202 w 9916718"/>
              <a:gd name="connsiteY2" fmla="*/ 1471358 h 3815415"/>
              <a:gd name="connsiteX3" fmla="*/ 4347032 w 9916718"/>
              <a:gd name="connsiteY3" fmla="*/ 1304445 h 3815415"/>
              <a:gd name="connsiteX4" fmla="*/ 5834745 w 9916718"/>
              <a:gd name="connsiteY4" fmla="*/ 1826958 h 3815415"/>
              <a:gd name="connsiteX5" fmla="*/ 9383487 w 9916718"/>
              <a:gd name="connsiteY5" fmla="*/ 1812442 h 3815415"/>
              <a:gd name="connsiteX6" fmla="*/ 9419773 w 9916718"/>
              <a:gd name="connsiteY6" fmla="*/ 1072216 h 3815415"/>
              <a:gd name="connsiteX7" fmla="*/ 6611259 w 9916718"/>
              <a:gd name="connsiteY7" fmla="*/ 1079472 h 3815415"/>
              <a:gd name="connsiteX8" fmla="*/ 4376059 w 9916718"/>
              <a:gd name="connsiteY8" fmla="*/ 27188 h 3815415"/>
              <a:gd name="connsiteX9" fmla="*/ 1785259 w 9916718"/>
              <a:gd name="connsiteY9" fmla="*/ 5416 h 3815415"/>
              <a:gd name="connsiteX10" fmla="*/ 14517 w 9916718"/>
              <a:gd name="connsiteY10" fmla="*/ 1790673 h 3815415"/>
              <a:gd name="connsiteX11" fmla="*/ 0 w 9916718"/>
              <a:gd name="connsiteY11" fmla="*/ 2472844 h 3815415"/>
              <a:gd name="connsiteX0" fmla="*/ 2191658 w 9827678"/>
              <a:gd name="connsiteY0" fmla="*/ 3815415 h 3815415"/>
              <a:gd name="connsiteX1" fmla="*/ 2191660 w 9827678"/>
              <a:gd name="connsiteY1" fmla="*/ 2654273 h 3815415"/>
              <a:gd name="connsiteX2" fmla="*/ 2743202 w 9827678"/>
              <a:gd name="connsiteY2" fmla="*/ 1471358 h 3815415"/>
              <a:gd name="connsiteX3" fmla="*/ 4347032 w 9827678"/>
              <a:gd name="connsiteY3" fmla="*/ 1304445 h 3815415"/>
              <a:gd name="connsiteX4" fmla="*/ 5834745 w 9827678"/>
              <a:gd name="connsiteY4" fmla="*/ 1826958 h 3815415"/>
              <a:gd name="connsiteX5" fmla="*/ 9383487 w 9827678"/>
              <a:gd name="connsiteY5" fmla="*/ 1819699 h 3815415"/>
              <a:gd name="connsiteX6" fmla="*/ 9419773 w 9827678"/>
              <a:gd name="connsiteY6" fmla="*/ 1072216 h 3815415"/>
              <a:gd name="connsiteX7" fmla="*/ 6611259 w 9827678"/>
              <a:gd name="connsiteY7" fmla="*/ 1079472 h 3815415"/>
              <a:gd name="connsiteX8" fmla="*/ 4376059 w 9827678"/>
              <a:gd name="connsiteY8" fmla="*/ 27188 h 3815415"/>
              <a:gd name="connsiteX9" fmla="*/ 1785259 w 9827678"/>
              <a:gd name="connsiteY9" fmla="*/ 5416 h 3815415"/>
              <a:gd name="connsiteX10" fmla="*/ 14517 w 9827678"/>
              <a:gd name="connsiteY10" fmla="*/ 1790673 h 3815415"/>
              <a:gd name="connsiteX11" fmla="*/ 0 w 9827678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79472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79472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79472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79472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915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915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6132287 w 9905486"/>
              <a:gd name="connsiteY4" fmla="*/ 1855987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6132287 w 9905486"/>
              <a:gd name="connsiteY4" fmla="*/ 1855987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6132287 w 9905486"/>
              <a:gd name="connsiteY4" fmla="*/ 1855987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6132287 w 9905486"/>
              <a:gd name="connsiteY4" fmla="*/ 1855987 h 3815415"/>
              <a:gd name="connsiteX5" fmla="*/ 9383487 w 9905486"/>
              <a:gd name="connsiteY5" fmla="*/ 18704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84401 w 9905486"/>
              <a:gd name="connsiteY0" fmla="*/ 3336444 h 3336444"/>
              <a:gd name="connsiteX1" fmla="*/ 2191660 w 9905486"/>
              <a:gd name="connsiteY1" fmla="*/ 2654273 h 3336444"/>
              <a:gd name="connsiteX2" fmla="*/ 2735945 w 9905486"/>
              <a:gd name="connsiteY2" fmla="*/ 1340730 h 3336444"/>
              <a:gd name="connsiteX3" fmla="*/ 4347032 w 9905486"/>
              <a:gd name="connsiteY3" fmla="*/ 1304445 h 3336444"/>
              <a:gd name="connsiteX4" fmla="*/ 6132287 w 9905486"/>
              <a:gd name="connsiteY4" fmla="*/ 1855987 h 3336444"/>
              <a:gd name="connsiteX5" fmla="*/ 9383487 w 9905486"/>
              <a:gd name="connsiteY5" fmla="*/ 1870499 h 3336444"/>
              <a:gd name="connsiteX6" fmla="*/ 9419773 w 9905486"/>
              <a:gd name="connsiteY6" fmla="*/ 1072216 h 3336444"/>
              <a:gd name="connsiteX7" fmla="*/ 6611259 w 9905486"/>
              <a:gd name="connsiteY7" fmla="*/ 1057700 h 3336444"/>
              <a:gd name="connsiteX8" fmla="*/ 4376059 w 9905486"/>
              <a:gd name="connsiteY8" fmla="*/ 27188 h 3336444"/>
              <a:gd name="connsiteX9" fmla="*/ 1785259 w 9905486"/>
              <a:gd name="connsiteY9" fmla="*/ 5416 h 3336444"/>
              <a:gd name="connsiteX10" fmla="*/ 14517 w 9905486"/>
              <a:gd name="connsiteY10" fmla="*/ 1790673 h 3336444"/>
              <a:gd name="connsiteX11" fmla="*/ 0 w 9905486"/>
              <a:gd name="connsiteY11" fmla="*/ 2472844 h 3336444"/>
              <a:gd name="connsiteX0" fmla="*/ 2184401 w 9905486"/>
              <a:gd name="connsiteY0" fmla="*/ 3336444 h 3336444"/>
              <a:gd name="connsiteX1" fmla="*/ 2191660 w 9905486"/>
              <a:gd name="connsiteY1" fmla="*/ 2654273 h 3336444"/>
              <a:gd name="connsiteX2" fmla="*/ 2735945 w 9905486"/>
              <a:gd name="connsiteY2" fmla="*/ 1340730 h 3336444"/>
              <a:gd name="connsiteX3" fmla="*/ 4347032 w 9905486"/>
              <a:gd name="connsiteY3" fmla="*/ 1304445 h 3336444"/>
              <a:gd name="connsiteX4" fmla="*/ 6132287 w 9905486"/>
              <a:gd name="connsiteY4" fmla="*/ 1855987 h 3336444"/>
              <a:gd name="connsiteX5" fmla="*/ 9383487 w 9905486"/>
              <a:gd name="connsiteY5" fmla="*/ 1870499 h 3336444"/>
              <a:gd name="connsiteX6" fmla="*/ 9419773 w 9905486"/>
              <a:gd name="connsiteY6" fmla="*/ 1072216 h 3336444"/>
              <a:gd name="connsiteX7" fmla="*/ 6611259 w 9905486"/>
              <a:gd name="connsiteY7" fmla="*/ 1057700 h 3336444"/>
              <a:gd name="connsiteX8" fmla="*/ 4376059 w 9905486"/>
              <a:gd name="connsiteY8" fmla="*/ 27188 h 3336444"/>
              <a:gd name="connsiteX9" fmla="*/ 1785259 w 9905486"/>
              <a:gd name="connsiteY9" fmla="*/ 5416 h 3336444"/>
              <a:gd name="connsiteX10" fmla="*/ 14517 w 9905486"/>
              <a:gd name="connsiteY10" fmla="*/ 1790673 h 3336444"/>
              <a:gd name="connsiteX11" fmla="*/ 0 w 9905486"/>
              <a:gd name="connsiteY11" fmla="*/ 2472844 h 3336444"/>
              <a:gd name="connsiteX0" fmla="*/ 2176336 w 9897421"/>
              <a:gd name="connsiteY0" fmla="*/ 3336444 h 3336444"/>
              <a:gd name="connsiteX1" fmla="*/ 2183595 w 9897421"/>
              <a:gd name="connsiteY1" fmla="*/ 2654273 h 3336444"/>
              <a:gd name="connsiteX2" fmla="*/ 2727880 w 9897421"/>
              <a:gd name="connsiteY2" fmla="*/ 1340730 h 3336444"/>
              <a:gd name="connsiteX3" fmla="*/ 4338967 w 9897421"/>
              <a:gd name="connsiteY3" fmla="*/ 1304445 h 3336444"/>
              <a:gd name="connsiteX4" fmla="*/ 6124222 w 9897421"/>
              <a:gd name="connsiteY4" fmla="*/ 1855987 h 3336444"/>
              <a:gd name="connsiteX5" fmla="*/ 9375422 w 9897421"/>
              <a:gd name="connsiteY5" fmla="*/ 1870499 h 3336444"/>
              <a:gd name="connsiteX6" fmla="*/ 9411708 w 9897421"/>
              <a:gd name="connsiteY6" fmla="*/ 1072216 h 3336444"/>
              <a:gd name="connsiteX7" fmla="*/ 6603194 w 9897421"/>
              <a:gd name="connsiteY7" fmla="*/ 1057700 h 3336444"/>
              <a:gd name="connsiteX8" fmla="*/ 4367994 w 9897421"/>
              <a:gd name="connsiteY8" fmla="*/ 27188 h 3336444"/>
              <a:gd name="connsiteX9" fmla="*/ 1777194 w 9897421"/>
              <a:gd name="connsiteY9" fmla="*/ 5416 h 3336444"/>
              <a:gd name="connsiteX10" fmla="*/ 6452 w 9897421"/>
              <a:gd name="connsiteY10" fmla="*/ 1790673 h 3336444"/>
              <a:gd name="connsiteX11" fmla="*/ 6449 w 9897421"/>
              <a:gd name="connsiteY11" fmla="*/ 2284158 h 3336444"/>
              <a:gd name="connsiteX0" fmla="*/ 2176336 w 9897421"/>
              <a:gd name="connsiteY0" fmla="*/ 3336444 h 3336444"/>
              <a:gd name="connsiteX1" fmla="*/ 2183595 w 9897421"/>
              <a:gd name="connsiteY1" fmla="*/ 2654273 h 3336444"/>
              <a:gd name="connsiteX2" fmla="*/ 2727880 w 9897421"/>
              <a:gd name="connsiteY2" fmla="*/ 1340730 h 3336444"/>
              <a:gd name="connsiteX3" fmla="*/ 4338967 w 9897421"/>
              <a:gd name="connsiteY3" fmla="*/ 1304445 h 3336444"/>
              <a:gd name="connsiteX4" fmla="*/ 6124222 w 9897421"/>
              <a:gd name="connsiteY4" fmla="*/ 1855987 h 3336444"/>
              <a:gd name="connsiteX5" fmla="*/ 9375422 w 9897421"/>
              <a:gd name="connsiteY5" fmla="*/ 1870499 h 3336444"/>
              <a:gd name="connsiteX6" fmla="*/ 9411708 w 9897421"/>
              <a:gd name="connsiteY6" fmla="*/ 1072216 h 3336444"/>
              <a:gd name="connsiteX7" fmla="*/ 6835423 w 9897421"/>
              <a:gd name="connsiteY7" fmla="*/ 1057700 h 3336444"/>
              <a:gd name="connsiteX8" fmla="*/ 4367994 w 9897421"/>
              <a:gd name="connsiteY8" fmla="*/ 27188 h 3336444"/>
              <a:gd name="connsiteX9" fmla="*/ 1777194 w 9897421"/>
              <a:gd name="connsiteY9" fmla="*/ 5416 h 3336444"/>
              <a:gd name="connsiteX10" fmla="*/ 6452 w 9897421"/>
              <a:gd name="connsiteY10" fmla="*/ 1790673 h 3336444"/>
              <a:gd name="connsiteX11" fmla="*/ 6449 w 9897421"/>
              <a:gd name="connsiteY11" fmla="*/ 2284158 h 3336444"/>
              <a:gd name="connsiteX0" fmla="*/ 2176336 w 9897421"/>
              <a:gd name="connsiteY0" fmla="*/ 3336444 h 3336444"/>
              <a:gd name="connsiteX1" fmla="*/ 2183595 w 9897421"/>
              <a:gd name="connsiteY1" fmla="*/ 2654273 h 3336444"/>
              <a:gd name="connsiteX2" fmla="*/ 2727880 w 9897421"/>
              <a:gd name="connsiteY2" fmla="*/ 1340730 h 3336444"/>
              <a:gd name="connsiteX3" fmla="*/ 4338967 w 9897421"/>
              <a:gd name="connsiteY3" fmla="*/ 1304445 h 3336444"/>
              <a:gd name="connsiteX4" fmla="*/ 6124222 w 9897421"/>
              <a:gd name="connsiteY4" fmla="*/ 1855987 h 3336444"/>
              <a:gd name="connsiteX5" fmla="*/ 9375422 w 9897421"/>
              <a:gd name="connsiteY5" fmla="*/ 1870499 h 3336444"/>
              <a:gd name="connsiteX6" fmla="*/ 9411708 w 9897421"/>
              <a:gd name="connsiteY6" fmla="*/ 1072216 h 3336444"/>
              <a:gd name="connsiteX7" fmla="*/ 6929766 w 9897421"/>
              <a:gd name="connsiteY7" fmla="*/ 1035929 h 3336444"/>
              <a:gd name="connsiteX8" fmla="*/ 4367994 w 9897421"/>
              <a:gd name="connsiteY8" fmla="*/ 27188 h 3336444"/>
              <a:gd name="connsiteX9" fmla="*/ 1777194 w 9897421"/>
              <a:gd name="connsiteY9" fmla="*/ 5416 h 3336444"/>
              <a:gd name="connsiteX10" fmla="*/ 6452 w 9897421"/>
              <a:gd name="connsiteY10" fmla="*/ 1790673 h 3336444"/>
              <a:gd name="connsiteX11" fmla="*/ 6449 w 9897421"/>
              <a:gd name="connsiteY11" fmla="*/ 2284158 h 3336444"/>
              <a:gd name="connsiteX0" fmla="*/ 2176336 w 9897421"/>
              <a:gd name="connsiteY0" fmla="*/ 3336444 h 3336444"/>
              <a:gd name="connsiteX1" fmla="*/ 2183595 w 9897421"/>
              <a:gd name="connsiteY1" fmla="*/ 2654273 h 3336444"/>
              <a:gd name="connsiteX2" fmla="*/ 2727880 w 9897421"/>
              <a:gd name="connsiteY2" fmla="*/ 1340730 h 3336444"/>
              <a:gd name="connsiteX3" fmla="*/ 4338967 w 9897421"/>
              <a:gd name="connsiteY3" fmla="*/ 1304445 h 3336444"/>
              <a:gd name="connsiteX4" fmla="*/ 6124222 w 9897421"/>
              <a:gd name="connsiteY4" fmla="*/ 1855987 h 3336444"/>
              <a:gd name="connsiteX5" fmla="*/ 9375422 w 9897421"/>
              <a:gd name="connsiteY5" fmla="*/ 1870499 h 3336444"/>
              <a:gd name="connsiteX6" fmla="*/ 9411708 w 9897421"/>
              <a:gd name="connsiteY6" fmla="*/ 1072216 h 3336444"/>
              <a:gd name="connsiteX7" fmla="*/ 6929766 w 9897421"/>
              <a:gd name="connsiteY7" fmla="*/ 1035929 h 3336444"/>
              <a:gd name="connsiteX8" fmla="*/ 4367994 w 9897421"/>
              <a:gd name="connsiteY8" fmla="*/ 27188 h 3336444"/>
              <a:gd name="connsiteX9" fmla="*/ 1777194 w 9897421"/>
              <a:gd name="connsiteY9" fmla="*/ 5416 h 3336444"/>
              <a:gd name="connsiteX10" fmla="*/ 6452 w 9897421"/>
              <a:gd name="connsiteY10" fmla="*/ 1790673 h 3336444"/>
              <a:gd name="connsiteX11" fmla="*/ 6449 w 9897421"/>
              <a:gd name="connsiteY11" fmla="*/ 2284158 h 3336444"/>
              <a:gd name="connsiteX0" fmla="*/ 2176336 w 9897421"/>
              <a:gd name="connsiteY0" fmla="*/ 3335712 h 3335712"/>
              <a:gd name="connsiteX1" fmla="*/ 2183595 w 9897421"/>
              <a:gd name="connsiteY1" fmla="*/ 2653541 h 3335712"/>
              <a:gd name="connsiteX2" fmla="*/ 2727880 w 9897421"/>
              <a:gd name="connsiteY2" fmla="*/ 1339998 h 3335712"/>
              <a:gd name="connsiteX3" fmla="*/ 4338967 w 9897421"/>
              <a:gd name="connsiteY3" fmla="*/ 1303713 h 3335712"/>
              <a:gd name="connsiteX4" fmla="*/ 6124222 w 9897421"/>
              <a:gd name="connsiteY4" fmla="*/ 1855255 h 3335712"/>
              <a:gd name="connsiteX5" fmla="*/ 9375422 w 9897421"/>
              <a:gd name="connsiteY5" fmla="*/ 1869767 h 3335712"/>
              <a:gd name="connsiteX6" fmla="*/ 9411708 w 9897421"/>
              <a:gd name="connsiteY6" fmla="*/ 1071484 h 3335712"/>
              <a:gd name="connsiteX7" fmla="*/ 6929766 w 9897421"/>
              <a:gd name="connsiteY7" fmla="*/ 1035197 h 3335712"/>
              <a:gd name="connsiteX8" fmla="*/ 4520394 w 9897421"/>
              <a:gd name="connsiteY8" fmla="*/ 33713 h 3335712"/>
              <a:gd name="connsiteX9" fmla="*/ 1777194 w 9897421"/>
              <a:gd name="connsiteY9" fmla="*/ 4684 h 3335712"/>
              <a:gd name="connsiteX10" fmla="*/ 6452 w 9897421"/>
              <a:gd name="connsiteY10" fmla="*/ 1789941 h 3335712"/>
              <a:gd name="connsiteX11" fmla="*/ 6449 w 9897421"/>
              <a:gd name="connsiteY11" fmla="*/ 2283426 h 3335712"/>
              <a:gd name="connsiteX0" fmla="*/ 2176336 w 9897421"/>
              <a:gd name="connsiteY0" fmla="*/ 3335712 h 3335712"/>
              <a:gd name="connsiteX1" fmla="*/ 2183595 w 9897421"/>
              <a:gd name="connsiteY1" fmla="*/ 2653541 h 3335712"/>
              <a:gd name="connsiteX2" fmla="*/ 2727880 w 9897421"/>
              <a:gd name="connsiteY2" fmla="*/ 1339998 h 3335712"/>
              <a:gd name="connsiteX3" fmla="*/ 4338967 w 9897421"/>
              <a:gd name="connsiteY3" fmla="*/ 1303713 h 3335712"/>
              <a:gd name="connsiteX4" fmla="*/ 6124222 w 9897421"/>
              <a:gd name="connsiteY4" fmla="*/ 1855255 h 3335712"/>
              <a:gd name="connsiteX5" fmla="*/ 9375422 w 9897421"/>
              <a:gd name="connsiteY5" fmla="*/ 1869767 h 3335712"/>
              <a:gd name="connsiteX6" fmla="*/ 9411708 w 9897421"/>
              <a:gd name="connsiteY6" fmla="*/ 1071484 h 3335712"/>
              <a:gd name="connsiteX7" fmla="*/ 6929766 w 9897421"/>
              <a:gd name="connsiteY7" fmla="*/ 1035197 h 3335712"/>
              <a:gd name="connsiteX8" fmla="*/ 4520394 w 9897421"/>
              <a:gd name="connsiteY8" fmla="*/ 33713 h 3335712"/>
              <a:gd name="connsiteX9" fmla="*/ 1777194 w 9897421"/>
              <a:gd name="connsiteY9" fmla="*/ 4684 h 3335712"/>
              <a:gd name="connsiteX10" fmla="*/ 6452 w 9897421"/>
              <a:gd name="connsiteY10" fmla="*/ 1789941 h 3335712"/>
              <a:gd name="connsiteX11" fmla="*/ 6449 w 9897421"/>
              <a:gd name="connsiteY11" fmla="*/ 2283426 h 3335712"/>
              <a:gd name="connsiteX0" fmla="*/ 2176336 w 9897421"/>
              <a:gd name="connsiteY0" fmla="*/ 3335712 h 3335712"/>
              <a:gd name="connsiteX1" fmla="*/ 2183595 w 9897421"/>
              <a:gd name="connsiteY1" fmla="*/ 2653541 h 3335712"/>
              <a:gd name="connsiteX2" fmla="*/ 2727880 w 9897421"/>
              <a:gd name="connsiteY2" fmla="*/ 1339998 h 3335712"/>
              <a:gd name="connsiteX3" fmla="*/ 4338967 w 9897421"/>
              <a:gd name="connsiteY3" fmla="*/ 1303713 h 3335712"/>
              <a:gd name="connsiteX4" fmla="*/ 6124222 w 9897421"/>
              <a:gd name="connsiteY4" fmla="*/ 1855255 h 3335712"/>
              <a:gd name="connsiteX5" fmla="*/ 9375422 w 9897421"/>
              <a:gd name="connsiteY5" fmla="*/ 1869767 h 3335712"/>
              <a:gd name="connsiteX6" fmla="*/ 9411708 w 9897421"/>
              <a:gd name="connsiteY6" fmla="*/ 1071484 h 3335712"/>
              <a:gd name="connsiteX7" fmla="*/ 6929766 w 9897421"/>
              <a:gd name="connsiteY7" fmla="*/ 1035197 h 3335712"/>
              <a:gd name="connsiteX8" fmla="*/ 4520394 w 9897421"/>
              <a:gd name="connsiteY8" fmla="*/ 33713 h 3335712"/>
              <a:gd name="connsiteX9" fmla="*/ 1777194 w 9897421"/>
              <a:gd name="connsiteY9" fmla="*/ 4684 h 3335712"/>
              <a:gd name="connsiteX10" fmla="*/ 6452 w 9897421"/>
              <a:gd name="connsiteY10" fmla="*/ 1789941 h 3335712"/>
              <a:gd name="connsiteX11" fmla="*/ 6449 w 9897421"/>
              <a:gd name="connsiteY11" fmla="*/ 2283426 h 3335712"/>
              <a:gd name="connsiteX0" fmla="*/ 2176336 w 9897421"/>
              <a:gd name="connsiteY0" fmla="*/ 3335712 h 3335712"/>
              <a:gd name="connsiteX1" fmla="*/ 2183595 w 9897421"/>
              <a:gd name="connsiteY1" fmla="*/ 2653541 h 3335712"/>
              <a:gd name="connsiteX2" fmla="*/ 2727880 w 9897421"/>
              <a:gd name="connsiteY2" fmla="*/ 1339998 h 3335712"/>
              <a:gd name="connsiteX3" fmla="*/ 4338967 w 9897421"/>
              <a:gd name="connsiteY3" fmla="*/ 1303713 h 3335712"/>
              <a:gd name="connsiteX4" fmla="*/ 6124222 w 9897421"/>
              <a:gd name="connsiteY4" fmla="*/ 1855255 h 3335712"/>
              <a:gd name="connsiteX5" fmla="*/ 9375422 w 9897421"/>
              <a:gd name="connsiteY5" fmla="*/ 1869767 h 3335712"/>
              <a:gd name="connsiteX6" fmla="*/ 9411708 w 9897421"/>
              <a:gd name="connsiteY6" fmla="*/ 1071484 h 3335712"/>
              <a:gd name="connsiteX7" fmla="*/ 6929766 w 9897421"/>
              <a:gd name="connsiteY7" fmla="*/ 1035197 h 3335712"/>
              <a:gd name="connsiteX8" fmla="*/ 4520394 w 9897421"/>
              <a:gd name="connsiteY8" fmla="*/ 33713 h 3335712"/>
              <a:gd name="connsiteX9" fmla="*/ 1777194 w 9897421"/>
              <a:gd name="connsiteY9" fmla="*/ 4684 h 3335712"/>
              <a:gd name="connsiteX10" fmla="*/ 6452 w 9897421"/>
              <a:gd name="connsiteY10" fmla="*/ 1789941 h 3335712"/>
              <a:gd name="connsiteX11" fmla="*/ 6449 w 9897421"/>
              <a:gd name="connsiteY11" fmla="*/ 2283426 h 3335712"/>
              <a:gd name="connsiteX0" fmla="*/ 2176336 w 9897421"/>
              <a:gd name="connsiteY0" fmla="*/ 3338285 h 3338285"/>
              <a:gd name="connsiteX1" fmla="*/ 2183595 w 9897421"/>
              <a:gd name="connsiteY1" fmla="*/ 2656114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6929766 w 9897421"/>
              <a:gd name="connsiteY7" fmla="*/ 1037770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656114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6929766 w 9897421"/>
              <a:gd name="connsiteY7" fmla="*/ 1037770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656114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6929766 w 9897421"/>
              <a:gd name="connsiteY7" fmla="*/ 1037770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656114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35314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1251 w 9897421"/>
              <a:gd name="connsiteY2" fmla="*/ 1335314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1251 w 9897421"/>
              <a:gd name="connsiteY2" fmla="*/ 1335314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85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85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85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186567 w 9897421"/>
              <a:gd name="connsiteY3" fmla="*/ 1320800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019653 w 9897421"/>
              <a:gd name="connsiteY3" fmla="*/ 1320800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019653 w 9897421"/>
              <a:gd name="connsiteY3" fmla="*/ 1320800 h 3338285"/>
              <a:gd name="connsiteX4" fmla="*/ 6211308 w 9897421"/>
              <a:gd name="connsiteY4" fmla="*/ 1865085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019653 w 9897421"/>
              <a:gd name="connsiteY3" fmla="*/ 1320800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019653 w 9897421"/>
              <a:gd name="connsiteY3" fmla="*/ 1320800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20800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64343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49829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49829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49829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48807"/>
              <a:gd name="connsiteY0" fmla="*/ 3338285 h 3338285"/>
              <a:gd name="connsiteX1" fmla="*/ 2183595 w 9848807"/>
              <a:gd name="connsiteY1" fmla="*/ 2590799 h 3338285"/>
              <a:gd name="connsiteX2" fmla="*/ 3061708 w 9848807"/>
              <a:gd name="connsiteY2" fmla="*/ 1357085 h 3338285"/>
              <a:gd name="connsiteX3" fmla="*/ 4019653 w 9848807"/>
              <a:gd name="connsiteY3" fmla="*/ 1349829 h 3338285"/>
              <a:gd name="connsiteX4" fmla="*/ 6218565 w 9848807"/>
              <a:gd name="connsiteY4" fmla="*/ 1857828 h 3338285"/>
              <a:gd name="connsiteX5" fmla="*/ 9375422 w 9848807"/>
              <a:gd name="connsiteY5" fmla="*/ 1872340 h 3338285"/>
              <a:gd name="connsiteX6" fmla="*/ 9411708 w 9848807"/>
              <a:gd name="connsiteY6" fmla="*/ 1074057 h 3338285"/>
              <a:gd name="connsiteX7" fmla="*/ 7220052 w 9848807"/>
              <a:gd name="connsiteY7" fmla="*/ 1030513 h 3338285"/>
              <a:gd name="connsiteX8" fmla="*/ 4367994 w 9848807"/>
              <a:gd name="connsiteY8" fmla="*/ 0 h 3338285"/>
              <a:gd name="connsiteX9" fmla="*/ 1777194 w 9848807"/>
              <a:gd name="connsiteY9" fmla="*/ 7257 h 3338285"/>
              <a:gd name="connsiteX10" fmla="*/ 6452 w 9848807"/>
              <a:gd name="connsiteY10" fmla="*/ 1792514 h 3338285"/>
              <a:gd name="connsiteX11" fmla="*/ 6449 w 9848807"/>
              <a:gd name="connsiteY11" fmla="*/ 2285999 h 3338285"/>
              <a:gd name="connsiteX0" fmla="*/ 2176336 w 9617474"/>
              <a:gd name="connsiteY0" fmla="*/ 3338285 h 3338285"/>
              <a:gd name="connsiteX1" fmla="*/ 2183595 w 9617474"/>
              <a:gd name="connsiteY1" fmla="*/ 2590799 h 3338285"/>
              <a:gd name="connsiteX2" fmla="*/ 3061708 w 9617474"/>
              <a:gd name="connsiteY2" fmla="*/ 1357085 h 3338285"/>
              <a:gd name="connsiteX3" fmla="*/ 4019653 w 9617474"/>
              <a:gd name="connsiteY3" fmla="*/ 1349829 h 3338285"/>
              <a:gd name="connsiteX4" fmla="*/ 6218565 w 9617474"/>
              <a:gd name="connsiteY4" fmla="*/ 1857828 h 3338285"/>
              <a:gd name="connsiteX5" fmla="*/ 9375422 w 9617474"/>
              <a:gd name="connsiteY5" fmla="*/ 1872340 h 3338285"/>
              <a:gd name="connsiteX6" fmla="*/ 9411708 w 9617474"/>
              <a:gd name="connsiteY6" fmla="*/ 1074057 h 3338285"/>
              <a:gd name="connsiteX7" fmla="*/ 7220052 w 9617474"/>
              <a:gd name="connsiteY7" fmla="*/ 1030513 h 3338285"/>
              <a:gd name="connsiteX8" fmla="*/ 4367994 w 9617474"/>
              <a:gd name="connsiteY8" fmla="*/ 0 h 3338285"/>
              <a:gd name="connsiteX9" fmla="*/ 1777194 w 9617474"/>
              <a:gd name="connsiteY9" fmla="*/ 7257 h 3338285"/>
              <a:gd name="connsiteX10" fmla="*/ 6452 w 9617474"/>
              <a:gd name="connsiteY10" fmla="*/ 1792514 h 3338285"/>
              <a:gd name="connsiteX11" fmla="*/ 6449 w 9617474"/>
              <a:gd name="connsiteY11" fmla="*/ 2285999 h 3338285"/>
              <a:gd name="connsiteX0" fmla="*/ 2176336 w 9740774"/>
              <a:gd name="connsiteY0" fmla="*/ 3338285 h 3338285"/>
              <a:gd name="connsiteX1" fmla="*/ 2183595 w 9740774"/>
              <a:gd name="connsiteY1" fmla="*/ 2590799 h 3338285"/>
              <a:gd name="connsiteX2" fmla="*/ 3061708 w 9740774"/>
              <a:gd name="connsiteY2" fmla="*/ 1357085 h 3338285"/>
              <a:gd name="connsiteX3" fmla="*/ 4019653 w 9740774"/>
              <a:gd name="connsiteY3" fmla="*/ 1349829 h 3338285"/>
              <a:gd name="connsiteX4" fmla="*/ 6218565 w 9740774"/>
              <a:gd name="connsiteY4" fmla="*/ 1857828 h 3338285"/>
              <a:gd name="connsiteX5" fmla="*/ 9375422 w 9740774"/>
              <a:gd name="connsiteY5" fmla="*/ 1872340 h 3338285"/>
              <a:gd name="connsiteX6" fmla="*/ 9411708 w 9740774"/>
              <a:gd name="connsiteY6" fmla="*/ 1074057 h 3338285"/>
              <a:gd name="connsiteX7" fmla="*/ 7220052 w 9740774"/>
              <a:gd name="connsiteY7" fmla="*/ 1030513 h 3338285"/>
              <a:gd name="connsiteX8" fmla="*/ 4367994 w 9740774"/>
              <a:gd name="connsiteY8" fmla="*/ 0 h 3338285"/>
              <a:gd name="connsiteX9" fmla="*/ 1777194 w 9740774"/>
              <a:gd name="connsiteY9" fmla="*/ 7257 h 3338285"/>
              <a:gd name="connsiteX10" fmla="*/ 6452 w 9740774"/>
              <a:gd name="connsiteY10" fmla="*/ 1792514 h 3338285"/>
              <a:gd name="connsiteX11" fmla="*/ 6449 w 9740774"/>
              <a:gd name="connsiteY11" fmla="*/ 2285999 h 3338285"/>
              <a:gd name="connsiteX0" fmla="*/ 2176336 w 9730179"/>
              <a:gd name="connsiteY0" fmla="*/ 3338285 h 3338285"/>
              <a:gd name="connsiteX1" fmla="*/ 2183595 w 9730179"/>
              <a:gd name="connsiteY1" fmla="*/ 2590799 h 3338285"/>
              <a:gd name="connsiteX2" fmla="*/ 3061708 w 9730179"/>
              <a:gd name="connsiteY2" fmla="*/ 1357085 h 3338285"/>
              <a:gd name="connsiteX3" fmla="*/ 4019653 w 9730179"/>
              <a:gd name="connsiteY3" fmla="*/ 1349829 h 3338285"/>
              <a:gd name="connsiteX4" fmla="*/ 6218565 w 9730179"/>
              <a:gd name="connsiteY4" fmla="*/ 1857828 h 3338285"/>
              <a:gd name="connsiteX5" fmla="*/ 9375422 w 9730179"/>
              <a:gd name="connsiteY5" fmla="*/ 1872340 h 3338285"/>
              <a:gd name="connsiteX6" fmla="*/ 9411708 w 9730179"/>
              <a:gd name="connsiteY6" fmla="*/ 1074057 h 3338285"/>
              <a:gd name="connsiteX7" fmla="*/ 7220052 w 9730179"/>
              <a:gd name="connsiteY7" fmla="*/ 1030513 h 3338285"/>
              <a:gd name="connsiteX8" fmla="*/ 4367994 w 9730179"/>
              <a:gd name="connsiteY8" fmla="*/ 0 h 3338285"/>
              <a:gd name="connsiteX9" fmla="*/ 1777194 w 9730179"/>
              <a:gd name="connsiteY9" fmla="*/ 7257 h 3338285"/>
              <a:gd name="connsiteX10" fmla="*/ 6452 w 9730179"/>
              <a:gd name="connsiteY10" fmla="*/ 1792514 h 3338285"/>
              <a:gd name="connsiteX11" fmla="*/ 6449 w 9730179"/>
              <a:gd name="connsiteY11" fmla="*/ 2285999 h 3338285"/>
              <a:gd name="connsiteX0" fmla="*/ 2176336 w 9759395"/>
              <a:gd name="connsiteY0" fmla="*/ 3338285 h 3338285"/>
              <a:gd name="connsiteX1" fmla="*/ 2183595 w 9759395"/>
              <a:gd name="connsiteY1" fmla="*/ 2590799 h 3338285"/>
              <a:gd name="connsiteX2" fmla="*/ 3061708 w 9759395"/>
              <a:gd name="connsiteY2" fmla="*/ 1357085 h 3338285"/>
              <a:gd name="connsiteX3" fmla="*/ 4019653 w 9759395"/>
              <a:gd name="connsiteY3" fmla="*/ 1349829 h 3338285"/>
              <a:gd name="connsiteX4" fmla="*/ 6218565 w 9759395"/>
              <a:gd name="connsiteY4" fmla="*/ 1857828 h 3338285"/>
              <a:gd name="connsiteX5" fmla="*/ 9375422 w 9759395"/>
              <a:gd name="connsiteY5" fmla="*/ 1872340 h 3338285"/>
              <a:gd name="connsiteX6" fmla="*/ 9411708 w 9759395"/>
              <a:gd name="connsiteY6" fmla="*/ 1074057 h 3338285"/>
              <a:gd name="connsiteX7" fmla="*/ 7220052 w 9759395"/>
              <a:gd name="connsiteY7" fmla="*/ 1030513 h 3338285"/>
              <a:gd name="connsiteX8" fmla="*/ 4367994 w 9759395"/>
              <a:gd name="connsiteY8" fmla="*/ 0 h 3338285"/>
              <a:gd name="connsiteX9" fmla="*/ 1777194 w 9759395"/>
              <a:gd name="connsiteY9" fmla="*/ 7257 h 3338285"/>
              <a:gd name="connsiteX10" fmla="*/ 6452 w 9759395"/>
              <a:gd name="connsiteY10" fmla="*/ 1792514 h 3338285"/>
              <a:gd name="connsiteX11" fmla="*/ 6449 w 9759395"/>
              <a:gd name="connsiteY11" fmla="*/ 2285999 h 3338285"/>
              <a:gd name="connsiteX0" fmla="*/ 2176336 w 9770679"/>
              <a:gd name="connsiteY0" fmla="*/ 3338285 h 3338285"/>
              <a:gd name="connsiteX1" fmla="*/ 2183595 w 9770679"/>
              <a:gd name="connsiteY1" fmla="*/ 2590799 h 3338285"/>
              <a:gd name="connsiteX2" fmla="*/ 3061708 w 9770679"/>
              <a:gd name="connsiteY2" fmla="*/ 1357085 h 3338285"/>
              <a:gd name="connsiteX3" fmla="*/ 4019653 w 9770679"/>
              <a:gd name="connsiteY3" fmla="*/ 1349829 h 3338285"/>
              <a:gd name="connsiteX4" fmla="*/ 6218565 w 9770679"/>
              <a:gd name="connsiteY4" fmla="*/ 1857828 h 3338285"/>
              <a:gd name="connsiteX5" fmla="*/ 9375422 w 9770679"/>
              <a:gd name="connsiteY5" fmla="*/ 1872340 h 3338285"/>
              <a:gd name="connsiteX6" fmla="*/ 9411708 w 9770679"/>
              <a:gd name="connsiteY6" fmla="*/ 1074057 h 3338285"/>
              <a:gd name="connsiteX7" fmla="*/ 7220052 w 9770679"/>
              <a:gd name="connsiteY7" fmla="*/ 1030513 h 3338285"/>
              <a:gd name="connsiteX8" fmla="*/ 4367994 w 9770679"/>
              <a:gd name="connsiteY8" fmla="*/ 0 h 3338285"/>
              <a:gd name="connsiteX9" fmla="*/ 1777194 w 9770679"/>
              <a:gd name="connsiteY9" fmla="*/ 7257 h 3338285"/>
              <a:gd name="connsiteX10" fmla="*/ 6452 w 9770679"/>
              <a:gd name="connsiteY10" fmla="*/ 1792514 h 3338285"/>
              <a:gd name="connsiteX11" fmla="*/ 6449 w 9770679"/>
              <a:gd name="connsiteY11" fmla="*/ 2285999 h 3338285"/>
              <a:gd name="connsiteX0" fmla="*/ 2176336 w 9603515"/>
              <a:gd name="connsiteY0" fmla="*/ 3338285 h 3338285"/>
              <a:gd name="connsiteX1" fmla="*/ 2183595 w 9603515"/>
              <a:gd name="connsiteY1" fmla="*/ 2590799 h 3338285"/>
              <a:gd name="connsiteX2" fmla="*/ 3061708 w 9603515"/>
              <a:gd name="connsiteY2" fmla="*/ 1357085 h 3338285"/>
              <a:gd name="connsiteX3" fmla="*/ 4019653 w 9603515"/>
              <a:gd name="connsiteY3" fmla="*/ 1349829 h 3338285"/>
              <a:gd name="connsiteX4" fmla="*/ 6218565 w 9603515"/>
              <a:gd name="connsiteY4" fmla="*/ 1857828 h 3338285"/>
              <a:gd name="connsiteX5" fmla="*/ 9375422 w 9603515"/>
              <a:gd name="connsiteY5" fmla="*/ 1872340 h 3338285"/>
              <a:gd name="connsiteX6" fmla="*/ 9411708 w 9603515"/>
              <a:gd name="connsiteY6" fmla="*/ 1074057 h 3338285"/>
              <a:gd name="connsiteX7" fmla="*/ 7220052 w 9603515"/>
              <a:gd name="connsiteY7" fmla="*/ 1030513 h 3338285"/>
              <a:gd name="connsiteX8" fmla="*/ 4367994 w 9603515"/>
              <a:gd name="connsiteY8" fmla="*/ 0 h 3338285"/>
              <a:gd name="connsiteX9" fmla="*/ 1777194 w 9603515"/>
              <a:gd name="connsiteY9" fmla="*/ 7257 h 3338285"/>
              <a:gd name="connsiteX10" fmla="*/ 6452 w 9603515"/>
              <a:gd name="connsiteY10" fmla="*/ 1792514 h 3338285"/>
              <a:gd name="connsiteX11" fmla="*/ 6449 w 9603515"/>
              <a:gd name="connsiteY11" fmla="*/ 2285999 h 3338285"/>
              <a:gd name="connsiteX0" fmla="*/ 2176336 w 9778128"/>
              <a:gd name="connsiteY0" fmla="*/ 3338285 h 3338285"/>
              <a:gd name="connsiteX1" fmla="*/ 2183595 w 9778128"/>
              <a:gd name="connsiteY1" fmla="*/ 2590799 h 3338285"/>
              <a:gd name="connsiteX2" fmla="*/ 3061708 w 9778128"/>
              <a:gd name="connsiteY2" fmla="*/ 1357085 h 3338285"/>
              <a:gd name="connsiteX3" fmla="*/ 4019653 w 9778128"/>
              <a:gd name="connsiteY3" fmla="*/ 1349829 h 3338285"/>
              <a:gd name="connsiteX4" fmla="*/ 6218565 w 9778128"/>
              <a:gd name="connsiteY4" fmla="*/ 1857828 h 3338285"/>
              <a:gd name="connsiteX5" fmla="*/ 9375422 w 9778128"/>
              <a:gd name="connsiteY5" fmla="*/ 1872340 h 3338285"/>
              <a:gd name="connsiteX6" fmla="*/ 9411708 w 9778128"/>
              <a:gd name="connsiteY6" fmla="*/ 1074057 h 3338285"/>
              <a:gd name="connsiteX7" fmla="*/ 7220052 w 9778128"/>
              <a:gd name="connsiteY7" fmla="*/ 1030513 h 3338285"/>
              <a:gd name="connsiteX8" fmla="*/ 4367994 w 9778128"/>
              <a:gd name="connsiteY8" fmla="*/ 0 h 3338285"/>
              <a:gd name="connsiteX9" fmla="*/ 1777194 w 9778128"/>
              <a:gd name="connsiteY9" fmla="*/ 7257 h 3338285"/>
              <a:gd name="connsiteX10" fmla="*/ 6452 w 9778128"/>
              <a:gd name="connsiteY10" fmla="*/ 1792514 h 3338285"/>
              <a:gd name="connsiteX11" fmla="*/ 6449 w 9778128"/>
              <a:gd name="connsiteY11" fmla="*/ 2285999 h 3338285"/>
              <a:gd name="connsiteX0" fmla="*/ 2195386 w 9778128"/>
              <a:gd name="connsiteY0" fmla="*/ 4303485 h 4303485"/>
              <a:gd name="connsiteX1" fmla="*/ 2183595 w 9778128"/>
              <a:gd name="connsiteY1" fmla="*/ 2590799 h 4303485"/>
              <a:gd name="connsiteX2" fmla="*/ 3061708 w 9778128"/>
              <a:gd name="connsiteY2" fmla="*/ 1357085 h 4303485"/>
              <a:gd name="connsiteX3" fmla="*/ 4019653 w 9778128"/>
              <a:gd name="connsiteY3" fmla="*/ 1349829 h 4303485"/>
              <a:gd name="connsiteX4" fmla="*/ 6218565 w 9778128"/>
              <a:gd name="connsiteY4" fmla="*/ 1857828 h 4303485"/>
              <a:gd name="connsiteX5" fmla="*/ 9375422 w 9778128"/>
              <a:gd name="connsiteY5" fmla="*/ 1872340 h 4303485"/>
              <a:gd name="connsiteX6" fmla="*/ 9411708 w 9778128"/>
              <a:gd name="connsiteY6" fmla="*/ 1074057 h 4303485"/>
              <a:gd name="connsiteX7" fmla="*/ 7220052 w 9778128"/>
              <a:gd name="connsiteY7" fmla="*/ 1030513 h 4303485"/>
              <a:gd name="connsiteX8" fmla="*/ 4367994 w 9778128"/>
              <a:gd name="connsiteY8" fmla="*/ 0 h 4303485"/>
              <a:gd name="connsiteX9" fmla="*/ 1777194 w 9778128"/>
              <a:gd name="connsiteY9" fmla="*/ 7257 h 4303485"/>
              <a:gd name="connsiteX10" fmla="*/ 6452 w 9778128"/>
              <a:gd name="connsiteY10" fmla="*/ 1792514 h 4303485"/>
              <a:gd name="connsiteX11" fmla="*/ 6449 w 9778128"/>
              <a:gd name="connsiteY11" fmla="*/ 2285999 h 4303485"/>
              <a:gd name="connsiteX0" fmla="*/ 2195386 w 9778128"/>
              <a:gd name="connsiteY0" fmla="*/ 4303485 h 4303485"/>
              <a:gd name="connsiteX1" fmla="*/ 2183595 w 9778128"/>
              <a:gd name="connsiteY1" fmla="*/ 2590799 h 4303485"/>
              <a:gd name="connsiteX2" fmla="*/ 3061708 w 9778128"/>
              <a:gd name="connsiteY2" fmla="*/ 1357085 h 4303485"/>
              <a:gd name="connsiteX3" fmla="*/ 4019653 w 9778128"/>
              <a:gd name="connsiteY3" fmla="*/ 1349829 h 4303485"/>
              <a:gd name="connsiteX4" fmla="*/ 6218565 w 9778128"/>
              <a:gd name="connsiteY4" fmla="*/ 1857828 h 4303485"/>
              <a:gd name="connsiteX5" fmla="*/ 9375422 w 9778128"/>
              <a:gd name="connsiteY5" fmla="*/ 1872340 h 4303485"/>
              <a:gd name="connsiteX6" fmla="*/ 9411708 w 9778128"/>
              <a:gd name="connsiteY6" fmla="*/ 1074057 h 4303485"/>
              <a:gd name="connsiteX7" fmla="*/ 7220052 w 9778128"/>
              <a:gd name="connsiteY7" fmla="*/ 1030513 h 4303485"/>
              <a:gd name="connsiteX8" fmla="*/ 4367994 w 9778128"/>
              <a:gd name="connsiteY8" fmla="*/ 0 h 4303485"/>
              <a:gd name="connsiteX9" fmla="*/ 1777194 w 9778128"/>
              <a:gd name="connsiteY9" fmla="*/ 7257 h 4303485"/>
              <a:gd name="connsiteX10" fmla="*/ 6452 w 9778128"/>
              <a:gd name="connsiteY10" fmla="*/ 1792514 h 4303485"/>
              <a:gd name="connsiteX11" fmla="*/ 6449 w 9778128"/>
              <a:gd name="connsiteY11" fmla="*/ 2285999 h 43034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994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994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7573 w 9780315"/>
              <a:gd name="connsiteY0" fmla="*/ 4671785 h 4671785"/>
              <a:gd name="connsiteX1" fmla="*/ 2192132 w 9780315"/>
              <a:gd name="connsiteY1" fmla="*/ 2590799 h 4671785"/>
              <a:gd name="connsiteX2" fmla="*/ 3063895 w 9780315"/>
              <a:gd name="connsiteY2" fmla="*/ 1357085 h 4671785"/>
              <a:gd name="connsiteX3" fmla="*/ 4021840 w 9780315"/>
              <a:gd name="connsiteY3" fmla="*/ 1349829 h 4671785"/>
              <a:gd name="connsiteX4" fmla="*/ 6220752 w 9780315"/>
              <a:gd name="connsiteY4" fmla="*/ 1857828 h 4671785"/>
              <a:gd name="connsiteX5" fmla="*/ 9377609 w 9780315"/>
              <a:gd name="connsiteY5" fmla="*/ 1872340 h 4671785"/>
              <a:gd name="connsiteX6" fmla="*/ 9413895 w 9780315"/>
              <a:gd name="connsiteY6" fmla="*/ 1074057 h 4671785"/>
              <a:gd name="connsiteX7" fmla="*/ 7222239 w 9780315"/>
              <a:gd name="connsiteY7" fmla="*/ 1030513 h 4671785"/>
              <a:gd name="connsiteX8" fmla="*/ 4370181 w 9780315"/>
              <a:gd name="connsiteY8" fmla="*/ 0 h 4671785"/>
              <a:gd name="connsiteX9" fmla="*/ 1779381 w 9780315"/>
              <a:gd name="connsiteY9" fmla="*/ 7257 h 4671785"/>
              <a:gd name="connsiteX10" fmla="*/ 8639 w 9780315"/>
              <a:gd name="connsiteY10" fmla="*/ 1792514 h 4671785"/>
              <a:gd name="connsiteX11" fmla="*/ 2286 w 9780315"/>
              <a:gd name="connsiteY11" fmla="*/ 3003549 h 4671785"/>
              <a:gd name="connsiteX0" fmla="*/ 2191234 w 9773976"/>
              <a:gd name="connsiteY0" fmla="*/ 4671785 h 4671785"/>
              <a:gd name="connsiteX1" fmla="*/ 2185793 w 9773976"/>
              <a:gd name="connsiteY1" fmla="*/ 2590799 h 4671785"/>
              <a:gd name="connsiteX2" fmla="*/ 3057556 w 9773976"/>
              <a:gd name="connsiteY2" fmla="*/ 1357085 h 4671785"/>
              <a:gd name="connsiteX3" fmla="*/ 4015501 w 9773976"/>
              <a:gd name="connsiteY3" fmla="*/ 1349829 h 4671785"/>
              <a:gd name="connsiteX4" fmla="*/ 6214413 w 9773976"/>
              <a:gd name="connsiteY4" fmla="*/ 1857828 h 4671785"/>
              <a:gd name="connsiteX5" fmla="*/ 9371270 w 9773976"/>
              <a:gd name="connsiteY5" fmla="*/ 1872340 h 4671785"/>
              <a:gd name="connsiteX6" fmla="*/ 9407556 w 9773976"/>
              <a:gd name="connsiteY6" fmla="*/ 1074057 h 4671785"/>
              <a:gd name="connsiteX7" fmla="*/ 7215900 w 9773976"/>
              <a:gd name="connsiteY7" fmla="*/ 1030513 h 4671785"/>
              <a:gd name="connsiteX8" fmla="*/ 4363842 w 9773976"/>
              <a:gd name="connsiteY8" fmla="*/ 0 h 4671785"/>
              <a:gd name="connsiteX9" fmla="*/ 1773042 w 9773976"/>
              <a:gd name="connsiteY9" fmla="*/ 7257 h 4671785"/>
              <a:gd name="connsiteX10" fmla="*/ 2300 w 9773976"/>
              <a:gd name="connsiteY10" fmla="*/ 1792514 h 4671785"/>
              <a:gd name="connsiteX11" fmla="*/ 46747 w 9773976"/>
              <a:gd name="connsiteY11" fmla="*/ 3124199 h 4671785"/>
              <a:gd name="connsiteX0" fmla="*/ 2194069 w 9776811"/>
              <a:gd name="connsiteY0" fmla="*/ 4671785 h 4671785"/>
              <a:gd name="connsiteX1" fmla="*/ 2188628 w 9776811"/>
              <a:gd name="connsiteY1" fmla="*/ 2590799 h 4671785"/>
              <a:gd name="connsiteX2" fmla="*/ 3060391 w 9776811"/>
              <a:gd name="connsiteY2" fmla="*/ 1357085 h 4671785"/>
              <a:gd name="connsiteX3" fmla="*/ 4018336 w 9776811"/>
              <a:gd name="connsiteY3" fmla="*/ 1349829 h 4671785"/>
              <a:gd name="connsiteX4" fmla="*/ 6217248 w 9776811"/>
              <a:gd name="connsiteY4" fmla="*/ 1857828 h 4671785"/>
              <a:gd name="connsiteX5" fmla="*/ 9374105 w 9776811"/>
              <a:gd name="connsiteY5" fmla="*/ 1872340 h 4671785"/>
              <a:gd name="connsiteX6" fmla="*/ 9410391 w 9776811"/>
              <a:gd name="connsiteY6" fmla="*/ 1074057 h 4671785"/>
              <a:gd name="connsiteX7" fmla="*/ 7218735 w 9776811"/>
              <a:gd name="connsiteY7" fmla="*/ 1030513 h 4671785"/>
              <a:gd name="connsiteX8" fmla="*/ 4366677 w 9776811"/>
              <a:gd name="connsiteY8" fmla="*/ 0 h 4671785"/>
              <a:gd name="connsiteX9" fmla="*/ 1775877 w 9776811"/>
              <a:gd name="connsiteY9" fmla="*/ 7257 h 4671785"/>
              <a:gd name="connsiteX10" fmla="*/ 5135 w 9776811"/>
              <a:gd name="connsiteY10" fmla="*/ 1792514 h 4671785"/>
              <a:gd name="connsiteX11" fmla="*/ 11482 w 9776811"/>
              <a:gd name="connsiteY11" fmla="*/ 3124199 h 4671785"/>
              <a:gd name="connsiteX0" fmla="*/ 2168669 w 9776811"/>
              <a:gd name="connsiteY0" fmla="*/ 4493985 h 4493985"/>
              <a:gd name="connsiteX1" fmla="*/ 2188628 w 9776811"/>
              <a:gd name="connsiteY1" fmla="*/ 2590799 h 4493985"/>
              <a:gd name="connsiteX2" fmla="*/ 3060391 w 9776811"/>
              <a:gd name="connsiteY2" fmla="*/ 1357085 h 4493985"/>
              <a:gd name="connsiteX3" fmla="*/ 4018336 w 9776811"/>
              <a:gd name="connsiteY3" fmla="*/ 1349829 h 4493985"/>
              <a:gd name="connsiteX4" fmla="*/ 6217248 w 9776811"/>
              <a:gd name="connsiteY4" fmla="*/ 1857828 h 4493985"/>
              <a:gd name="connsiteX5" fmla="*/ 9374105 w 9776811"/>
              <a:gd name="connsiteY5" fmla="*/ 1872340 h 4493985"/>
              <a:gd name="connsiteX6" fmla="*/ 9410391 w 9776811"/>
              <a:gd name="connsiteY6" fmla="*/ 1074057 h 4493985"/>
              <a:gd name="connsiteX7" fmla="*/ 7218735 w 9776811"/>
              <a:gd name="connsiteY7" fmla="*/ 1030513 h 4493985"/>
              <a:gd name="connsiteX8" fmla="*/ 4366677 w 9776811"/>
              <a:gd name="connsiteY8" fmla="*/ 0 h 4493985"/>
              <a:gd name="connsiteX9" fmla="*/ 1775877 w 9776811"/>
              <a:gd name="connsiteY9" fmla="*/ 7257 h 4493985"/>
              <a:gd name="connsiteX10" fmla="*/ 5135 w 9776811"/>
              <a:gd name="connsiteY10" fmla="*/ 1792514 h 4493985"/>
              <a:gd name="connsiteX11" fmla="*/ 11482 w 9776811"/>
              <a:gd name="connsiteY11" fmla="*/ 3124199 h 4493985"/>
              <a:gd name="connsiteX0" fmla="*/ 2187719 w 9776811"/>
              <a:gd name="connsiteY0" fmla="*/ 4411435 h 4411435"/>
              <a:gd name="connsiteX1" fmla="*/ 2188628 w 9776811"/>
              <a:gd name="connsiteY1" fmla="*/ 2590799 h 4411435"/>
              <a:gd name="connsiteX2" fmla="*/ 3060391 w 9776811"/>
              <a:gd name="connsiteY2" fmla="*/ 1357085 h 4411435"/>
              <a:gd name="connsiteX3" fmla="*/ 4018336 w 9776811"/>
              <a:gd name="connsiteY3" fmla="*/ 1349829 h 4411435"/>
              <a:gd name="connsiteX4" fmla="*/ 6217248 w 9776811"/>
              <a:gd name="connsiteY4" fmla="*/ 1857828 h 4411435"/>
              <a:gd name="connsiteX5" fmla="*/ 9374105 w 9776811"/>
              <a:gd name="connsiteY5" fmla="*/ 1872340 h 4411435"/>
              <a:gd name="connsiteX6" fmla="*/ 9410391 w 9776811"/>
              <a:gd name="connsiteY6" fmla="*/ 1074057 h 4411435"/>
              <a:gd name="connsiteX7" fmla="*/ 7218735 w 9776811"/>
              <a:gd name="connsiteY7" fmla="*/ 1030513 h 4411435"/>
              <a:gd name="connsiteX8" fmla="*/ 4366677 w 9776811"/>
              <a:gd name="connsiteY8" fmla="*/ 0 h 4411435"/>
              <a:gd name="connsiteX9" fmla="*/ 1775877 w 9776811"/>
              <a:gd name="connsiteY9" fmla="*/ 7257 h 4411435"/>
              <a:gd name="connsiteX10" fmla="*/ 5135 w 9776811"/>
              <a:gd name="connsiteY10" fmla="*/ 1792514 h 4411435"/>
              <a:gd name="connsiteX11" fmla="*/ 11482 w 9776811"/>
              <a:gd name="connsiteY11" fmla="*/ 3124199 h 4411435"/>
              <a:gd name="connsiteX0" fmla="*/ 2194069 w 9776811"/>
              <a:gd name="connsiteY0" fmla="*/ 4297135 h 4297135"/>
              <a:gd name="connsiteX1" fmla="*/ 2188628 w 9776811"/>
              <a:gd name="connsiteY1" fmla="*/ 2590799 h 4297135"/>
              <a:gd name="connsiteX2" fmla="*/ 3060391 w 9776811"/>
              <a:gd name="connsiteY2" fmla="*/ 1357085 h 4297135"/>
              <a:gd name="connsiteX3" fmla="*/ 4018336 w 9776811"/>
              <a:gd name="connsiteY3" fmla="*/ 1349829 h 4297135"/>
              <a:gd name="connsiteX4" fmla="*/ 6217248 w 9776811"/>
              <a:gd name="connsiteY4" fmla="*/ 1857828 h 4297135"/>
              <a:gd name="connsiteX5" fmla="*/ 9374105 w 9776811"/>
              <a:gd name="connsiteY5" fmla="*/ 1872340 h 4297135"/>
              <a:gd name="connsiteX6" fmla="*/ 9410391 w 9776811"/>
              <a:gd name="connsiteY6" fmla="*/ 1074057 h 4297135"/>
              <a:gd name="connsiteX7" fmla="*/ 7218735 w 9776811"/>
              <a:gd name="connsiteY7" fmla="*/ 1030513 h 4297135"/>
              <a:gd name="connsiteX8" fmla="*/ 4366677 w 9776811"/>
              <a:gd name="connsiteY8" fmla="*/ 0 h 4297135"/>
              <a:gd name="connsiteX9" fmla="*/ 1775877 w 9776811"/>
              <a:gd name="connsiteY9" fmla="*/ 7257 h 4297135"/>
              <a:gd name="connsiteX10" fmla="*/ 5135 w 9776811"/>
              <a:gd name="connsiteY10" fmla="*/ 1792514 h 4297135"/>
              <a:gd name="connsiteX11" fmla="*/ 11482 w 9776811"/>
              <a:gd name="connsiteY11" fmla="*/ 3124199 h 4297135"/>
              <a:gd name="connsiteX0" fmla="*/ 2162319 w 9776811"/>
              <a:gd name="connsiteY0" fmla="*/ 4055835 h 4055835"/>
              <a:gd name="connsiteX1" fmla="*/ 2188628 w 9776811"/>
              <a:gd name="connsiteY1" fmla="*/ 2590799 h 4055835"/>
              <a:gd name="connsiteX2" fmla="*/ 3060391 w 9776811"/>
              <a:gd name="connsiteY2" fmla="*/ 1357085 h 4055835"/>
              <a:gd name="connsiteX3" fmla="*/ 4018336 w 9776811"/>
              <a:gd name="connsiteY3" fmla="*/ 1349829 h 4055835"/>
              <a:gd name="connsiteX4" fmla="*/ 6217248 w 9776811"/>
              <a:gd name="connsiteY4" fmla="*/ 1857828 h 4055835"/>
              <a:gd name="connsiteX5" fmla="*/ 9374105 w 9776811"/>
              <a:gd name="connsiteY5" fmla="*/ 1872340 h 4055835"/>
              <a:gd name="connsiteX6" fmla="*/ 9410391 w 9776811"/>
              <a:gd name="connsiteY6" fmla="*/ 1074057 h 4055835"/>
              <a:gd name="connsiteX7" fmla="*/ 7218735 w 9776811"/>
              <a:gd name="connsiteY7" fmla="*/ 1030513 h 4055835"/>
              <a:gd name="connsiteX8" fmla="*/ 4366677 w 9776811"/>
              <a:gd name="connsiteY8" fmla="*/ 0 h 4055835"/>
              <a:gd name="connsiteX9" fmla="*/ 1775877 w 9776811"/>
              <a:gd name="connsiteY9" fmla="*/ 7257 h 4055835"/>
              <a:gd name="connsiteX10" fmla="*/ 5135 w 9776811"/>
              <a:gd name="connsiteY10" fmla="*/ 1792514 h 4055835"/>
              <a:gd name="connsiteX11" fmla="*/ 11482 w 9776811"/>
              <a:gd name="connsiteY11" fmla="*/ 3124199 h 4055835"/>
              <a:gd name="connsiteX0" fmla="*/ 2187719 w 9776811"/>
              <a:gd name="connsiteY0" fmla="*/ 4062185 h 4062185"/>
              <a:gd name="connsiteX1" fmla="*/ 2188628 w 9776811"/>
              <a:gd name="connsiteY1" fmla="*/ 2590799 h 4062185"/>
              <a:gd name="connsiteX2" fmla="*/ 3060391 w 9776811"/>
              <a:gd name="connsiteY2" fmla="*/ 1357085 h 4062185"/>
              <a:gd name="connsiteX3" fmla="*/ 4018336 w 9776811"/>
              <a:gd name="connsiteY3" fmla="*/ 1349829 h 4062185"/>
              <a:gd name="connsiteX4" fmla="*/ 6217248 w 9776811"/>
              <a:gd name="connsiteY4" fmla="*/ 1857828 h 4062185"/>
              <a:gd name="connsiteX5" fmla="*/ 9374105 w 9776811"/>
              <a:gd name="connsiteY5" fmla="*/ 1872340 h 4062185"/>
              <a:gd name="connsiteX6" fmla="*/ 9410391 w 9776811"/>
              <a:gd name="connsiteY6" fmla="*/ 1074057 h 4062185"/>
              <a:gd name="connsiteX7" fmla="*/ 7218735 w 9776811"/>
              <a:gd name="connsiteY7" fmla="*/ 1030513 h 4062185"/>
              <a:gd name="connsiteX8" fmla="*/ 4366677 w 9776811"/>
              <a:gd name="connsiteY8" fmla="*/ 0 h 4062185"/>
              <a:gd name="connsiteX9" fmla="*/ 1775877 w 9776811"/>
              <a:gd name="connsiteY9" fmla="*/ 7257 h 4062185"/>
              <a:gd name="connsiteX10" fmla="*/ 5135 w 9776811"/>
              <a:gd name="connsiteY10" fmla="*/ 1792514 h 4062185"/>
              <a:gd name="connsiteX11" fmla="*/ 11482 w 9776811"/>
              <a:gd name="connsiteY11" fmla="*/ 3124199 h 4062185"/>
              <a:gd name="connsiteX0" fmla="*/ 2175019 w 9776811"/>
              <a:gd name="connsiteY0" fmla="*/ 3928835 h 3928835"/>
              <a:gd name="connsiteX1" fmla="*/ 2188628 w 9776811"/>
              <a:gd name="connsiteY1" fmla="*/ 2590799 h 3928835"/>
              <a:gd name="connsiteX2" fmla="*/ 3060391 w 9776811"/>
              <a:gd name="connsiteY2" fmla="*/ 1357085 h 3928835"/>
              <a:gd name="connsiteX3" fmla="*/ 4018336 w 9776811"/>
              <a:gd name="connsiteY3" fmla="*/ 1349829 h 3928835"/>
              <a:gd name="connsiteX4" fmla="*/ 6217248 w 9776811"/>
              <a:gd name="connsiteY4" fmla="*/ 1857828 h 3928835"/>
              <a:gd name="connsiteX5" fmla="*/ 9374105 w 9776811"/>
              <a:gd name="connsiteY5" fmla="*/ 1872340 h 3928835"/>
              <a:gd name="connsiteX6" fmla="*/ 9410391 w 9776811"/>
              <a:gd name="connsiteY6" fmla="*/ 1074057 h 3928835"/>
              <a:gd name="connsiteX7" fmla="*/ 7218735 w 9776811"/>
              <a:gd name="connsiteY7" fmla="*/ 1030513 h 3928835"/>
              <a:gd name="connsiteX8" fmla="*/ 4366677 w 9776811"/>
              <a:gd name="connsiteY8" fmla="*/ 0 h 3928835"/>
              <a:gd name="connsiteX9" fmla="*/ 1775877 w 9776811"/>
              <a:gd name="connsiteY9" fmla="*/ 7257 h 3928835"/>
              <a:gd name="connsiteX10" fmla="*/ 5135 w 9776811"/>
              <a:gd name="connsiteY10" fmla="*/ 1792514 h 3928835"/>
              <a:gd name="connsiteX11" fmla="*/ 11482 w 9776811"/>
              <a:gd name="connsiteY11" fmla="*/ 3124199 h 3928835"/>
              <a:gd name="connsiteX0" fmla="*/ 2175019 w 9776811"/>
              <a:gd name="connsiteY0" fmla="*/ 3928835 h 3928835"/>
              <a:gd name="connsiteX1" fmla="*/ 2188628 w 9776811"/>
              <a:gd name="connsiteY1" fmla="*/ 2590799 h 3928835"/>
              <a:gd name="connsiteX2" fmla="*/ 3060391 w 9776811"/>
              <a:gd name="connsiteY2" fmla="*/ 1357085 h 3928835"/>
              <a:gd name="connsiteX3" fmla="*/ 4018336 w 9776811"/>
              <a:gd name="connsiteY3" fmla="*/ 1349829 h 3928835"/>
              <a:gd name="connsiteX4" fmla="*/ 6217248 w 9776811"/>
              <a:gd name="connsiteY4" fmla="*/ 1857828 h 3928835"/>
              <a:gd name="connsiteX5" fmla="*/ 9374105 w 9776811"/>
              <a:gd name="connsiteY5" fmla="*/ 1872340 h 3928835"/>
              <a:gd name="connsiteX6" fmla="*/ 9410391 w 9776811"/>
              <a:gd name="connsiteY6" fmla="*/ 1074057 h 3928835"/>
              <a:gd name="connsiteX7" fmla="*/ 7218735 w 9776811"/>
              <a:gd name="connsiteY7" fmla="*/ 1030513 h 3928835"/>
              <a:gd name="connsiteX8" fmla="*/ 4366677 w 9776811"/>
              <a:gd name="connsiteY8" fmla="*/ 0 h 3928835"/>
              <a:gd name="connsiteX9" fmla="*/ 1775877 w 9776811"/>
              <a:gd name="connsiteY9" fmla="*/ 7257 h 3928835"/>
              <a:gd name="connsiteX10" fmla="*/ 5135 w 9776811"/>
              <a:gd name="connsiteY10" fmla="*/ 1792514 h 3928835"/>
              <a:gd name="connsiteX11" fmla="*/ 11482 w 9776811"/>
              <a:gd name="connsiteY11" fmla="*/ 2901949 h 3928835"/>
              <a:gd name="connsiteX0" fmla="*/ 2172703 w 9774495"/>
              <a:gd name="connsiteY0" fmla="*/ 3928835 h 3928835"/>
              <a:gd name="connsiteX1" fmla="*/ 2186312 w 9774495"/>
              <a:gd name="connsiteY1" fmla="*/ 2590799 h 3928835"/>
              <a:gd name="connsiteX2" fmla="*/ 3058075 w 9774495"/>
              <a:gd name="connsiteY2" fmla="*/ 1357085 h 3928835"/>
              <a:gd name="connsiteX3" fmla="*/ 4016020 w 9774495"/>
              <a:gd name="connsiteY3" fmla="*/ 1349829 h 3928835"/>
              <a:gd name="connsiteX4" fmla="*/ 6214932 w 9774495"/>
              <a:gd name="connsiteY4" fmla="*/ 1857828 h 3928835"/>
              <a:gd name="connsiteX5" fmla="*/ 9371789 w 9774495"/>
              <a:gd name="connsiteY5" fmla="*/ 1872340 h 3928835"/>
              <a:gd name="connsiteX6" fmla="*/ 9408075 w 9774495"/>
              <a:gd name="connsiteY6" fmla="*/ 1074057 h 3928835"/>
              <a:gd name="connsiteX7" fmla="*/ 7216419 w 9774495"/>
              <a:gd name="connsiteY7" fmla="*/ 1030513 h 3928835"/>
              <a:gd name="connsiteX8" fmla="*/ 4364361 w 9774495"/>
              <a:gd name="connsiteY8" fmla="*/ 0 h 3928835"/>
              <a:gd name="connsiteX9" fmla="*/ 1773561 w 9774495"/>
              <a:gd name="connsiteY9" fmla="*/ 7257 h 3928835"/>
              <a:gd name="connsiteX10" fmla="*/ 2819 w 9774495"/>
              <a:gd name="connsiteY10" fmla="*/ 1792514 h 3928835"/>
              <a:gd name="connsiteX11" fmla="*/ 34566 w 9774495"/>
              <a:gd name="connsiteY11" fmla="*/ 316864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3244849 h 3928835"/>
              <a:gd name="connsiteX0" fmla="*/ 2174146 w 9775938"/>
              <a:gd name="connsiteY0" fmla="*/ 3928835 h 3928835"/>
              <a:gd name="connsiteX1" fmla="*/ 2187755 w 9775938"/>
              <a:gd name="connsiteY1" fmla="*/ 2590799 h 3928835"/>
              <a:gd name="connsiteX2" fmla="*/ 3059518 w 9775938"/>
              <a:gd name="connsiteY2" fmla="*/ 1357085 h 3928835"/>
              <a:gd name="connsiteX3" fmla="*/ 4017463 w 9775938"/>
              <a:gd name="connsiteY3" fmla="*/ 1349829 h 3928835"/>
              <a:gd name="connsiteX4" fmla="*/ 6216375 w 9775938"/>
              <a:gd name="connsiteY4" fmla="*/ 1857828 h 3928835"/>
              <a:gd name="connsiteX5" fmla="*/ 9373232 w 9775938"/>
              <a:gd name="connsiteY5" fmla="*/ 1872340 h 3928835"/>
              <a:gd name="connsiteX6" fmla="*/ 9409518 w 9775938"/>
              <a:gd name="connsiteY6" fmla="*/ 1074057 h 3928835"/>
              <a:gd name="connsiteX7" fmla="*/ 7217862 w 9775938"/>
              <a:gd name="connsiteY7" fmla="*/ 1030513 h 3928835"/>
              <a:gd name="connsiteX8" fmla="*/ 4365804 w 9775938"/>
              <a:gd name="connsiteY8" fmla="*/ 0 h 3928835"/>
              <a:gd name="connsiteX9" fmla="*/ 1775004 w 9775938"/>
              <a:gd name="connsiteY9" fmla="*/ 7257 h 3928835"/>
              <a:gd name="connsiteX10" fmla="*/ 4262 w 9775938"/>
              <a:gd name="connsiteY10" fmla="*/ 1792514 h 3928835"/>
              <a:gd name="connsiteX11" fmla="*/ 16959 w 9775938"/>
              <a:gd name="connsiteY11" fmla="*/ 3340099 h 3928835"/>
              <a:gd name="connsiteX0" fmla="*/ 2176335 w 9778127"/>
              <a:gd name="connsiteY0" fmla="*/ 3928835 h 3928835"/>
              <a:gd name="connsiteX1" fmla="*/ 2189944 w 9778127"/>
              <a:gd name="connsiteY1" fmla="*/ 2590799 h 3928835"/>
              <a:gd name="connsiteX2" fmla="*/ 3061707 w 9778127"/>
              <a:gd name="connsiteY2" fmla="*/ 1357085 h 3928835"/>
              <a:gd name="connsiteX3" fmla="*/ 4019652 w 9778127"/>
              <a:gd name="connsiteY3" fmla="*/ 1349829 h 3928835"/>
              <a:gd name="connsiteX4" fmla="*/ 6218564 w 9778127"/>
              <a:gd name="connsiteY4" fmla="*/ 1857828 h 3928835"/>
              <a:gd name="connsiteX5" fmla="*/ 9375421 w 9778127"/>
              <a:gd name="connsiteY5" fmla="*/ 1872340 h 3928835"/>
              <a:gd name="connsiteX6" fmla="*/ 9411707 w 9778127"/>
              <a:gd name="connsiteY6" fmla="*/ 1074057 h 3928835"/>
              <a:gd name="connsiteX7" fmla="*/ 7220051 w 9778127"/>
              <a:gd name="connsiteY7" fmla="*/ 1030513 h 3928835"/>
              <a:gd name="connsiteX8" fmla="*/ 4367993 w 9778127"/>
              <a:gd name="connsiteY8" fmla="*/ 0 h 3928835"/>
              <a:gd name="connsiteX9" fmla="*/ 1777193 w 9778127"/>
              <a:gd name="connsiteY9" fmla="*/ 7257 h 3928835"/>
              <a:gd name="connsiteX10" fmla="*/ 6451 w 9778127"/>
              <a:gd name="connsiteY10" fmla="*/ 1792514 h 3928835"/>
              <a:gd name="connsiteX11" fmla="*/ 6448 w 9778127"/>
              <a:gd name="connsiteY11" fmla="*/ 3263899 h 3928835"/>
              <a:gd name="connsiteX0" fmla="*/ 2176335 w 9778127"/>
              <a:gd name="connsiteY0" fmla="*/ 3928835 h 3928835"/>
              <a:gd name="connsiteX1" fmla="*/ 2189944 w 9778127"/>
              <a:gd name="connsiteY1" fmla="*/ 2590799 h 3928835"/>
              <a:gd name="connsiteX2" fmla="*/ 3061707 w 9778127"/>
              <a:gd name="connsiteY2" fmla="*/ 1357085 h 3928835"/>
              <a:gd name="connsiteX3" fmla="*/ 4019652 w 9778127"/>
              <a:gd name="connsiteY3" fmla="*/ 1349829 h 3928835"/>
              <a:gd name="connsiteX4" fmla="*/ 6218564 w 9778127"/>
              <a:gd name="connsiteY4" fmla="*/ 1857828 h 3928835"/>
              <a:gd name="connsiteX5" fmla="*/ 9375421 w 9778127"/>
              <a:gd name="connsiteY5" fmla="*/ 1872340 h 3928835"/>
              <a:gd name="connsiteX6" fmla="*/ 9411707 w 9778127"/>
              <a:gd name="connsiteY6" fmla="*/ 1074057 h 3928835"/>
              <a:gd name="connsiteX7" fmla="*/ 7220051 w 9778127"/>
              <a:gd name="connsiteY7" fmla="*/ 1030513 h 3928835"/>
              <a:gd name="connsiteX8" fmla="*/ 4367993 w 9778127"/>
              <a:gd name="connsiteY8" fmla="*/ 0 h 3928835"/>
              <a:gd name="connsiteX9" fmla="*/ 1777193 w 9778127"/>
              <a:gd name="connsiteY9" fmla="*/ 7257 h 3928835"/>
              <a:gd name="connsiteX10" fmla="*/ 6451 w 9778127"/>
              <a:gd name="connsiteY10" fmla="*/ 1792514 h 3928835"/>
              <a:gd name="connsiteX11" fmla="*/ 6448 w 9778127"/>
              <a:gd name="connsiteY11" fmla="*/ 3187699 h 3928835"/>
              <a:gd name="connsiteX0" fmla="*/ 2173063 w 9774855"/>
              <a:gd name="connsiteY0" fmla="*/ 3928835 h 3928835"/>
              <a:gd name="connsiteX1" fmla="*/ 2186672 w 9774855"/>
              <a:gd name="connsiteY1" fmla="*/ 2590799 h 3928835"/>
              <a:gd name="connsiteX2" fmla="*/ 3058435 w 9774855"/>
              <a:gd name="connsiteY2" fmla="*/ 1357085 h 3928835"/>
              <a:gd name="connsiteX3" fmla="*/ 4016380 w 9774855"/>
              <a:gd name="connsiteY3" fmla="*/ 1349829 h 3928835"/>
              <a:gd name="connsiteX4" fmla="*/ 6215292 w 9774855"/>
              <a:gd name="connsiteY4" fmla="*/ 1857828 h 3928835"/>
              <a:gd name="connsiteX5" fmla="*/ 9372149 w 9774855"/>
              <a:gd name="connsiteY5" fmla="*/ 1872340 h 3928835"/>
              <a:gd name="connsiteX6" fmla="*/ 9408435 w 9774855"/>
              <a:gd name="connsiteY6" fmla="*/ 1074057 h 3928835"/>
              <a:gd name="connsiteX7" fmla="*/ 7216779 w 9774855"/>
              <a:gd name="connsiteY7" fmla="*/ 1030513 h 3928835"/>
              <a:gd name="connsiteX8" fmla="*/ 4364721 w 9774855"/>
              <a:gd name="connsiteY8" fmla="*/ 0 h 3928835"/>
              <a:gd name="connsiteX9" fmla="*/ 1773921 w 9774855"/>
              <a:gd name="connsiteY9" fmla="*/ 7257 h 3928835"/>
              <a:gd name="connsiteX10" fmla="*/ 3179 w 9774855"/>
              <a:gd name="connsiteY10" fmla="*/ 1792514 h 3928835"/>
              <a:gd name="connsiteX11" fmla="*/ 28576 w 9774855"/>
              <a:gd name="connsiteY11" fmla="*/ 3136899 h 3928835"/>
              <a:gd name="connsiteX0" fmla="*/ 2173063 w 9774855"/>
              <a:gd name="connsiteY0" fmla="*/ 3928835 h 3928835"/>
              <a:gd name="connsiteX1" fmla="*/ 2186672 w 9774855"/>
              <a:gd name="connsiteY1" fmla="*/ 2590799 h 3928835"/>
              <a:gd name="connsiteX2" fmla="*/ 3058435 w 9774855"/>
              <a:gd name="connsiteY2" fmla="*/ 1357085 h 3928835"/>
              <a:gd name="connsiteX3" fmla="*/ 4016380 w 9774855"/>
              <a:gd name="connsiteY3" fmla="*/ 1349829 h 3928835"/>
              <a:gd name="connsiteX4" fmla="*/ 6215292 w 9774855"/>
              <a:gd name="connsiteY4" fmla="*/ 1857828 h 3928835"/>
              <a:gd name="connsiteX5" fmla="*/ 9372149 w 9774855"/>
              <a:gd name="connsiteY5" fmla="*/ 1872340 h 3928835"/>
              <a:gd name="connsiteX6" fmla="*/ 9408435 w 9774855"/>
              <a:gd name="connsiteY6" fmla="*/ 1074057 h 3928835"/>
              <a:gd name="connsiteX7" fmla="*/ 7216779 w 9774855"/>
              <a:gd name="connsiteY7" fmla="*/ 1030513 h 3928835"/>
              <a:gd name="connsiteX8" fmla="*/ 4364721 w 9774855"/>
              <a:gd name="connsiteY8" fmla="*/ 0 h 3928835"/>
              <a:gd name="connsiteX9" fmla="*/ 1773921 w 9774855"/>
              <a:gd name="connsiteY9" fmla="*/ 7257 h 3928835"/>
              <a:gd name="connsiteX10" fmla="*/ 3179 w 9774855"/>
              <a:gd name="connsiteY10" fmla="*/ 1792514 h 3928835"/>
              <a:gd name="connsiteX11" fmla="*/ 28576 w 9774855"/>
              <a:gd name="connsiteY11" fmla="*/ 312419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304799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297179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299719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2997199 h 3928835"/>
              <a:gd name="connsiteX0" fmla="*/ 2173525 w 9775317"/>
              <a:gd name="connsiteY0" fmla="*/ 3884385 h 3884385"/>
              <a:gd name="connsiteX1" fmla="*/ 2187134 w 9775317"/>
              <a:gd name="connsiteY1" fmla="*/ 2590799 h 3884385"/>
              <a:gd name="connsiteX2" fmla="*/ 3058897 w 9775317"/>
              <a:gd name="connsiteY2" fmla="*/ 1357085 h 3884385"/>
              <a:gd name="connsiteX3" fmla="*/ 4016842 w 9775317"/>
              <a:gd name="connsiteY3" fmla="*/ 1349829 h 3884385"/>
              <a:gd name="connsiteX4" fmla="*/ 6215754 w 9775317"/>
              <a:gd name="connsiteY4" fmla="*/ 1857828 h 3884385"/>
              <a:gd name="connsiteX5" fmla="*/ 9372611 w 9775317"/>
              <a:gd name="connsiteY5" fmla="*/ 1872340 h 3884385"/>
              <a:gd name="connsiteX6" fmla="*/ 9408897 w 9775317"/>
              <a:gd name="connsiteY6" fmla="*/ 1074057 h 3884385"/>
              <a:gd name="connsiteX7" fmla="*/ 7217241 w 9775317"/>
              <a:gd name="connsiteY7" fmla="*/ 1030513 h 3884385"/>
              <a:gd name="connsiteX8" fmla="*/ 4365183 w 9775317"/>
              <a:gd name="connsiteY8" fmla="*/ 0 h 3884385"/>
              <a:gd name="connsiteX9" fmla="*/ 1774383 w 9775317"/>
              <a:gd name="connsiteY9" fmla="*/ 7257 h 3884385"/>
              <a:gd name="connsiteX10" fmla="*/ 3641 w 9775317"/>
              <a:gd name="connsiteY10" fmla="*/ 1792514 h 3884385"/>
              <a:gd name="connsiteX11" fmla="*/ 22688 w 9775317"/>
              <a:gd name="connsiteY11" fmla="*/ 2997199 h 3884385"/>
              <a:gd name="connsiteX0" fmla="*/ 2173525 w 9775317"/>
              <a:gd name="connsiteY0" fmla="*/ 3846285 h 3846285"/>
              <a:gd name="connsiteX1" fmla="*/ 2187134 w 9775317"/>
              <a:gd name="connsiteY1" fmla="*/ 2590799 h 3846285"/>
              <a:gd name="connsiteX2" fmla="*/ 3058897 w 9775317"/>
              <a:gd name="connsiteY2" fmla="*/ 1357085 h 3846285"/>
              <a:gd name="connsiteX3" fmla="*/ 4016842 w 9775317"/>
              <a:gd name="connsiteY3" fmla="*/ 1349829 h 3846285"/>
              <a:gd name="connsiteX4" fmla="*/ 6215754 w 9775317"/>
              <a:gd name="connsiteY4" fmla="*/ 1857828 h 3846285"/>
              <a:gd name="connsiteX5" fmla="*/ 9372611 w 9775317"/>
              <a:gd name="connsiteY5" fmla="*/ 1872340 h 3846285"/>
              <a:gd name="connsiteX6" fmla="*/ 9408897 w 9775317"/>
              <a:gd name="connsiteY6" fmla="*/ 1074057 h 3846285"/>
              <a:gd name="connsiteX7" fmla="*/ 7217241 w 9775317"/>
              <a:gd name="connsiteY7" fmla="*/ 1030513 h 3846285"/>
              <a:gd name="connsiteX8" fmla="*/ 4365183 w 9775317"/>
              <a:gd name="connsiteY8" fmla="*/ 0 h 3846285"/>
              <a:gd name="connsiteX9" fmla="*/ 1774383 w 9775317"/>
              <a:gd name="connsiteY9" fmla="*/ 7257 h 3846285"/>
              <a:gd name="connsiteX10" fmla="*/ 3641 w 9775317"/>
              <a:gd name="connsiteY10" fmla="*/ 1792514 h 3846285"/>
              <a:gd name="connsiteX11" fmla="*/ 22688 w 9775317"/>
              <a:gd name="connsiteY11" fmla="*/ 2997199 h 3846285"/>
              <a:gd name="connsiteX0" fmla="*/ 2173525 w 9775317"/>
              <a:gd name="connsiteY0" fmla="*/ 3827235 h 3827235"/>
              <a:gd name="connsiteX1" fmla="*/ 2187134 w 9775317"/>
              <a:gd name="connsiteY1" fmla="*/ 2590799 h 3827235"/>
              <a:gd name="connsiteX2" fmla="*/ 3058897 w 9775317"/>
              <a:gd name="connsiteY2" fmla="*/ 1357085 h 3827235"/>
              <a:gd name="connsiteX3" fmla="*/ 4016842 w 9775317"/>
              <a:gd name="connsiteY3" fmla="*/ 1349829 h 3827235"/>
              <a:gd name="connsiteX4" fmla="*/ 6215754 w 9775317"/>
              <a:gd name="connsiteY4" fmla="*/ 1857828 h 3827235"/>
              <a:gd name="connsiteX5" fmla="*/ 9372611 w 9775317"/>
              <a:gd name="connsiteY5" fmla="*/ 1872340 h 3827235"/>
              <a:gd name="connsiteX6" fmla="*/ 9408897 w 9775317"/>
              <a:gd name="connsiteY6" fmla="*/ 1074057 h 3827235"/>
              <a:gd name="connsiteX7" fmla="*/ 7217241 w 9775317"/>
              <a:gd name="connsiteY7" fmla="*/ 1030513 h 3827235"/>
              <a:gd name="connsiteX8" fmla="*/ 4365183 w 9775317"/>
              <a:gd name="connsiteY8" fmla="*/ 0 h 3827235"/>
              <a:gd name="connsiteX9" fmla="*/ 1774383 w 9775317"/>
              <a:gd name="connsiteY9" fmla="*/ 7257 h 3827235"/>
              <a:gd name="connsiteX10" fmla="*/ 3641 w 9775317"/>
              <a:gd name="connsiteY10" fmla="*/ 1792514 h 3827235"/>
              <a:gd name="connsiteX11" fmla="*/ 22688 w 9775317"/>
              <a:gd name="connsiteY11" fmla="*/ 2997199 h 3827235"/>
              <a:gd name="connsiteX0" fmla="*/ 2189400 w 9775317"/>
              <a:gd name="connsiteY0" fmla="*/ 3808185 h 3808185"/>
              <a:gd name="connsiteX1" fmla="*/ 2187134 w 9775317"/>
              <a:gd name="connsiteY1" fmla="*/ 2590799 h 3808185"/>
              <a:gd name="connsiteX2" fmla="*/ 3058897 w 9775317"/>
              <a:gd name="connsiteY2" fmla="*/ 1357085 h 3808185"/>
              <a:gd name="connsiteX3" fmla="*/ 4016842 w 9775317"/>
              <a:gd name="connsiteY3" fmla="*/ 1349829 h 3808185"/>
              <a:gd name="connsiteX4" fmla="*/ 6215754 w 9775317"/>
              <a:gd name="connsiteY4" fmla="*/ 1857828 h 3808185"/>
              <a:gd name="connsiteX5" fmla="*/ 9372611 w 9775317"/>
              <a:gd name="connsiteY5" fmla="*/ 1872340 h 3808185"/>
              <a:gd name="connsiteX6" fmla="*/ 9408897 w 9775317"/>
              <a:gd name="connsiteY6" fmla="*/ 1074057 h 3808185"/>
              <a:gd name="connsiteX7" fmla="*/ 7217241 w 9775317"/>
              <a:gd name="connsiteY7" fmla="*/ 1030513 h 3808185"/>
              <a:gd name="connsiteX8" fmla="*/ 4365183 w 9775317"/>
              <a:gd name="connsiteY8" fmla="*/ 0 h 3808185"/>
              <a:gd name="connsiteX9" fmla="*/ 1774383 w 9775317"/>
              <a:gd name="connsiteY9" fmla="*/ 7257 h 3808185"/>
              <a:gd name="connsiteX10" fmla="*/ 3641 w 9775317"/>
              <a:gd name="connsiteY10" fmla="*/ 1792514 h 3808185"/>
              <a:gd name="connsiteX11" fmla="*/ 22688 w 9775317"/>
              <a:gd name="connsiteY11" fmla="*/ 2997199 h 3808185"/>
              <a:gd name="connsiteX0" fmla="*/ 2189400 w 9775317"/>
              <a:gd name="connsiteY0" fmla="*/ 3779610 h 3779610"/>
              <a:gd name="connsiteX1" fmla="*/ 2187134 w 9775317"/>
              <a:gd name="connsiteY1" fmla="*/ 2590799 h 3779610"/>
              <a:gd name="connsiteX2" fmla="*/ 3058897 w 9775317"/>
              <a:gd name="connsiteY2" fmla="*/ 1357085 h 3779610"/>
              <a:gd name="connsiteX3" fmla="*/ 4016842 w 9775317"/>
              <a:gd name="connsiteY3" fmla="*/ 1349829 h 3779610"/>
              <a:gd name="connsiteX4" fmla="*/ 6215754 w 9775317"/>
              <a:gd name="connsiteY4" fmla="*/ 1857828 h 3779610"/>
              <a:gd name="connsiteX5" fmla="*/ 9372611 w 9775317"/>
              <a:gd name="connsiteY5" fmla="*/ 1872340 h 3779610"/>
              <a:gd name="connsiteX6" fmla="*/ 9408897 w 9775317"/>
              <a:gd name="connsiteY6" fmla="*/ 1074057 h 3779610"/>
              <a:gd name="connsiteX7" fmla="*/ 7217241 w 9775317"/>
              <a:gd name="connsiteY7" fmla="*/ 1030513 h 3779610"/>
              <a:gd name="connsiteX8" fmla="*/ 4365183 w 9775317"/>
              <a:gd name="connsiteY8" fmla="*/ 0 h 3779610"/>
              <a:gd name="connsiteX9" fmla="*/ 1774383 w 9775317"/>
              <a:gd name="connsiteY9" fmla="*/ 7257 h 3779610"/>
              <a:gd name="connsiteX10" fmla="*/ 3641 w 9775317"/>
              <a:gd name="connsiteY10" fmla="*/ 1792514 h 3779610"/>
              <a:gd name="connsiteX11" fmla="*/ 22688 w 9775317"/>
              <a:gd name="connsiteY11" fmla="*/ 2997199 h 3779610"/>
              <a:gd name="connsiteX0" fmla="*/ 2189400 w 9775317"/>
              <a:gd name="connsiteY0" fmla="*/ 3779610 h 3779610"/>
              <a:gd name="connsiteX1" fmla="*/ 2187134 w 9775317"/>
              <a:gd name="connsiteY1" fmla="*/ 2590799 h 3779610"/>
              <a:gd name="connsiteX2" fmla="*/ 3058897 w 9775317"/>
              <a:gd name="connsiteY2" fmla="*/ 1357085 h 3779610"/>
              <a:gd name="connsiteX3" fmla="*/ 4016842 w 9775317"/>
              <a:gd name="connsiteY3" fmla="*/ 1349829 h 3779610"/>
              <a:gd name="connsiteX4" fmla="*/ 6215754 w 9775317"/>
              <a:gd name="connsiteY4" fmla="*/ 1857828 h 3779610"/>
              <a:gd name="connsiteX5" fmla="*/ 9372611 w 9775317"/>
              <a:gd name="connsiteY5" fmla="*/ 1872340 h 3779610"/>
              <a:gd name="connsiteX6" fmla="*/ 9408897 w 9775317"/>
              <a:gd name="connsiteY6" fmla="*/ 1074057 h 3779610"/>
              <a:gd name="connsiteX7" fmla="*/ 7217241 w 9775317"/>
              <a:gd name="connsiteY7" fmla="*/ 1030513 h 3779610"/>
              <a:gd name="connsiteX8" fmla="*/ 4365183 w 9775317"/>
              <a:gd name="connsiteY8" fmla="*/ 0 h 3779610"/>
              <a:gd name="connsiteX9" fmla="*/ 1774383 w 9775317"/>
              <a:gd name="connsiteY9" fmla="*/ 7257 h 3779610"/>
              <a:gd name="connsiteX10" fmla="*/ 3641 w 9775317"/>
              <a:gd name="connsiteY10" fmla="*/ 1792514 h 3779610"/>
              <a:gd name="connsiteX11" fmla="*/ 22688 w 9775317"/>
              <a:gd name="connsiteY11" fmla="*/ 2997199 h 3779610"/>
              <a:gd name="connsiteX0" fmla="*/ 2191479 w 9777396"/>
              <a:gd name="connsiteY0" fmla="*/ 3779610 h 3779610"/>
              <a:gd name="connsiteX1" fmla="*/ 2189213 w 9777396"/>
              <a:gd name="connsiteY1" fmla="*/ 2590799 h 3779610"/>
              <a:gd name="connsiteX2" fmla="*/ 3060976 w 9777396"/>
              <a:gd name="connsiteY2" fmla="*/ 1357085 h 3779610"/>
              <a:gd name="connsiteX3" fmla="*/ 4018921 w 9777396"/>
              <a:gd name="connsiteY3" fmla="*/ 1349829 h 3779610"/>
              <a:gd name="connsiteX4" fmla="*/ 6217833 w 9777396"/>
              <a:gd name="connsiteY4" fmla="*/ 1857828 h 3779610"/>
              <a:gd name="connsiteX5" fmla="*/ 9374690 w 9777396"/>
              <a:gd name="connsiteY5" fmla="*/ 1872340 h 3779610"/>
              <a:gd name="connsiteX6" fmla="*/ 9410976 w 9777396"/>
              <a:gd name="connsiteY6" fmla="*/ 1074057 h 3779610"/>
              <a:gd name="connsiteX7" fmla="*/ 7219320 w 9777396"/>
              <a:gd name="connsiteY7" fmla="*/ 1030513 h 3779610"/>
              <a:gd name="connsiteX8" fmla="*/ 4367262 w 9777396"/>
              <a:gd name="connsiteY8" fmla="*/ 0 h 3779610"/>
              <a:gd name="connsiteX9" fmla="*/ 1776462 w 9777396"/>
              <a:gd name="connsiteY9" fmla="*/ 7257 h 3779610"/>
              <a:gd name="connsiteX10" fmla="*/ 5720 w 9777396"/>
              <a:gd name="connsiteY10" fmla="*/ 1792514 h 3779610"/>
              <a:gd name="connsiteX11" fmla="*/ 8892 w 9777396"/>
              <a:gd name="connsiteY11" fmla="*/ 2970212 h 3779610"/>
              <a:gd name="connsiteX0" fmla="*/ 2191479 w 9777396"/>
              <a:gd name="connsiteY0" fmla="*/ 3779610 h 3779610"/>
              <a:gd name="connsiteX1" fmla="*/ 2189213 w 9777396"/>
              <a:gd name="connsiteY1" fmla="*/ 2590799 h 3779610"/>
              <a:gd name="connsiteX2" fmla="*/ 3060976 w 9777396"/>
              <a:gd name="connsiteY2" fmla="*/ 1357085 h 3779610"/>
              <a:gd name="connsiteX3" fmla="*/ 4018921 w 9777396"/>
              <a:gd name="connsiteY3" fmla="*/ 1349829 h 3779610"/>
              <a:gd name="connsiteX4" fmla="*/ 6217833 w 9777396"/>
              <a:gd name="connsiteY4" fmla="*/ 1857828 h 3779610"/>
              <a:gd name="connsiteX5" fmla="*/ 9374690 w 9777396"/>
              <a:gd name="connsiteY5" fmla="*/ 1872340 h 3779610"/>
              <a:gd name="connsiteX6" fmla="*/ 9410976 w 9777396"/>
              <a:gd name="connsiteY6" fmla="*/ 1074057 h 3779610"/>
              <a:gd name="connsiteX7" fmla="*/ 7219320 w 9777396"/>
              <a:gd name="connsiteY7" fmla="*/ 1030513 h 3779610"/>
              <a:gd name="connsiteX8" fmla="*/ 4367262 w 9777396"/>
              <a:gd name="connsiteY8" fmla="*/ 0 h 3779610"/>
              <a:gd name="connsiteX9" fmla="*/ 1776462 w 9777396"/>
              <a:gd name="connsiteY9" fmla="*/ 7257 h 3779610"/>
              <a:gd name="connsiteX10" fmla="*/ 5720 w 9777396"/>
              <a:gd name="connsiteY10" fmla="*/ 1792514 h 3779610"/>
              <a:gd name="connsiteX11" fmla="*/ 8892 w 9777396"/>
              <a:gd name="connsiteY11" fmla="*/ 3027362 h 3779610"/>
              <a:gd name="connsiteX0" fmla="*/ 2191479 w 9777396"/>
              <a:gd name="connsiteY0" fmla="*/ 3779610 h 3779610"/>
              <a:gd name="connsiteX1" fmla="*/ 2189213 w 9777396"/>
              <a:gd name="connsiteY1" fmla="*/ 2590799 h 3779610"/>
              <a:gd name="connsiteX2" fmla="*/ 3060976 w 9777396"/>
              <a:gd name="connsiteY2" fmla="*/ 1357085 h 3779610"/>
              <a:gd name="connsiteX3" fmla="*/ 4018921 w 9777396"/>
              <a:gd name="connsiteY3" fmla="*/ 1349829 h 3779610"/>
              <a:gd name="connsiteX4" fmla="*/ 6217833 w 9777396"/>
              <a:gd name="connsiteY4" fmla="*/ 1857828 h 3779610"/>
              <a:gd name="connsiteX5" fmla="*/ 9374690 w 9777396"/>
              <a:gd name="connsiteY5" fmla="*/ 1872340 h 3779610"/>
              <a:gd name="connsiteX6" fmla="*/ 9410976 w 9777396"/>
              <a:gd name="connsiteY6" fmla="*/ 1074057 h 3779610"/>
              <a:gd name="connsiteX7" fmla="*/ 7219320 w 9777396"/>
              <a:gd name="connsiteY7" fmla="*/ 1030513 h 3779610"/>
              <a:gd name="connsiteX8" fmla="*/ 4367262 w 9777396"/>
              <a:gd name="connsiteY8" fmla="*/ 0 h 3779610"/>
              <a:gd name="connsiteX9" fmla="*/ 1776462 w 9777396"/>
              <a:gd name="connsiteY9" fmla="*/ 7257 h 3779610"/>
              <a:gd name="connsiteX10" fmla="*/ 5720 w 9777396"/>
              <a:gd name="connsiteY10" fmla="*/ 1792514 h 3779610"/>
              <a:gd name="connsiteX11" fmla="*/ 8892 w 9777396"/>
              <a:gd name="connsiteY11" fmla="*/ 3027362 h 3779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777396" h="3779610">
                <a:moveTo>
                  <a:pt x="2191479" y="3779610"/>
                </a:moveTo>
                <a:cubicBezTo>
                  <a:pt x="2190572" y="3513515"/>
                  <a:pt x="2190876" y="3187699"/>
                  <a:pt x="2189213" y="2590799"/>
                </a:cubicBezTo>
                <a:cubicBezTo>
                  <a:pt x="2200250" y="2025649"/>
                  <a:pt x="2230032" y="1364342"/>
                  <a:pt x="3060976" y="1357085"/>
                </a:cubicBezTo>
                <a:lnTo>
                  <a:pt x="4018921" y="1349829"/>
                </a:lnTo>
                <a:cubicBezTo>
                  <a:pt x="4739797" y="1371600"/>
                  <a:pt x="5230894" y="1871158"/>
                  <a:pt x="6217833" y="1857828"/>
                </a:cubicBezTo>
                <a:lnTo>
                  <a:pt x="9374690" y="1872340"/>
                </a:lnTo>
                <a:cubicBezTo>
                  <a:pt x="9955866" y="1854198"/>
                  <a:pt x="9854266" y="1087964"/>
                  <a:pt x="9410976" y="1074057"/>
                </a:cubicBezTo>
                <a:cubicBezTo>
                  <a:pt x="8738481" y="1045028"/>
                  <a:pt x="8038168" y="1059541"/>
                  <a:pt x="7219320" y="1030513"/>
                </a:cubicBezTo>
                <a:cubicBezTo>
                  <a:pt x="5979558" y="907143"/>
                  <a:pt x="5498167" y="19352"/>
                  <a:pt x="4367262" y="0"/>
                </a:cubicBezTo>
                <a:lnTo>
                  <a:pt x="1776462" y="7257"/>
                </a:lnTo>
                <a:cubicBezTo>
                  <a:pt x="432680" y="25399"/>
                  <a:pt x="20235" y="1250648"/>
                  <a:pt x="5720" y="1792514"/>
                </a:cubicBezTo>
                <a:cubicBezTo>
                  <a:pt x="-8795" y="2334380"/>
                  <a:pt x="8892" y="3027362"/>
                  <a:pt x="8892" y="3027362"/>
                </a:cubicBezTo>
              </a:path>
            </a:pathLst>
          </a:custGeom>
          <a:gradFill flip="none" rotWithShape="1">
            <a:gsLst>
              <a:gs pos="73000">
                <a:srgbClr val="7D7D7D"/>
              </a:gs>
              <a:gs pos="22000">
                <a:srgbClr val="C6C6C6"/>
              </a:gs>
              <a:gs pos="40000">
                <a:schemeClr val="bg2">
                  <a:lumMod val="75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path path="shape">
              <a:fillToRect l="50000" t="50000" r="50000" b="50000"/>
            </a:path>
            <a:tileRect/>
          </a:gra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A511603D-BBAF-CB66-716D-C2109878851E}"/>
              </a:ext>
            </a:extLst>
          </p:cNvPr>
          <p:cNvSpPr/>
          <p:nvPr/>
        </p:nvSpPr>
        <p:spPr>
          <a:xfrm>
            <a:off x="7455467" y="-28747"/>
            <a:ext cx="4219834" cy="878011"/>
          </a:xfrm>
          <a:custGeom>
            <a:avLst/>
            <a:gdLst>
              <a:gd name="connsiteX0" fmla="*/ 587829 w 3609619"/>
              <a:gd name="connsiteY0" fmla="*/ 0 h 1075246"/>
              <a:gd name="connsiteX1" fmla="*/ 0 w 3609619"/>
              <a:gd name="connsiteY1" fmla="*/ 522514 h 1075246"/>
              <a:gd name="connsiteX2" fmla="*/ 0 w 3609619"/>
              <a:gd name="connsiteY2" fmla="*/ 522514 h 1075246"/>
              <a:gd name="connsiteX3" fmla="*/ 457200 w 3609619"/>
              <a:gd name="connsiteY3" fmla="*/ 1023257 h 1075246"/>
              <a:gd name="connsiteX4" fmla="*/ 3345543 w 3609619"/>
              <a:gd name="connsiteY4" fmla="*/ 1059543 h 1075246"/>
              <a:gd name="connsiteX5" fmla="*/ 3345543 w 3609619"/>
              <a:gd name="connsiteY5" fmla="*/ 1059543 h 1075246"/>
              <a:gd name="connsiteX6" fmla="*/ 3164114 w 3609619"/>
              <a:gd name="connsiteY6" fmla="*/ 50800 h 1075246"/>
              <a:gd name="connsiteX7" fmla="*/ 3570514 w 3609619"/>
              <a:gd name="connsiteY7" fmla="*/ 217714 h 1075246"/>
              <a:gd name="connsiteX8" fmla="*/ 3570514 w 3609619"/>
              <a:gd name="connsiteY8" fmla="*/ 210457 h 1075246"/>
              <a:gd name="connsiteX0" fmla="*/ 587829 w 3609619"/>
              <a:gd name="connsiteY0" fmla="*/ 0 h 1067714"/>
              <a:gd name="connsiteX1" fmla="*/ 0 w 3609619"/>
              <a:gd name="connsiteY1" fmla="*/ 522514 h 1067714"/>
              <a:gd name="connsiteX2" fmla="*/ 217715 w 3609619"/>
              <a:gd name="connsiteY2" fmla="*/ 638628 h 1067714"/>
              <a:gd name="connsiteX3" fmla="*/ 457200 w 3609619"/>
              <a:gd name="connsiteY3" fmla="*/ 1023257 h 1067714"/>
              <a:gd name="connsiteX4" fmla="*/ 3345543 w 3609619"/>
              <a:gd name="connsiteY4" fmla="*/ 1059543 h 1067714"/>
              <a:gd name="connsiteX5" fmla="*/ 3345543 w 3609619"/>
              <a:gd name="connsiteY5" fmla="*/ 1059543 h 1067714"/>
              <a:gd name="connsiteX6" fmla="*/ 3164114 w 3609619"/>
              <a:gd name="connsiteY6" fmla="*/ 50800 h 1067714"/>
              <a:gd name="connsiteX7" fmla="*/ 3570514 w 3609619"/>
              <a:gd name="connsiteY7" fmla="*/ 217714 h 1067714"/>
              <a:gd name="connsiteX8" fmla="*/ 3570514 w 3609619"/>
              <a:gd name="connsiteY8" fmla="*/ 210457 h 1067714"/>
              <a:gd name="connsiteX0" fmla="*/ 587829 w 3609619"/>
              <a:gd name="connsiteY0" fmla="*/ 0 h 1067714"/>
              <a:gd name="connsiteX1" fmla="*/ 0 w 3609619"/>
              <a:gd name="connsiteY1" fmla="*/ 522514 h 1067714"/>
              <a:gd name="connsiteX2" fmla="*/ 217715 w 3609619"/>
              <a:gd name="connsiteY2" fmla="*/ 638628 h 1067714"/>
              <a:gd name="connsiteX3" fmla="*/ 457200 w 3609619"/>
              <a:gd name="connsiteY3" fmla="*/ 1023257 h 1067714"/>
              <a:gd name="connsiteX4" fmla="*/ 3345543 w 3609619"/>
              <a:gd name="connsiteY4" fmla="*/ 1059543 h 1067714"/>
              <a:gd name="connsiteX5" fmla="*/ 3345543 w 3609619"/>
              <a:gd name="connsiteY5" fmla="*/ 1059543 h 1067714"/>
              <a:gd name="connsiteX6" fmla="*/ 3164114 w 3609619"/>
              <a:gd name="connsiteY6" fmla="*/ 50800 h 1067714"/>
              <a:gd name="connsiteX7" fmla="*/ 3570514 w 3609619"/>
              <a:gd name="connsiteY7" fmla="*/ 217714 h 1067714"/>
              <a:gd name="connsiteX8" fmla="*/ 3570514 w 3609619"/>
              <a:gd name="connsiteY8" fmla="*/ 210457 h 1067714"/>
              <a:gd name="connsiteX0" fmla="*/ 458124 w 3479914"/>
              <a:gd name="connsiteY0" fmla="*/ 0 h 1067714"/>
              <a:gd name="connsiteX1" fmla="*/ 88010 w 3479914"/>
              <a:gd name="connsiteY1" fmla="*/ 638628 h 1067714"/>
              <a:gd name="connsiteX2" fmla="*/ 327495 w 3479914"/>
              <a:gd name="connsiteY2" fmla="*/ 1023257 h 1067714"/>
              <a:gd name="connsiteX3" fmla="*/ 3215838 w 3479914"/>
              <a:gd name="connsiteY3" fmla="*/ 1059543 h 1067714"/>
              <a:gd name="connsiteX4" fmla="*/ 3215838 w 3479914"/>
              <a:gd name="connsiteY4" fmla="*/ 1059543 h 1067714"/>
              <a:gd name="connsiteX5" fmla="*/ 3034409 w 3479914"/>
              <a:gd name="connsiteY5" fmla="*/ 50800 h 1067714"/>
              <a:gd name="connsiteX6" fmla="*/ 3440809 w 3479914"/>
              <a:gd name="connsiteY6" fmla="*/ 217714 h 1067714"/>
              <a:gd name="connsiteX7" fmla="*/ 3440809 w 3479914"/>
              <a:gd name="connsiteY7" fmla="*/ 210457 h 1067714"/>
              <a:gd name="connsiteX0" fmla="*/ 831916 w 3853706"/>
              <a:gd name="connsiteY0" fmla="*/ 0 h 1072345"/>
              <a:gd name="connsiteX1" fmla="*/ 4602 w 3853706"/>
              <a:gd name="connsiteY1" fmla="*/ 566057 h 1072345"/>
              <a:gd name="connsiteX2" fmla="*/ 701287 w 3853706"/>
              <a:gd name="connsiteY2" fmla="*/ 1023257 h 1072345"/>
              <a:gd name="connsiteX3" fmla="*/ 3589630 w 3853706"/>
              <a:gd name="connsiteY3" fmla="*/ 1059543 h 1072345"/>
              <a:gd name="connsiteX4" fmla="*/ 3589630 w 3853706"/>
              <a:gd name="connsiteY4" fmla="*/ 1059543 h 1072345"/>
              <a:gd name="connsiteX5" fmla="*/ 3408201 w 3853706"/>
              <a:gd name="connsiteY5" fmla="*/ 50800 h 1072345"/>
              <a:gd name="connsiteX6" fmla="*/ 3814601 w 3853706"/>
              <a:gd name="connsiteY6" fmla="*/ 217714 h 1072345"/>
              <a:gd name="connsiteX7" fmla="*/ 3814601 w 3853706"/>
              <a:gd name="connsiteY7" fmla="*/ 210457 h 1072345"/>
              <a:gd name="connsiteX0" fmla="*/ 831916 w 3853706"/>
              <a:gd name="connsiteY0" fmla="*/ 0 h 1072345"/>
              <a:gd name="connsiteX1" fmla="*/ 4602 w 3853706"/>
              <a:gd name="connsiteY1" fmla="*/ 566057 h 1072345"/>
              <a:gd name="connsiteX2" fmla="*/ 701287 w 3853706"/>
              <a:gd name="connsiteY2" fmla="*/ 1023257 h 1072345"/>
              <a:gd name="connsiteX3" fmla="*/ 3589630 w 3853706"/>
              <a:gd name="connsiteY3" fmla="*/ 1059543 h 1072345"/>
              <a:gd name="connsiteX4" fmla="*/ 3589630 w 3853706"/>
              <a:gd name="connsiteY4" fmla="*/ 1059543 h 1072345"/>
              <a:gd name="connsiteX5" fmla="*/ 3408201 w 3853706"/>
              <a:gd name="connsiteY5" fmla="*/ 50800 h 1072345"/>
              <a:gd name="connsiteX6" fmla="*/ 3814601 w 3853706"/>
              <a:gd name="connsiteY6" fmla="*/ 217714 h 1072345"/>
              <a:gd name="connsiteX7" fmla="*/ 3814601 w 3853706"/>
              <a:gd name="connsiteY7" fmla="*/ 210457 h 1072345"/>
              <a:gd name="connsiteX0" fmla="*/ 827314 w 3849104"/>
              <a:gd name="connsiteY0" fmla="*/ 0 h 1072345"/>
              <a:gd name="connsiteX1" fmla="*/ 0 w 3849104"/>
              <a:gd name="connsiteY1" fmla="*/ 566057 h 1072345"/>
              <a:gd name="connsiteX2" fmla="*/ 696685 w 3849104"/>
              <a:gd name="connsiteY2" fmla="*/ 1023257 h 1072345"/>
              <a:gd name="connsiteX3" fmla="*/ 3585028 w 3849104"/>
              <a:gd name="connsiteY3" fmla="*/ 1059543 h 1072345"/>
              <a:gd name="connsiteX4" fmla="*/ 3585028 w 3849104"/>
              <a:gd name="connsiteY4" fmla="*/ 1059543 h 1072345"/>
              <a:gd name="connsiteX5" fmla="*/ 3403599 w 3849104"/>
              <a:gd name="connsiteY5" fmla="*/ 50800 h 1072345"/>
              <a:gd name="connsiteX6" fmla="*/ 3809999 w 3849104"/>
              <a:gd name="connsiteY6" fmla="*/ 217714 h 1072345"/>
              <a:gd name="connsiteX7" fmla="*/ 3809999 w 3849104"/>
              <a:gd name="connsiteY7" fmla="*/ 210457 h 1072345"/>
              <a:gd name="connsiteX0" fmla="*/ 827314 w 3849104"/>
              <a:gd name="connsiteY0" fmla="*/ 0 h 1072345"/>
              <a:gd name="connsiteX1" fmla="*/ 0 w 3849104"/>
              <a:gd name="connsiteY1" fmla="*/ 566057 h 1072345"/>
              <a:gd name="connsiteX2" fmla="*/ 696685 w 3849104"/>
              <a:gd name="connsiteY2" fmla="*/ 1023257 h 1072345"/>
              <a:gd name="connsiteX3" fmla="*/ 3585028 w 3849104"/>
              <a:gd name="connsiteY3" fmla="*/ 1059543 h 1072345"/>
              <a:gd name="connsiteX4" fmla="*/ 3585028 w 3849104"/>
              <a:gd name="connsiteY4" fmla="*/ 1059543 h 1072345"/>
              <a:gd name="connsiteX5" fmla="*/ 3403599 w 3849104"/>
              <a:gd name="connsiteY5" fmla="*/ 50800 h 1072345"/>
              <a:gd name="connsiteX6" fmla="*/ 3809999 w 3849104"/>
              <a:gd name="connsiteY6" fmla="*/ 217714 h 1072345"/>
              <a:gd name="connsiteX7" fmla="*/ 3809999 w 3849104"/>
              <a:gd name="connsiteY7" fmla="*/ 210457 h 1072345"/>
              <a:gd name="connsiteX0" fmla="*/ 355600 w 3849104"/>
              <a:gd name="connsiteY0" fmla="*/ 167329 h 1058245"/>
              <a:gd name="connsiteX1" fmla="*/ 0 w 3849104"/>
              <a:gd name="connsiteY1" fmla="*/ 551957 h 1058245"/>
              <a:gd name="connsiteX2" fmla="*/ 696685 w 3849104"/>
              <a:gd name="connsiteY2" fmla="*/ 1009157 h 1058245"/>
              <a:gd name="connsiteX3" fmla="*/ 3585028 w 3849104"/>
              <a:gd name="connsiteY3" fmla="*/ 1045443 h 1058245"/>
              <a:gd name="connsiteX4" fmla="*/ 3585028 w 3849104"/>
              <a:gd name="connsiteY4" fmla="*/ 1045443 h 1058245"/>
              <a:gd name="connsiteX5" fmla="*/ 3403599 w 3849104"/>
              <a:gd name="connsiteY5" fmla="*/ 36700 h 1058245"/>
              <a:gd name="connsiteX6" fmla="*/ 3809999 w 3849104"/>
              <a:gd name="connsiteY6" fmla="*/ 203614 h 1058245"/>
              <a:gd name="connsiteX7" fmla="*/ 3809999 w 3849104"/>
              <a:gd name="connsiteY7" fmla="*/ 196357 h 1058245"/>
              <a:gd name="connsiteX0" fmla="*/ 355600 w 3849104"/>
              <a:gd name="connsiteY0" fmla="*/ 167329 h 1058245"/>
              <a:gd name="connsiteX1" fmla="*/ 0 w 3849104"/>
              <a:gd name="connsiteY1" fmla="*/ 551957 h 1058245"/>
              <a:gd name="connsiteX2" fmla="*/ 696685 w 3849104"/>
              <a:gd name="connsiteY2" fmla="*/ 1009157 h 1058245"/>
              <a:gd name="connsiteX3" fmla="*/ 3585028 w 3849104"/>
              <a:gd name="connsiteY3" fmla="*/ 1045443 h 1058245"/>
              <a:gd name="connsiteX4" fmla="*/ 3585028 w 3849104"/>
              <a:gd name="connsiteY4" fmla="*/ 1045443 h 1058245"/>
              <a:gd name="connsiteX5" fmla="*/ 3403599 w 3849104"/>
              <a:gd name="connsiteY5" fmla="*/ 36700 h 1058245"/>
              <a:gd name="connsiteX6" fmla="*/ 3809999 w 3849104"/>
              <a:gd name="connsiteY6" fmla="*/ 203614 h 1058245"/>
              <a:gd name="connsiteX7" fmla="*/ 3809999 w 3849104"/>
              <a:gd name="connsiteY7" fmla="*/ 196357 h 1058245"/>
              <a:gd name="connsiteX0" fmla="*/ 388217 w 3881721"/>
              <a:gd name="connsiteY0" fmla="*/ 167329 h 1066870"/>
              <a:gd name="connsiteX1" fmla="*/ 32617 w 3881721"/>
              <a:gd name="connsiteY1" fmla="*/ 551957 h 1066870"/>
              <a:gd name="connsiteX2" fmla="*/ 424502 w 3881721"/>
              <a:gd name="connsiteY2" fmla="*/ 1023671 h 1066870"/>
              <a:gd name="connsiteX3" fmla="*/ 3617645 w 3881721"/>
              <a:gd name="connsiteY3" fmla="*/ 1045443 h 1066870"/>
              <a:gd name="connsiteX4" fmla="*/ 3617645 w 3881721"/>
              <a:gd name="connsiteY4" fmla="*/ 1045443 h 1066870"/>
              <a:gd name="connsiteX5" fmla="*/ 3436216 w 3881721"/>
              <a:gd name="connsiteY5" fmla="*/ 36700 h 1066870"/>
              <a:gd name="connsiteX6" fmla="*/ 3842616 w 3881721"/>
              <a:gd name="connsiteY6" fmla="*/ 203614 h 1066870"/>
              <a:gd name="connsiteX7" fmla="*/ 3842616 w 3881721"/>
              <a:gd name="connsiteY7" fmla="*/ 196357 h 1066870"/>
              <a:gd name="connsiteX0" fmla="*/ 388217 w 3881721"/>
              <a:gd name="connsiteY0" fmla="*/ 167329 h 1066870"/>
              <a:gd name="connsiteX1" fmla="*/ 32617 w 3881721"/>
              <a:gd name="connsiteY1" fmla="*/ 551957 h 1066870"/>
              <a:gd name="connsiteX2" fmla="*/ 424502 w 3881721"/>
              <a:gd name="connsiteY2" fmla="*/ 1023671 h 1066870"/>
              <a:gd name="connsiteX3" fmla="*/ 3617645 w 3881721"/>
              <a:gd name="connsiteY3" fmla="*/ 1045443 h 1066870"/>
              <a:gd name="connsiteX4" fmla="*/ 3617645 w 3881721"/>
              <a:gd name="connsiteY4" fmla="*/ 1045443 h 1066870"/>
              <a:gd name="connsiteX5" fmla="*/ 3436216 w 3881721"/>
              <a:gd name="connsiteY5" fmla="*/ 36700 h 1066870"/>
              <a:gd name="connsiteX6" fmla="*/ 3842616 w 3881721"/>
              <a:gd name="connsiteY6" fmla="*/ 203614 h 1066870"/>
              <a:gd name="connsiteX7" fmla="*/ 3842616 w 3881721"/>
              <a:gd name="connsiteY7" fmla="*/ 196357 h 1066870"/>
              <a:gd name="connsiteX0" fmla="*/ 355600 w 3849104"/>
              <a:gd name="connsiteY0" fmla="*/ 167329 h 1066870"/>
              <a:gd name="connsiteX1" fmla="*/ 0 w 3849104"/>
              <a:gd name="connsiteY1" fmla="*/ 551957 h 1066870"/>
              <a:gd name="connsiteX2" fmla="*/ 391885 w 3849104"/>
              <a:gd name="connsiteY2" fmla="*/ 1023671 h 1066870"/>
              <a:gd name="connsiteX3" fmla="*/ 3585028 w 3849104"/>
              <a:gd name="connsiteY3" fmla="*/ 1045443 h 1066870"/>
              <a:gd name="connsiteX4" fmla="*/ 3585028 w 3849104"/>
              <a:gd name="connsiteY4" fmla="*/ 1045443 h 1066870"/>
              <a:gd name="connsiteX5" fmla="*/ 3403599 w 3849104"/>
              <a:gd name="connsiteY5" fmla="*/ 36700 h 1066870"/>
              <a:gd name="connsiteX6" fmla="*/ 3809999 w 3849104"/>
              <a:gd name="connsiteY6" fmla="*/ 203614 h 1066870"/>
              <a:gd name="connsiteX7" fmla="*/ 3809999 w 3849104"/>
              <a:gd name="connsiteY7" fmla="*/ 196357 h 1066870"/>
              <a:gd name="connsiteX0" fmla="*/ 355600 w 3849104"/>
              <a:gd name="connsiteY0" fmla="*/ 167329 h 1066870"/>
              <a:gd name="connsiteX1" fmla="*/ 0 w 3849104"/>
              <a:gd name="connsiteY1" fmla="*/ 551957 h 1066870"/>
              <a:gd name="connsiteX2" fmla="*/ 391885 w 3849104"/>
              <a:gd name="connsiteY2" fmla="*/ 1023671 h 1066870"/>
              <a:gd name="connsiteX3" fmla="*/ 3585028 w 3849104"/>
              <a:gd name="connsiteY3" fmla="*/ 1045443 h 1066870"/>
              <a:gd name="connsiteX4" fmla="*/ 3585028 w 3849104"/>
              <a:gd name="connsiteY4" fmla="*/ 1045443 h 1066870"/>
              <a:gd name="connsiteX5" fmla="*/ 3403599 w 3849104"/>
              <a:gd name="connsiteY5" fmla="*/ 36700 h 1066870"/>
              <a:gd name="connsiteX6" fmla="*/ 3809999 w 3849104"/>
              <a:gd name="connsiteY6" fmla="*/ 203614 h 1066870"/>
              <a:gd name="connsiteX7" fmla="*/ 3809999 w 3849104"/>
              <a:gd name="connsiteY7" fmla="*/ 196357 h 1066870"/>
              <a:gd name="connsiteX0" fmla="*/ 355600 w 3849104"/>
              <a:gd name="connsiteY0" fmla="*/ 167329 h 1066870"/>
              <a:gd name="connsiteX1" fmla="*/ 0 w 3849104"/>
              <a:gd name="connsiteY1" fmla="*/ 551957 h 1066870"/>
              <a:gd name="connsiteX2" fmla="*/ 391885 w 3849104"/>
              <a:gd name="connsiteY2" fmla="*/ 1023671 h 1066870"/>
              <a:gd name="connsiteX3" fmla="*/ 3585028 w 3849104"/>
              <a:gd name="connsiteY3" fmla="*/ 1045443 h 1066870"/>
              <a:gd name="connsiteX4" fmla="*/ 3585028 w 3849104"/>
              <a:gd name="connsiteY4" fmla="*/ 1045443 h 1066870"/>
              <a:gd name="connsiteX5" fmla="*/ 3403599 w 3849104"/>
              <a:gd name="connsiteY5" fmla="*/ 36700 h 1066870"/>
              <a:gd name="connsiteX6" fmla="*/ 3809999 w 3849104"/>
              <a:gd name="connsiteY6" fmla="*/ 203614 h 1066870"/>
              <a:gd name="connsiteX7" fmla="*/ 3809999 w 3849104"/>
              <a:gd name="connsiteY7" fmla="*/ 196357 h 1066870"/>
              <a:gd name="connsiteX0" fmla="*/ 355600 w 3849104"/>
              <a:gd name="connsiteY0" fmla="*/ 0 h 899541"/>
              <a:gd name="connsiteX1" fmla="*/ 0 w 3849104"/>
              <a:gd name="connsiteY1" fmla="*/ 384628 h 899541"/>
              <a:gd name="connsiteX2" fmla="*/ 391885 w 3849104"/>
              <a:gd name="connsiteY2" fmla="*/ 856342 h 899541"/>
              <a:gd name="connsiteX3" fmla="*/ 3585028 w 3849104"/>
              <a:gd name="connsiteY3" fmla="*/ 878114 h 899541"/>
              <a:gd name="connsiteX4" fmla="*/ 3585028 w 3849104"/>
              <a:gd name="connsiteY4" fmla="*/ 878114 h 899541"/>
              <a:gd name="connsiteX5" fmla="*/ 3606799 w 3849104"/>
              <a:gd name="connsiteY5" fmla="*/ 391885 h 899541"/>
              <a:gd name="connsiteX6" fmla="*/ 3809999 w 3849104"/>
              <a:gd name="connsiteY6" fmla="*/ 36285 h 899541"/>
              <a:gd name="connsiteX7" fmla="*/ 3809999 w 3849104"/>
              <a:gd name="connsiteY7" fmla="*/ 29028 h 899541"/>
              <a:gd name="connsiteX0" fmla="*/ 355600 w 3816318"/>
              <a:gd name="connsiteY0" fmla="*/ 87087 h 986628"/>
              <a:gd name="connsiteX1" fmla="*/ 0 w 3816318"/>
              <a:gd name="connsiteY1" fmla="*/ 471715 h 986628"/>
              <a:gd name="connsiteX2" fmla="*/ 391885 w 3816318"/>
              <a:gd name="connsiteY2" fmla="*/ 943429 h 986628"/>
              <a:gd name="connsiteX3" fmla="*/ 3585028 w 3816318"/>
              <a:gd name="connsiteY3" fmla="*/ 965201 h 986628"/>
              <a:gd name="connsiteX4" fmla="*/ 3585028 w 3816318"/>
              <a:gd name="connsiteY4" fmla="*/ 965201 h 986628"/>
              <a:gd name="connsiteX5" fmla="*/ 3606799 w 3816318"/>
              <a:gd name="connsiteY5" fmla="*/ 478972 h 986628"/>
              <a:gd name="connsiteX6" fmla="*/ 3809999 w 3816318"/>
              <a:gd name="connsiteY6" fmla="*/ 123372 h 986628"/>
              <a:gd name="connsiteX7" fmla="*/ 3345542 w 3816318"/>
              <a:gd name="connsiteY7" fmla="*/ 0 h 986628"/>
              <a:gd name="connsiteX0" fmla="*/ 355600 w 3606799"/>
              <a:gd name="connsiteY0" fmla="*/ 87087 h 986628"/>
              <a:gd name="connsiteX1" fmla="*/ 0 w 3606799"/>
              <a:gd name="connsiteY1" fmla="*/ 471715 h 986628"/>
              <a:gd name="connsiteX2" fmla="*/ 391885 w 3606799"/>
              <a:gd name="connsiteY2" fmla="*/ 943429 h 986628"/>
              <a:gd name="connsiteX3" fmla="*/ 3585028 w 3606799"/>
              <a:gd name="connsiteY3" fmla="*/ 965201 h 986628"/>
              <a:gd name="connsiteX4" fmla="*/ 3585028 w 3606799"/>
              <a:gd name="connsiteY4" fmla="*/ 965201 h 986628"/>
              <a:gd name="connsiteX5" fmla="*/ 3606799 w 3606799"/>
              <a:gd name="connsiteY5" fmla="*/ 478972 h 986628"/>
              <a:gd name="connsiteX6" fmla="*/ 3345542 w 3606799"/>
              <a:gd name="connsiteY6" fmla="*/ 0 h 986628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585028 w 3606799"/>
              <a:gd name="connsiteY4" fmla="*/ 1074058 h 1095485"/>
              <a:gd name="connsiteX5" fmla="*/ 3606799 w 3606799"/>
              <a:gd name="connsiteY5" fmla="*/ 587829 h 1095485"/>
              <a:gd name="connsiteX6" fmla="*/ 3294742 w 3606799"/>
              <a:gd name="connsiteY6" fmla="*/ 0 h 1095485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585028 w 3606799"/>
              <a:gd name="connsiteY4" fmla="*/ 1074058 h 1095485"/>
              <a:gd name="connsiteX5" fmla="*/ 3606799 w 3606799"/>
              <a:gd name="connsiteY5" fmla="*/ 587829 h 1095485"/>
              <a:gd name="connsiteX6" fmla="*/ 3294742 w 3606799"/>
              <a:gd name="connsiteY6" fmla="*/ 0 h 1095485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280228 w 3606799"/>
              <a:gd name="connsiteY4" fmla="*/ 986972 h 1095485"/>
              <a:gd name="connsiteX5" fmla="*/ 3606799 w 3606799"/>
              <a:gd name="connsiteY5" fmla="*/ 587829 h 1095485"/>
              <a:gd name="connsiteX6" fmla="*/ 3294742 w 3606799"/>
              <a:gd name="connsiteY6" fmla="*/ 0 h 1095485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606799 w 3606799"/>
              <a:gd name="connsiteY4" fmla="*/ 587829 h 1095485"/>
              <a:gd name="connsiteX5" fmla="*/ 3294742 w 3606799"/>
              <a:gd name="connsiteY5" fmla="*/ 0 h 1095485"/>
              <a:gd name="connsiteX0" fmla="*/ 355600 w 3606799"/>
              <a:gd name="connsiteY0" fmla="*/ 195944 h 1093024"/>
              <a:gd name="connsiteX1" fmla="*/ 0 w 3606799"/>
              <a:gd name="connsiteY1" fmla="*/ 580572 h 1093024"/>
              <a:gd name="connsiteX2" fmla="*/ 391885 w 3606799"/>
              <a:gd name="connsiteY2" fmla="*/ 1052286 h 1093024"/>
              <a:gd name="connsiteX3" fmla="*/ 3229428 w 3606799"/>
              <a:gd name="connsiteY3" fmla="*/ 1066801 h 1093024"/>
              <a:gd name="connsiteX4" fmla="*/ 3606799 w 3606799"/>
              <a:gd name="connsiteY4" fmla="*/ 587829 h 1093024"/>
              <a:gd name="connsiteX5" fmla="*/ 3294742 w 3606799"/>
              <a:gd name="connsiteY5" fmla="*/ 0 h 1093024"/>
              <a:gd name="connsiteX0" fmla="*/ 355600 w 3628571"/>
              <a:gd name="connsiteY0" fmla="*/ 195944 h 1262744"/>
              <a:gd name="connsiteX1" fmla="*/ 0 w 3628571"/>
              <a:gd name="connsiteY1" fmla="*/ 580572 h 1262744"/>
              <a:gd name="connsiteX2" fmla="*/ 391885 w 3628571"/>
              <a:gd name="connsiteY2" fmla="*/ 1052286 h 1262744"/>
              <a:gd name="connsiteX3" fmla="*/ 3628571 w 3628571"/>
              <a:gd name="connsiteY3" fmla="*/ 1262744 h 1262744"/>
              <a:gd name="connsiteX4" fmla="*/ 3606799 w 3628571"/>
              <a:gd name="connsiteY4" fmla="*/ 587829 h 1262744"/>
              <a:gd name="connsiteX5" fmla="*/ 3294742 w 3628571"/>
              <a:gd name="connsiteY5" fmla="*/ 0 h 1262744"/>
              <a:gd name="connsiteX0" fmla="*/ 355600 w 3773022"/>
              <a:gd name="connsiteY0" fmla="*/ 195944 h 1262744"/>
              <a:gd name="connsiteX1" fmla="*/ 0 w 3773022"/>
              <a:gd name="connsiteY1" fmla="*/ 580572 h 1262744"/>
              <a:gd name="connsiteX2" fmla="*/ 391885 w 3773022"/>
              <a:gd name="connsiteY2" fmla="*/ 1052286 h 1262744"/>
              <a:gd name="connsiteX3" fmla="*/ 3628571 w 3773022"/>
              <a:gd name="connsiteY3" fmla="*/ 1262744 h 1262744"/>
              <a:gd name="connsiteX4" fmla="*/ 3606799 w 3773022"/>
              <a:gd name="connsiteY4" fmla="*/ 587829 h 1262744"/>
              <a:gd name="connsiteX5" fmla="*/ 3294742 w 3773022"/>
              <a:gd name="connsiteY5" fmla="*/ 0 h 1262744"/>
              <a:gd name="connsiteX0" fmla="*/ 355600 w 3606959"/>
              <a:gd name="connsiteY0" fmla="*/ 195944 h 1066562"/>
              <a:gd name="connsiteX1" fmla="*/ 0 w 3606959"/>
              <a:gd name="connsiteY1" fmla="*/ 580572 h 1066562"/>
              <a:gd name="connsiteX2" fmla="*/ 391885 w 3606959"/>
              <a:gd name="connsiteY2" fmla="*/ 1052286 h 1066562"/>
              <a:gd name="connsiteX3" fmla="*/ 3040742 w 3606959"/>
              <a:gd name="connsiteY3" fmla="*/ 834572 h 1066562"/>
              <a:gd name="connsiteX4" fmla="*/ 3606799 w 3606959"/>
              <a:gd name="connsiteY4" fmla="*/ 587829 h 1066562"/>
              <a:gd name="connsiteX5" fmla="*/ 3294742 w 3606959"/>
              <a:gd name="connsiteY5" fmla="*/ 0 h 1066562"/>
              <a:gd name="connsiteX0" fmla="*/ 355600 w 3606959"/>
              <a:gd name="connsiteY0" fmla="*/ 195944 h 1066562"/>
              <a:gd name="connsiteX1" fmla="*/ 0 w 3606959"/>
              <a:gd name="connsiteY1" fmla="*/ 580572 h 1066562"/>
              <a:gd name="connsiteX2" fmla="*/ 391885 w 3606959"/>
              <a:gd name="connsiteY2" fmla="*/ 1052286 h 1066562"/>
              <a:gd name="connsiteX3" fmla="*/ 3040742 w 3606959"/>
              <a:gd name="connsiteY3" fmla="*/ 834572 h 1066562"/>
              <a:gd name="connsiteX4" fmla="*/ 3606799 w 3606959"/>
              <a:gd name="connsiteY4" fmla="*/ 587829 h 1066562"/>
              <a:gd name="connsiteX5" fmla="*/ 3294742 w 3606959"/>
              <a:gd name="connsiteY5" fmla="*/ 0 h 1066562"/>
              <a:gd name="connsiteX0" fmla="*/ 355600 w 3608916"/>
              <a:gd name="connsiteY0" fmla="*/ 195944 h 1093024"/>
              <a:gd name="connsiteX1" fmla="*/ 0 w 3608916"/>
              <a:gd name="connsiteY1" fmla="*/ 580572 h 1093024"/>
              <a:gd name="connsiteX2" fmla="*/ 391885 w 3608916"/>
              <a:gd name="connsiteY2" fmla="*/ 1052286 h 1093024"/>
              <a:gd name="connsiteX3" fmla="*/ 3287485 w 3608916"/>
              <a:gd name="connsiteY3" fmla="*/ 1066800 h 1093024"/>
              <a:gd name="connsiteX4" fmla="*/ 3606799 w 3608916"/>
              <a:gd name="connsiteY4" fmla="*/ 587829 h 1093024"/>
              <a:gd name="connsiteX5" fmla="*/ 3294742 w 3608916"/>
              <a:gd name="connsiteY5" fmla="*/ 0 h 1093024"/>
              <a:gd name="connsiteX0" fmla="*/ 355600 w 3668283"/>
              <a:gd name="connsiteY0" fmla="*/ 195944 h 1317837"/>
              <a:gd name="connsiteX1" fmla="*/ 0 w 3668283"/>
              <a:gd name="connsiteY1" fmla="*/ 580572 h 1317837"/>
              <a:gd name="connsiteX2" fmla="*/ 391885 w 3668283"/>
              <a:gd name="connsiteY2" fmla="*/ 1052286 h 1317837"/>
              <a:gd name="connsiteX3" fmla="*/ 3287485 w 3668283"/>
              <a:gd name="connsiteY3" fmla="*/ 1066800 h 1317837"/>
              <a:gd name="connsiteX4" fmla="*/ 3606799 w 3668283"/>
              <a:gd name="connsiteY4" fmla="*/ 587829 h 1317837"/>
              <a:gd name="connsiteX5" fmla="*/ 3294742 w 3668283"/>
              <a:gd name="connsiteY5" fmla="*/ 0 h 1317837"/>
              <a:gd name="connsiteX0" fmla="*/ 355600 w 3668283"/>
              <a:gd name="connsiteY0" fmla="*/ 195944 h 1317837"/>
              <a:gd name="connsiteX1" fmla="*/ 0 w 3668283"/>
              <a:gd name="connsiteY1" fmla="*/ 580572 h 1317837"/>
              <a:gd name="connsiteX2" fmla="*/ 391885 w 3668283"/>
              <a:gd name="connsiteY2" fmla="*/ 1052286 h 1317837"/>
              <a:gd name="connsiteX3" fmla="*/ 3287485 w 3668283"/>
              <a:gd name="connsiteY3" fmla="*/ 1066800 h 1317837"/>
              <a:gd name="connsiteX4" fmla="*/ 3606799 w 3668283"/>
              <a:gd name="connsiteY4" fmla="*/ 587829 h 1317837"/>
              <a:gd name="connsiteX5" fmla="*/ 3294742 w 3668283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595371"/>
              <a:gd name="connsiteY0" fmla="*/ 195944 h 1071353"/>
              <a:gd name="connsiteX1" fmla="*/ 0 w 3595371"/>
              <a:gd name="connsiteY1" fmla="*/ 638629 h 1071353"/>
              <a:gd name="connsiteX2" fmla="*/ 377371 w 3595371"/>
              <a:gd name="connsiteY2" fmla="*/ 1052286 h 1071353"/>
              <a:gd name="connsiteX3" fmla="*/ 3272971 w 3595371"/>
              <a:gd name="connsiteY3" fmla="*/ 1066800 h 1071353"/>
              <a:gd name="connsiteX4" fmla="*/ 3592285 w 3595371"/>
              <a:gd name="connsiteY4" fmla="*/ 587829 h 1071353"/>
              <a:gd name="connsiteX5" fmla="*/ 3280228 w 3595371"/>
              <a:gd name="connsiteY5" fmla="*/ 0 h 1071353"/>
              <a:gd name="connsiteX0" fmla="*/ 341086 w 3595371"/>
              <a:gd name="connsiteY0" fmla="*/ 195944 h 1170066"/>
              <a:gd name="connsiteX1" fmla="*/ 0 w 3595371"/>
              <a:gd name="connsiteY1" fmla="*/ 638629 h 1170066"/>
              <a:gd name="connsiteX2" fmla="*/ 377371 w 3595371"/>
              <a:gd name="connsiteY2" fmla="*/ 1052286 h 1170066"/>
              <a:gd name="connsiteX3" fmla="*/ 3272971 w 3595371"/>
              <a:gd name="connsiteY3" fmla="*/ 1066800 h 1170066"/>
              <a:gd name="connsiteX4" fmla="*/ 3592285 w 3595371"/>
              <a:gd name="connsiteY4" fmla="*/ 587829 h 1170066"/>
              <a:gd name="connsiteX5" fmla="*/ 3280228 w 3595371"/>
              <a:gd name="connsiteY5" fmla="*/ 0 h 1170066"/>
              <a:gd name="connsiteX0" fmla="*/ 341086 w 3595371"/>
              <a:gd name="connsiteY0" fmla="*/ 195944 h 1170066"/>
              <a:gd name="connsiteX1" fmla="*/ 0 w 3595371"/>
              <a:gd name="connsiteY1" fmla="*/ 638629 h 1170066"/>
              <a:gd name="connsiteX2" fmla="*/ 377371 w 3595371"/>
              <a:gd name="connsiteY2" fmla="*/ 1052286 h 1170066"/>
              <a:gd name="connsiteX3" fmla="*/ 3272971 w 3595371"/>
              <a:gd name="connsiteY3" fmla="*/ 1066800 h 1170066"/>
              <a:gd name="connsiteX4" fmla="*/ 3592285 w 3595371"/>
              <a:gd name="connsiteY4" fmla="*/ 587829 h 1170066"/>
              <a:gd name="connsiteX5" fmla="*/ 3280228 w 3595371"/>
              <a:gd name="connsiteY5" fmla="*/ 0 h 1170066"/>
              <a:gd name="connsiteX0" fmla="*/ 341086 w 3595371"/>
              <a:gd name="connsiteY0" fmla="*/ 195944 h 1066876"/>
              <a:gd name="connsiteX1" fmla="*/ 0 w 3595371"/>
              <a:gd name="connsiteY1" fmla="*/ 638629 h 1066876"/>
              <a:gd name="connsiteX2" fmla="*/ 377371 w 3595371"/>
              <a:gd name="connsiteY2" fmla="*/ 1052286 h 1066876"/>
              <a:gd name="connsiteX3" fmla="*/ 3272971 w 3595371"/>
              <a:gd name="connsiteY3" fmla="*/ 1066800 h 1066876"/>
              <a:gd name="connsiteX4" fmla="*/ 3592285 w 3595371"/>
              <a:gd name="connsiteY4" fmla="*/ 587829 h 1066876"/>
              <a:gd name="connsiteX5" fmla="*/ 3280228 w 3595371"/>
              <a:gd name="connsiteY5" fmla="*/ 0 h 1066876"/>
              <a:gd name="connsiteX0" fmla="*/ 341086 w 3620968"/>
              <a:gd name="connsiteY0" fmla="*/ 195944 h 1066876"/>
              <a:gd name="connsiteX1" fmla="*/ 0 w 3620968"/>
              <a:gd name="connsiteY1" fmla="*/ 638629 h 1066876"/>
              <a:gd name="connsiteX2" fmla="*/ 377371 w 3620968"/>
              <a:gd name="connsiteY2" fmla="*/ 1052286 h 1066876"/>
              <a:gd name="connsiteX3" fmla="*/ 3272971 w 3620968"/>
              <a:gd name="connsiteY3" fmla="*/ 1066800 h 1066876"/>
              <a:gd name="connsiteX4" fmla="*/ 3592285 w 3620968"/>
              <a:gd name="connsiteY4" fmla="*/ 587829 h 1066876"/>
              <a:gd name="connsiteX5" fmla="*/ 3280228 w 3620968"/>
              <a:gd name="connsiteY5" fmla="*/ 0 h 1066876"/>
              <a:gd name="connsiteX0" fmla="*/ 341086 w 3592866"/>
              <a:gd name="connsiteY0" fmla="*/ 195944 h 1066947"/>
              <a:gd name="connsiteX1" fmla="*/ 0 w 3592866"/>
              <a:gd name="connsiteY1" fmla="*/ 638629 h 1066947"/>
              <a:gd name="connsiteX2" fmla="*/ 377371 w 3592866"/>
              <a:gd name="connsiteY2" fmla="*/ 1052286 h 1066947"/>
              <a:gd name="connsiteX3" fmla="*/ 3272971 w 3592866"/>
              <a:gd name="connsiteY3" fmla="*/ 1066800 h 1066947"/>
              <a:gd name="connsiteX4" fmla="*/ 3592285 w 3592866"/>
              <a:gd name="connsiteY4" fmla="*/ 587829 h 1066947"/>
              <a:gd name="connsiteX5" fmla="*/ 3280228 w 3592866"/>
              <a:gd name="connsiteY5" fmla="*/ 0 h 1066947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449943 w 3701723"/>
              <a:gd name="connsiteY0" fmla="*/ 0 h 871003"/>
              <a:gd name="connsiteX1" fmla="*/ 0 w 3701723"/>
              <a:gd name="connsiteY1" fmla="*/ 428171 h 871003"/>
              <a:gd name="connsiteX2" fmla="*/ 486228 w 3701723"/>
              <a:gd name="connsiteY2" fmla="*/ 856342 h 871003"/>
              <a:gd name="connsiteX3" fmla="*/ 3381828 w 3701723"/>
              <a:gd name="connsiteY3" fmla="*/ 870856 h 871003"/>
              <a:gd name="connsiteX4" fmla="*/ 3701142 w 3701723"/>
              <a:gd name="connsiteY4" fmla="*/ 391885 h 871003"/>
              <a:gd name="connsiteX5" fmla="*/ 3418114 w 3701723"/>
              <a:gd name="connsiteY5" fmla="*/ 50799 h 871003"/>
              <a:gd name="connsiteX0" fmla="*/ 449943 w 3701723"/>
              <a:gd name="connsiteY0" fmla="*/ 0 h 895572"/>
              <a:gd name="connsiteX1" fmla="*/ 0 w 3701723"/>
              <a:gd name="connsiteY1" fmla="*/ 428171 h 895572"/>
              <a:gd name="connsiteX2" fmla="*/ 760865 w 3701723"/>
              <a:gd name="connsiteY2" fmla="*/ 886505 h 895572"/>
              <a:gd name="connsiteX3" fmla="*/ 3381828 w 3701723"/>
              <a:gd name="connsiteY3" fmla="*/ 870856 h 895572"/>
              <a:gd name="connsiteX4" fmla="*/ 3701142 w 3701723"/>
              <a:gd name="connsiteY4" fmla="*/ 391885 h 895572"/>
              <a:gd name="connsiteX5" fmla="*/ 3418114 w 3701723"/>
              <a:gd name="connsiteY5" fmla="*/ 50799 h 895572"/>
              <a:gd name="connsiteX0" fmla="*/ 413431 w 3665211"/>
              <a:gd name="connsiteY0" fmla="*/ 0 h 895572"/>
              <a:gd name="connsiteX1" fmla="*/ 0 w 3665211"/>
              <a:gd name="connsiteY1" fmla="*/ 605971 h 895572"/>
              <a:gd name="connsiteX2" fmla="*/ 724353 w 3665211"/>
              <a:gd name="connsiteY2" fmla="*/ 886505 h 895572"/>
              <a:gd name="connsiteX3" fmla="*/ 3345316 w 3665211"/>
              <a:gd name="connsiteY3" fmla="*/ 870856 h 895572"/>
              <a:gd name="connsiteX4" fmla="*/ 3664630 w 3665211"/>
              <a:gd name="connsiteY4" fmla="*/ 391885 h 895572"/>
              <a:gd name="connsiteX5" fmla="*/ 3381602 w 3665211"/>
              <a:gd name="connsiteY5" fmla="*/ 50799 h 895572"/>
              <a:gd name="connsiteX0" fmla="*/ 413442 w 3665222"/>
              <a:gd name="connsiteY0" fmla="*/ 0 h 895572"/>
              <a:gd name="connsiteX1" fmla="*/ 11 w 3665222"/>
              <a:gd name="connsiteY1" fmla="*/ 605971 h 895572"/>
              <a:gd name="connsiteX2" fmla="*/ 724364 w 3665222"/>
              <a:gd name="connsiteY2" fmla="*/ 886505 h 895572"/>
              <a:gd name="connsiteX3" fmla="*/ 3345327 w 3665222"/>
              <a:gd name="connsiteY3" fmla="*/ 870856 h 895572"/>
              <a:gd name="connsiteX4" fmla="*/ 3664641 w 3665222"/>
              <a:gd name="connsiteY4" fmla="*/ 391885 h 895572"/>
              <a:gd name="connsiteX5" fmla="*/ 3381613 w 3665222"/>
              <a:gd name="connsiteY5" fmla="*/ 50799 h 895572"/>
              <a:gd name="connsiteX0" fmla="*/ 413442 w 3665222"/>
              <a:gd name="connsiteY0" fmla="*/ 0 h 895572"/>
              <a:gd name="connsiteX1" fmla="*/ 11 w 3665222"/>
              <a:gd name="connsiteY1" fmla="*/ 605971 h 895572"/>
              <a:gd name="connsiteX2" fmla="*/ 724364 w 3665222"/>
              <a:gd name="connsiteY2" fmla="*/ 886505 h 895572"/>
              <a:gd name="connsiteX3" fmla="*/ 3345327 w 3665222"/>
              <a:gd name="connsiteY3" fmla="*/ 870856 h 895572"/>
              <a:gd name="connsiteX4" fmla="*/ 3664641 w 3665222"/>
              <a:gd name="connsiteY4" fmla="*/ 391885 h 895572"/>
              <a:gd name="connsiteX5" fmla="*/ 3381613 w 3665222"/>
              <a:gd name="connsiteY5" fmla="*/ 50799 h 895572"/>
              <a:gd name="connsiteX0" fmla="*/ 215004 w 3665222"/>
              <a:gd name="connsiteY0" fmla="*/ 1 h 844773"/>
              <a:gd name="connsiteX1" fmla="*/ 11 w 3665222"/>
              <a:gd name="connsiteY1" fmla="*/ 555172 h 844773"/>
              <a:gd name="connsiteX2" fmla="*/ 724364 w 3665222"/>
              <a:gd name="connsiteY2" fmla="*/ 835706 h 844773"/>
              <a:gd name="connsiteX3" fmla="*/ 3345327 w 3665222"/>
              <a:gd name="connsiteY3" fmla="*/ 820057 h 844773"/>
              <a:gd name="connsiteX4" fmla="*/ 3664641 w 3665222"/>
              <a:gd name="connsiteY4" fmla="*/ 341086 h 844773"/>
              <a:gd name="connsiteX5" fmla="*/ 3381613 w 3665222"/>
              <a:gd name="connsiteY5" fmla="*/ 0 h 844773"/>
              <a:gd name="connsiteX0" fmla="*/ 215004 w 3665222"/>
              <a:gd name="connsiteY0" fmla="*/ 1 h 844773"/>
              <a:gd name="connsiteX1" fmla="*/ 11 w 3665222"/>
              <a:gd name="connsiteY1" fmla="*/ 555172 h 844773"/>
              <a:gd name="connsiteX2" fmla="*/ 724364 w 3665222"/>
              <a:gd name="connsiteY2" fmla="*/ 835706 h 844773"/>
              <a:gd name="connsiteX3" fmla="*/ 3345327 w 3665222"/>
              <a:gd name="connsiteY3" fmla="*/ 820057 h 844773"/>
              <a:gd name="connsiteX4" fmla="*/ 3664641 w 3665222"/>
              <a:gd name="connsiteY4" fmla="*/ 341086 h 844773"/>
              <a:gd name="connsiteX5" fmla="*/ 3381613 w 3665222"/>
              <a:gd name="connsiteY5" fmla="*/ 0 h 844773"/>
              <a:gd name="connsiteX0" fmla="*/ 218179 w 3668397"/>
              <a:gd name="connsiteY0" fmla="*/ 1 h 844773"/>
              <a:gd name="connsiteX1" fmla="*/ 11 w 3668397"/>
              <a:gd name="connsiteY1" fmla="*/ 463097 h 844773"/>
              <a:gd name="connsiteX2" fmla="*/ 727539 w 3668397"/>
              <a:gd name="connsiteY2" fmla="*/ 835706 h 844773"/>
              <a:gd name="connsiteX3" fmla="*/ 3348502 w 3668397"/>
              <a:gd name="connsiteY3" fmla="*/ 820057 h 844773"/>
              <a:gd name="connsiteX4" fmla="*/ 3667816 w 3668397"/>
              <a:gd name="connsiteY4" fmla="*/ 341086 h 844773"/>
              <a:gd name="connsiteX5" fmla="*/ 3384788 w 3668397"/>
              <a:gd name="connsiteY5" fmla="*/ 0 h 844773"/>
              <a:gd name="connsiteX0" fmla="*/ 218168 w 3668386"/>
              <a:gd name="connsiteY0" fmla="*/ 1 h 844773"/>
              <a:gd name="connsiteX1" fmla="*/ 0 w 3668386"/>
              <a:gd name="connsiteY1" fmla="*/ 463097 h 844773"/>
              <a:gd name="connsiteX2" fmla="*/ 727528 w 3668386"/>
              <a:gd name="connsiteY2" fmla="*/ 835706 h 844773"/>
              <a:gd name="connsiteX3" fmla="*/ 3348491 w 3668386"/>
              <a:gd name="connsiteY3" fmla="*/ 820057 h 844773"/>
              <a:gd name="connsiteX4" fmla="*/ 3667805 w 3668386"/>
              <a:gd name="connsiteY4" fmla="*/ 341086 h 844773"/>
              <a:gd name="connsiteX5" fmla="*/ 3384777 w 3668386"/>
              <a:gd name="connsiteY5" fmla="*/ 0 h 844773"/>
              <a:gd name="connsiteX0" fmla="*/ 218168 w 3668386"/>
              <a:gd name="connsiteY0" fmla="*/ 1 h 844773"/>
              <a:gd name="connsiteX1" fmla="*/ 0 w 3668386"/>
              <a:gd name="connsiteY1" fmla="*/ 463097 h 844773"/>
              <a:gd name="connsiteX2" fmla="*/ 727528 w 3668386"/>
              <a:gd name="connsiteY2" fmla="*/ 835706 h 844773"/>
              <a:gd name="connsiteX3" fmla="*/ 3348491 w 3668386"/>
              <a:gd name="connsiteY3" fmla="*/ 820057 h 844773"/>
              <a:gd name="connsiteX4" fmla="*/ 3667805 w 3668386"/>
              <a:gd name="connsiteY4" fmla="*/ 341086 h 844773"/>
              <a:gd name="connsiteX5" fmla="*/ 3384777 w 3668386"/>
              <a:gd name="connsiteY5" fmla="*/ 0 h 844773"/>
              <a:gd name="connsiteX0" fmla="*/ 218168 w 3668386"/>
              <a:gd name="connsiteY0" fmla="*/ 1 h 835738"/>
              <a:gd name="connsiteX1" fmla="*/ 0 w 3668386"/>
              <a:gd name="connsiteY1" fmla="*/ 463097 h 835738"/>
              <a:gd name="connsiteX2" fmla="*/ 727528 w 3668386"/>
              <a:gd name="connsiteY2" fmla="*/ 835706 h 835738"/>
              <a:gd name="connsiteX3" fmla="*/ 3348491 w 3668386"/>
              <a:gd name="connsiteY3" fmla="*/ 820057 h 835738"/>
              <a:gd name="connsiteX4" fmla="*/ 3667805 w 3668386"/>
              <a:gd name="connsiteY4" fmla="*/ 341086 h 835738"/>
              <a:gd name="connsiteX5" fmla="*/ 3384777 w 3668386"/>
              <a:gd name="connsiteY5" fmla="*/ 0 h 835738"/>
              <a:gd name="connsiteX0" fmla="*/ 218168 w 3680999"/>
              <a:gd name="connsiteY0" fmla="*/ 1 h 835738"/>
              <a:gd name="connsiteX1" fmla="*/ 0 w 3680999"/>
              <a:gd name="connsiteY1" fmla="*/ 463097 h 835738"/>
              <a:gd name="connsiteX2" fmla="*/ 727528 w 3680999"/>
              <a:gd name="connsiteY2" fmla="*/ 835706 h 835738"/>
              <a:gd name="connsiteX3" fmla="*/ 3348491 w 3680999"/>
              <a:gd name="connsiteY3" fmla="*/ 820057 h 835738"/>
              <a:gd name="connsiteX4" fmla="*/ 3680505 w 3680999"/>
              <a:gd name="connsiteY4" fmla="*/ 468086 h 835738"/>
              <a:gd name="connsiteX5" fmla="*/ 3384777 w 3680999"/>
              <a:gd name="connsiteY5" fmla="*/ 0 h 83573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68086 h 835738"/>
              <a:gd name="connsiteX5" fmla="*/ 3384777 w 3680505"/>
              <a:gd name="connsiteY5" fmla="*/ 0 h 83573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68086 h 835738"/>
              <a:gd name="connsiteX5" fmla="*/ 3384777 w 3680505"/>
              <a:gd name="connsiteY5" fmla="*/ 0 h 835738"/>
              <a:gd name="connsiteX0" fmla="*/ 218168 w 3680505"/>
              <a:gd name="connsiteY0" fmla="*/ 6351 h 842088"/>
              <a:gd name="connsiteX1" fmla="*/ 0 w 3680505"/>
              <a:gd name="connsiteY1" fmla="*/ 469447 h 842088"/>
              <a:gd name="connsiteX2" fmla="*/ 727528 w 3680505"/>
              <a:gd name="connsiteY2" fmla="*/ 842056 h 842088"/>
              <a:gd name="connsiteX3" fmla="*/ 3348491 w 3680505"/>
              <a:gd name="connsiteY3" fmla="*/ 826407 h 842088"/>
              <a:gd name="connsiteX4" fmla="*/ 3680505 w 3680505"/>
              <a:gd name="connsiteY4" fmla="*/ 474436 h 842088"/>
              <a:gd name="connsiteX5" fmla="*/ 3365727 w 3680505"/>
              <a:gd name="connsiteY5" fmla="*/ 0 h 842088"/>
              <a:gd name="connsiteX0" fmla="*/ 218168 w 3680505"/>
              <a:gd name="connsiteY0" fmla="*/ 6351 h 842088"/>
              <a:gd name="connsiteX1" fmla="*/ 0 w 3680505"/>
              <a:gd name="connsiteY1" fmla="*/ 469447 h 842088"/>
              <a:gd name="connsiteX2" fmla="*/ 727528 w 3680505"/>
              <a:gd name="connsiteY2" fmla="*/ 842056 h 842088"/>
              <a:gd name="connsiteX3" fmla="*/ 3348491 w 3680505"/>
              <a:gd name="connsiteY3" fmla="*/ 826407 h 842088"/>
              <a:gd name="connsiteX4" fmla="*/ 3680505 w 3680505"/>
              <a:gd name="connsiteY4" fmla="*/ 474436 h 842088"/>
              <a:gd name="connsiteX5" fmla="*/ 3365727 w 3680505"/>
              <a:gd name="connsiteY5" fmla="*/ 0 h 84208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68086 h 835738"/>
              <a:gd name="connsiteX5" fmla="*/ 3416527 w 3680505"/>
              <a:gd name="connsiteY5" fmla="*/ 0 h 83573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04586 h 835738"/>
              <a:gd name="connsiteX5" fmla="*/ 3416527 w 3680505"/>
              <a:gd name="connsiteY5" fmla="*/ 0 h 835738"/>
              <a:gd name="connsiteX0" fmla="*/ 237218 w 3699555"/>
              <a:gd name="connsiteY0" fmla="*/ 1 h 835708"/>
              <a:gd name="connsiteX1" fmla="*/ 0 w 3699555"/>
              <a:gd name="connsiteY1" fmla="*/ 386897 h 835708"/>
              <a:gd name="connsiteX2" fmla="*/ 746578 w 3699555"/>
              <a:gd name="connsiteY2" fmla="*/ 835706 h 835708"/>
              <a:gd name="connsiteX3" fmla="*/ 3367541 w 3699555"/>
              <a:gd name="connsiteY3" fmla="*/ 820057 h 835708"/>
              <a:gd name="connsiteX4" fmla="*/ 3699555 w 3699555"/>
              <a:gd name="connsiteY4" fmla="*/ 404586 h 835708"/>
              <a:gd name="connsiteX5" fmla="*/ 3435577 w 3699555"/>
              <a:gd name="connsiteY5" fmla="*/ 0 h 835708"/>
              <a:gd name="connsiteX0" fmla="*/ 237218 w 3699555"/>
              <a:gd name="connsiteY0" fmla="*/ 1 h 835707"/>
              <a:gd name="connsiteX1" fmla="*/ 0 w 3699555"/>
              <a:gd name="connsiteY1" fmla="*/ 386897 h 835707"/>
              <a:gd name="connsiteX2" fmla="*/ 746578 w 3699555"/>
              <a:gd name="connsiteY2" fmla="*/ 835706 h 835707"/>
              <a:gd name="connsiteX3" fmla="*/ 3367541 w 3699555"/>
              <a:gd name="connsiteY3" fmla="*/ 820057 h 835707"/>
              <a:gd name="connsiteX4" fmla="*/ 3699555 w 3699555"/>
              <a:gd name="connsiteY4" fmla="*/ 404586 h 835707"/>
              <a:gd name="connsiteX5" fmla="*/ 3435577 w 3699555"/>
              <a:gd name="connsiteY5" fmla="*/ 0 h 835707"/>
              <a:gd name="connsiteX0" fmla="*/ 237218 w 3699555"/>
              <a:gd name="connsiteY0" fmla="*/ 1 h 820224"/>
              <a:gd name="connsiteX1" fmla="*/ 0 w 3699555"/>
              <a:gd name="connsiteY1" fmla="*/ 386897 h 820224"/>
              <a:gd name="connsiteX2" fmla="*/ 587828 w 3699555"/>
              <a:gd name="connsiteY2" fmla="*/ 816656 h 820224"/>
              <a:gd name="connsiteX3" fmla="*/ 3367541 w 3699555"/>
              <a:gd name="connsiteY3" fmla="*/ 820057 h 820224"/>
              <a:gd name="connsiteX4" fmla="*/ 3699555 w 3699555"/>
              <a:gd name="connsiteY4" fmla="*/ 404586 h 820224"/>
              <a:gd name="connsiteX5" fmla="*/ 3435577 w 3699555"/>
              <a:gd name="connsiteY5" fmla="*/ 0 h 820224"/>
              <a:gd name="connsiteX0" fmla="*/ 237218 w 3699555"/>
              <a:gd name="connsiteY0" fmla="*/ 1 h 820224"/>
              <a:gd name="connsiteX1" fmla="*/ 0 w 3699555"/>
              <a:gd name="connsiteY1" fmla="*/ 386897 h 820224"/>
              <a:gd name="connsiteX2" fmla="*/ 587828 w 3699555"/>
              <a:gd name="connsiteY2" fmla="*/ 816656 h 820224"/>
              <a:gd name="connsiteX3" fmla="*/ 3367541 w 3699555"/>
              <a:gd name="connsiteY3" fmla="*/ 820057 h 820224"/>
              <a:gd name="connsiteX4" fmla="*/ 3699555 w 3699555"/>
              <a:gd name="connsiteY4" fmla="*/ 404586 h 820224"/>
              <a:gd name="connsiteX5" fmla="*/ 3435577 w 3699555"/>
              <a:gd name="connsiteY5" fmla="*/ 0 h 820224"/>
              <a:gd name="connsiteX0" fmla="*/ 230868 w 3693205"/>
              <a:gd name="connsiteY0" fmla="*/ 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30868 w 3693205"/>
              <a:gd name="connsiteY0" fmla="*/ 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057"/>
              <a:gd name="connsiteX1" fmla="*/ 0 w 3693205"/>
              <a:gd name="connsiteY1" fmla="*/ 393247 h 820057"/>
              <a:gd name="connsiteX2" fmla="*/ 581478 w 3693205"/>
              <a:gd name="connsiteY2" fmla="*/ 816656 h 820057"/>
              <a:gd name="connsiteX3" fmla="*/ 3361191 w 3693205"/>
              <a:gd name="connsiteY3" fmla="*/ 820057 h 820057"/>
              <a:gd name="connsiteX4" fmla="*/ 3693205 w 3693205"/>
              <a:gd name="connsiteY4" fmla="*/ 404586 h 820057"/>
              <a:gd name="connsiteX5" fmla="*/ 3429227 w 3693205"/>
              <a:gd name="connsiteY5" fmla="*/ 0 h 820057"/>
              <a:gd name="connsiteX0" fmla="*/ 256268 w 3693205"/>
              <a:gd name="connsiteY0" fmla="*/ 1270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29227 w 3693205"/>
              <a:gd name="connsiteY5" fmla="*/ 0 h 823007"/>
              <a:gd name="connsiteX0" fmla="*/ 173718 w 3693205"/>
              <a:gd name="connsiteY0" fmla="*/ 635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29227 w 3693205"/>
              <a:gd name="connsiteY5" fmla="*/ 0 h 823007"/>
              <a:gd name="connsiteX0" fmla="*/ 211818 w 3693205"/>
              <a:gd name="connsiteY0" fmla="*/ 1270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29227 w 3693205"/>
              <a:gd name="connsiteY5" fmla="*/ 0 h 823007"/>
              <a:gd name="connsiteX0" fmla="*/ 211818 w 3717524"/>
              <a:gd name="connsiteY0" fmla="*/ 6351 h 816657"/>
              <a:gd name="connsiteX1" fmla="*/ 0 w 3717524"/>
              <a:gd name="connsiteY1" fmla="*/ 386897 h 816657"/>
              <a:gd name="connsiteX2" fmla="*/ 486228 w 3717524"/>
              <a:gd name="connsiteY2" fmla="*/ 816656 h 816657"/>
              <a:gd name="connsiteX3" fmla="*/ 3361191 w 3717524"/>
              <a:gd name="connsiteY3" fmla="*/ 813707 h 816657"/>
              <a:gd name="connsiteX4" fmla="*/ 3693205 w 3717524"/>
              <a:gd name="connsiteY4" fmla="*/ 398236 h 816657"/>
              <a:gd name="connsiteX5" fmla="*/ 3587977 w 3717524"/>
              <a:gd name="connsiteY5" fmla="*/ 0 h 816657"/>
              <a:gd name="connsiteX0" fmla="*/ 211818 w 3697576"/>
              <a:gd name="connsiteY0" fmla="*/ 6351 h 816657"/>
              <a:gd name="connsiteX1" fmla="*/ 0 w 3697576"/>
              <a:gd name="connsiteY1" fmla="*/ 386897 h 816657"/>
              <a:gd name="connsiteX2" fmla="*/ 486228 w 3697576"/>
              <a:gd name="connsiteY2" fmla="*/ 816656 h 816657"/>
              <a:gd name="connsiteX3" fmla="*/ 3361191 w 3697576"/>
              <a:gd name="connsiteY3" fmla="*/ 813707 h 816657"/>
              <a:gd name="connsiteX4" fmla="*/ 3693205 w 3697576"/>
              <a:gd name="connsiteY4" fmla="*/ 398236 h 816657"/>
              <a:gd name="connsiteX5" fmla="*/ 3587977 w 3697576"/>
              <a:gd name="connsiteY5" fmla="*/ 0 h 816657"/>
              <a:gd name="connsiteX0" fmla="*/ 211818 w 3693205"/>
              <a:gd name="connsiteY0" fmla="*/ 1270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86377 w 3693205"/>
              <a:gd name="connsiteY5" fmla="*/ 0 h 823007"/>
              <a:gd name="connsiteX0" fmla="*/ 211818 w 3693205"/>
              <a:gd name="connsiteY0" fmla="*/ 12701 h 827314"/>
              <a:gd name="connsiteX1" fmla="*/ 0 w 3693205"/>
              <a:gd name="connsiteY1" fmla="*/ 393247 h 827314"/>
              <a:gd name="connsiteX2" fmla="*/ 486228 w 3693205"/>
              <a:gd name="connsiteY2" fmla="*/ 823006 h 827314"/>
              <a:gd name="connsiteX3" fmla="*/ 3259591 w 3693205"/>
              <a:gd name="connsiteY3" fmla="*/ 827314 h 827314"/>
              <a:gd name="connsiteX4" fmla="*/ 3693205 w 3693205"/>
              <a:gd name="connsiteY4" fmla="*/ 404586 h 827314"/>
              <a:gd name="connsiteX5" fmla="*/ 3486377 w 3693205"/>
              <a:gd name="connsiteY5" fmla="*/ 0 h 827314"/>
              <a:gd name="connsiteX0" fmla="*/ 211818 w 3693205"/>
              <a:gd name="connsiteY0" fmla="*/ 12701 h 827314"/>
              <a:gd name="connsiteX1" fmla="*/ 0 w 3693205"/>
              <a:gd name="connsiteY1" fmla="*/ 393247 h 827314"/>
              <a:gd name="connsiteX2" fmla="*/ 486228 w 3693205"/>
              <a:gd name="connsiteY2" fmla="*/ 823006 h 827314"/>
              <a:gd name="connsiteX3" fmla="*/ 3303134 w 3693205"/>
              <a:gd name="connsiteY3" fmla="*/ 827314 h 827314"/>
              <a:gd name="connsiteX4" fmla="*/ 3693205 w 3693205"/>
              <a:gd name="connsiteY4" fmla="*/ 404586 h 827314"/>
              <a:gd name="connsiteX5" fmla="*/ 3486377 w 3693205"/>
              <a:gd name="connsiteY5" fmla="*/ 0 h 827314"/>
              <a:gd name="connsiteX0" fmla="*/ 211818 w 3693205"/>
              <a:gd name="connsiteY0" fmla="*/ 19958 h 834571"/>
              <a:gd name="connsiteX1" fmla="*/ 0 w 3693205"/>
              <a:gd name="connsiteY1" fmla="*/ 400504 h 834571"/>
              <a:gd name="connsiteX2" fmla="*/ 486228 w 3693205"/>
              <a:gd name="connsiteY2" fmla="*/ 830263 h 834571"/>
              <a:gd name="connsiteX3" fmla="*/ 3303134 w 3693205"/>
              <a:gd name="connsiteY3" fmla="*/ 834571 h 834571"/>
              <a:gd name="connsiteX4" fmla="*/ 3693205 w 3693205"/>
              <a:gd name="connsiteY4" fmla="*/ 411843 h 834571"/>
              <a:gd name="connsiteX5" fmla="*/ 3457348 w 3693205"/>
              <a:gd name="connsiteY5" fmla="*/ 0 h 834571"/>
              <a:gd name="connsiteX0" fmla="*/ 211818 w 3693205"/>
              <a:gd name="connsiteY0" fmla="*/ 0 h 836385"/>
              <a:gd name="connsiteX1" fmla="*/ 0 w 3693205"/>
              <a:gd name="connsiteY1" fmla="*/ 402318 h 836385"/>
              <a:gd name="connsiteX2" fmla="*/ 486228 w 3693205"/>
              <a:gd name="connsiteY2" fmla="*/ 832077 h 836385"/>
              <a:gd name="connsiteX3" fmla="*/ 3303134 w 3693205"/>
              <a:gd name="connsiteY3" fmla="*/ 836385 h 836385"/>
              <a:gd name="connsiteX4" fmla="*/ 3693205 w 3693205"/>
              <a:gd name="connsiteY4" fmla="*/ 413657 h 836385"/>
              <a:gd name="connsiteX5" fmla="*/ 3457348 w 3693205"/>
              <a:gd name="connsiteY5" fmla="*/ 1814 h 836385"/>
              <a:gd name="connsiteX0" fmla="*/ 291647 w 3773034"/>
              <a:gd name="connsiteY0" fmla="*/ 0 h 836385"/>
              <a:gd name="connsiteX1" fmla="*/ 0 w 3773034"/>
              <a:gd name="connsiteY1" fmla="*/ 402318 h 836385"/>
              <a:gd name="connsiteX2" fmla="*/ 566057 w 3773034"/>
              <a:gd name="connsiteY2" fmla="*/ 832077 h 836385"/>
              <a:gd name="connsiteX3" fmla="*/ 3382963 w 3773034"/>
              <a:gd name="connsiteY3" fmla="*/ 836385 h 836385"/>
              <a:gd name="connsiteX4" fmla="*/ 3773034 w 3773034"/>
              <a:gd name="connsiteY4" fmla="*/ 413657 h 836385"/>
              <a:gd name="connsiteX5" fmla="*/ 3537177 w 3773034"/>
              <a:gd name="connsiteY5" fmla="*/ 1814 h 836385"/>
              <a:gd name="connsiteX0" fmla="*/ 291647 w 3954462"/>
              <a:gd name="connsiteY0" fmla="*/ 0 h 836385"/>
              <a:gd name="connsiteX1" fmla="*/ 0 w 3954462"/>
              <a:gd name="connsiteY1" fmla="*/ 402318 h 836385"/>
              <a:gd name="connsiteX2" fmla="*/ 566057 w 3954462"/>
              <a:gd name="connsiteY2" fmla="*/ 832077 h 836385"/>
              <a:gd name="connsiteX3" fmla="*/ 3382963 w 3954462"/>
              <a:gd name="connsiteY3" fmla="*/ 836385 h 836385"/>
              <a:gd name="connsiteX4" fmla="*/ 3954462 w 3954462"/>
              <a:gd name="connsiteY4" fmla="*/ 435428 h 836385"/>
              <a:gd name="connsiteX5" fmla="*/ 3537177 w 3954462"/>
              <a:gd name="connsiteY5" fmla="*/ 1814 h 836385"/>
              <a:gd name="connsiteX0" fmla="*/ 335190 w 3998005"/>
              <a:gd name="connsiteY0" fmla="*/ 0 h 836385"/>
              <a:gd name="connsiteX1" fmla="*/ 0 w 3998005"/>
              <a:gd name="connsiteY1" fmla="*/ 402318 h 836385"/>
              <a:gd name="connsiteX2" fmla="*/ 609600 w 3998005"/>
              <a:gd name="connsiteY2" fmla="*/ 832077 h 836385"/>
              <a:gd name="connsiteX3" fmla="*/ 3426506 w 3998005"/>
              <a:gd name="connsiteY3" fmla="*/ 836385 h 836385"/>
              <a:gd name="connsiteX4" fmla="*/ 3998005 w 3998005"/>
              <a:gd name="connsiteY4" fmla="*/ 435428 h 836385"/>
              <a:gd name="connsiteX5" fmla="*/ 3580720 w 3998005"/>
              <a:gd name="connsiteY5" fmla="*/ 1814 h 836385"/>
              <a:gd name="connsiteX0" fmla="*/ 356961 w 4019776"/>
              <a:gd name="connsiteY0" fmla="*/ 0 h 836385"/>
              <a:gd name="connsiteX1" fmla="*/ 0 w 4019776"/>
              <a:gd name="connsiteY1" fmla="*/ 402318 h 836385"/>
              <a:gd name="connsiteX2" fmla="*/ 631371 w 4019776"/>
              <a:gd name="connsiteY2" fmla="*/ 832077 h 836385"/>
              <a:gd name="connsiteX3" fmla="*/ 3448277 w 4019776"/>
              <a:gd name="connsiteY3" fmla="*/ 836385 h 836385"/>
              <a:gd name="connsiteX4" fmla="*/ 4019776 w 4019776"/>
              <a:gd name="connsiteY4" fmla="*/ 435428 h 836385"/>
              <a:gd name="connsiteX5" fmla="*/ 3602491 w 4019776"/>
              <a:gd name="connsiteY5" fmla="*/ 1814 h 836385"/>
              <a:gd name="connsiteX0" fmla="*/ 356961 w 4019776"/>
              <a:gd name="connsiteY0" fmla="*/ 0 h 836385"/>
              <a:gd name="connsiteX1" fmla="*/ 0 w 4019776"/>
              <a:gd name="connsiteY1" fmla="*/ 402318 h 836385"/>
              <a:gd name="connsiteX2" fmla="*/ 631371 w 4019776"/>
              <a:gd name="connsiteY2" fmla="*/ 832077 h 836385"/>
              <a:gd name="connsiteX3" fmla="*/ 3448277 w 4019776"/>
              <a:gd name="connsiteY3" fmla="*/ 836385 h 836385"/>
              <a:gd name="connsiteX4" fmla="*/ 4019776 w 4019776"/>
              <a:gd name="connsiteY4" fmla="*/ 435428 h 836385"/>
              <a:gd name="connsiteX5" fmla="*/ 3602491 w 4019776"/>
              <a:gd name="connsiteY5" fmla="*/ 1814 h 836385"/>
              <a:gd name="connsiteX0" fmla="*/ 356961 w 4019776"/>
              <a:gd name="connsiteY0" fmla="*/ 0 h 836385"/>
              <a:gd name="connsiteX1" fmla="*/ 0 w 4019776"/>
              <a:gd name="connsiteY1" fmla="*/ 402318 h 836385"/>
              <a:gd name="connsiteX2" fmla="*/ 631371 w 4019776"/>
              <a:gd name="connsiteY2" fmla="*/ 832077 h 836385"/>
              <a:gd name="connsiteX3" fmla="*/ 3448277 w 4019776"/>
              <a:gd name="connsiteY3" fmla="*/ 836385 h 836385"/>
              <a:gd name="connsiteX4" fmla="*/ 4019776 w 4019776"/>
              <a:gd name="connsiteY4" fmla="*/ 435428 h 836385"/>
              <a:gd name="connsiteX5" fmla="*/ 3602491 w 4019776"/>
              <a:gd name="connsiteY5" fmla="*/ 1814 h 836385"/>
              <a:gd name="connsiteX0" fmla="*/ 356961 w 4019776"/>
              <a:gd name="connsiteY0" fmla="*/ 0 h 836385"/>
              <a:gd name="connsiteX1" fmla="*/ 0 w 4019776"/>
              <a:gd name="connsiteY1" fmla="*/ 402318 h 836385"/>
              <a:gd name="connsiteX2" fmla="*/ 631371 w 4019776"/>
              <a:gd name="connsiteY2" fmla="*/ 832077 h 836385"/>
              <a:gd name="connsiteX3" fmla="*/ 3448277 w 4019776"/>
              <a:gd name="connsiteY3" fmla="*/ 836385 h 836385"/>
              <a:gd name="connsiteX4" fmla="*/ 4019776 w 4019776"/>
              <a:gd name="connsiteY4" fmla="*/ 435428 h 836385"/>
              <a:gd name="connsiteX5" fmla="*/ 3602491 w 4019776"/>
              <a:gd name="connsiteY5" fmla="*/ 1814 h 836385"/>
              <a:gd name="connsiteX0" fmla="*/ 356961 w 4019776"/>
              <a:gd name="connsiteY0" fmla="*/ 0 h 836385"/>
              <a:gd name="connsiteX1" fmla="*/ 0 w 4019776"/>
              <a:gd name="connsiteY1" fmla="*/ 402318 h 836385"/>
              <a:gd name="connsiteX2" fmla="*/ 631371 w 4019776"/>
              <a:gd name="connsiteY2" fmla="*/ 832077 h 836385"/>
              <a:gd name="connsiteX3" fmla="*/ 3448277 w 4019776"/>
              <a:gd name="connsiteY3" fmla="*/ 836385 h 836385"/>
              <a:gd name="connsiteX4" fmla="*/ 4019776 w 4019776"/>
              <a:gd name="connsiteY4" fmla="*/ 435428 h 836385"/>
              <a:gd name="connsiteX5" fmla="*/ 3602491 w 4019776"/>
              <a:gd name="connsiteY5" fmla="*/ 1814 h 836385"/>
              <a:gd name="connsiteX0" fmla="*/ 356961 w 4019776"/>
              <a:gd name="connsiteY0" fmla="*/ 0 h 836385"/>
              <a:gd name="connsiteX1" fmla="*/ 0 w 4019776"/>
              <a:gd name="connsiteY1" fmla="*/ 402318 h 836385"/>
              <a:gd name="connsiteX2" fmla="*/ 631371 w 4019776"/>
              <a:gd name="connsiteY2" fmla="*/ 832077 h 836385"/>
              <a:gd name="connsiteX3" fmla="*/ 3448277 w 4019776"/>
              <a:gd name="connsiteY3" fmla="*/ 836385 h 836385"/>
              <a:gd name="connsiteX4" fmla="*/ 4019776 w 4019776"/>
              <a:gd name="connsiteY4" fmla="*/ 435428 h 836385"/>
              <a:gd name="connsiteX5" fmla="*/ 3602491 w 4019776"/>
              <a:gd name="connsiteY5" fmla="*/ 1814 h 836385"/>
              <a:gd name="connsiteX0" fmla="*/ 356961 w 4019776"/>
              <a:gd name="connsiteY0" fmla="*/ 0 h 836385"/>
              <a:gd name="connsiteX1" fmla="*/ 0 w 4019776"/>
              <a:gd name="connsiteY1" fmla="*/ 402318 h 836385"/>
              <a:gd name="connsiteX2" fmla="*/ 631371 w 4019776"/>
              <a:gd name="connsiteY2" fmla="*/ 832077 h 836385"/>
              <a:gd name="connsiteX3" fmla="*/ 3448277 w 4019776"/>
              <a:gd name="connsiteY3" fmla="*/ 836385 h 836385"/>
              <a:gd name="connsiteX4" fmla="*/ 4019776 w 4019776"/>
              <a:gd name="connsiteY4" fmla="*/ 420914 h 836385"/>
              <a:gd name="connsiteX5" fmla="*/ 3602491 w 4019776"/>
              <a:gd name="connsiteY5" fmla="*/ 1814 h 836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19776" h="836385">
                <a:moveTo>
                  <a:pt x="356961" y="0"/>
                </a:moveTo>
                <a:cubicBezTo>
                  <a:pt x="172811" y="15422"/>
                  <a:pt x="16782" y="192541"/>
                  <a:pt x="0" y="402318"/>
                </a:cubicBezTo>
                <a:cubicBezTo>
                  <a:pt x="18822" y="725940"/>
                  <a:pt x="337533" y="832606"/>
                  <a:pt x="631371" y="832077"/>
                </a:cubicBezTo>
                <a:lnTo>
                  <a:pt x="3448277" y="836385"/>
                </a:lnTo>
                <a:cubicBezTo>
                  <a:pt x="3735841" y="824592"/>
                  <a:pt x="4007983" y="715736"/>
                  <a:pt x="4019776" y="420914"/>
                </a:cubicBezTo>
                <a:cubicBezTo>
                  <a:pt x="4011612" y="202897"/>
                  <a:pt x="3852863" y="21771"/>
                  <a:pt x="3602491" y="1814"/>
                </a:cubicBezTo>
              </a:path>
            </a:pathLst>
          </a:custGeom>
          <a:solidFill>
            <a:schemeClr val="accent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9F8B0971-B02E-D097-9C2D-5FB5D1DE2451}"/>
              </a:ext>
            </a:extLst>
          </p:cNvPr>
          <p:cNvSpPr/>
          <p:nvPr/>
        </p:nvSpPr>
        <p:spPr>
          <a:xfrm rot="5400000">
            <a:off x="10335051" y="4185904"/>
            <a:ext cx="2911172" cy="876106"/>
          </a:xfrm>
          <a:custGeom>
            <a:avLst/>
            <a:gdLst>
              <a:gd name="connsiteX0" fmla="*/ 587829 w 3609619"/>
              <a:gd name="connsiteY0" fmla="*/ 0 h 1075246"/>
              <a:gd name="connsiteX1" fmla="*/ 0 w 3609619"/>
              <a:gd name="connsiteY1" fmla="*/ 522514 h 1075246"/>
              <a:gd name="connsiteX2" fmla="*/ 0 w 3609619"/>
              <a:gd name="connsiteY2" fmla="*/ 522514 h 1075246"/>
              <a:gd name="connsiteX3" fmla="*/ 457200 w 3609619"/>
              <a:gd name="connsiteY3" fmla="*/ 1023257 h 1075246"/>
              <a:gd name="connsiteX4" fmla="*/ 3345543 w 3609619"/>
              <a:gd name="connsiteY4" fmla="*/ 1059543 h 1075246"/>
              <a:gd name="connsiteX5" fmla="*/ 3345543 w 3609619"/>
              <a:gd name="connsiteY5" fmla="*/ 1059543 h 1075246"/>
              <a:gd name="connsiteX6" fmla="*/ 3164114 w 3609619"/>
              <a:gd name="connsiteY6" fmla="*/ 50800 h 1075246"/>
              <a:gd name="connsiteX7" fmla="*/ 3570514 w 3609619"/>
              <a:gd name="connsiteY7" fmla="*/ 217714 h 1075246"/>
              <a:gd name="connsiteX8" fmla="*/ 3570514 w 3609619"/>
              <a:gd name="connsiteY8" fmla="*/ 210457 h 1075246"/>
              <a:gd name="connsiteX0" fmla="*/ 587829 w 3609619"/>
              <a:gd name="connsiteY0" fmla="*/ 0 h 1067714"/>
              <a:gd name="connsiteX1" fmla="*/ 0 w 3609619"/>
              <a:gd name="connsiteY1" fmla="*/ 522514 h 1067714"/>
              <a:gd name="connsiteX2" fmla="*/ 217715 w 3609619"/>
              <a:gd name="connsiteY2" fmla="*/ 638628 h 1067714"/>
              <a:gd name="connsiteX3" fmla="*/ 457200 w 3609619"/>
              <a:gd name="connsiteY3" fmla="*/ 1023257 h 1067714"/>
              <a:gd name="connsiteX4" fmla="*/ 3345543 w 3609619"/>
              <a:gd name="connsiteY4" fmla="*/ 1059543 h 1067714"/>
              <a:gd name="connsiteX5" fmla="*/ 3345543 w 3609619"/>
              <a:gd name="connsiteY5" fmla="*/ 1059543 h 1067714"/>
              <a:gd name="connsiteX6" fmla="*/ 3164114 w 3609619"/>
              <a:gd name="connsiteY6" fmla="*/ 50800 h 1067714"/>
              <a:gd name="connsiteX7" fmla="*/ 3570514 w 3609619"/>
              <a:gd name="connsiteY7" fmla="*/ 217714 h 1067714"/>
              <a:gd name="connsiteX8" fmla="*/ 3570514 w 3609619"/>
              <a:gd name="connsiteY8" fmla="*/ 210457 h 1067714"/>
              <a:gd name="connsiteX0" fmla="*/ 587829 w 3609619"/>
              <a:gd name="connsiteY0" fmla="*/ 0 h 1067714"/>
              <a:gd name="connsiteX1" fmla="*/ 0 w 3609619"/>
              <a:gd name="connsiteY1" fmla="*/ 522514 h 1067714"/>
              <a:gd name="connsiteX2" fmla="*/ 217715 w 3609619"/>
              <a:gd name="connsiteY2" fmla="*/ 638628 h 1067714"/>
              <a:gd name="connsiteX3" fmla="*/ 457200 w 3609619"/>
              <a:gd name="connsiteY3" fmla="*/ 1023257 h 1067714"/>
              <a:gd name="connsiteX4" fmla="*/ 3345543 w 3609619"/>
              <a:gd name="connsiteY4" fmla="*/ 1059543 h 1067714"/>
              <a:gd name="connsiteX5" fmla="*/ 3345543 w 3609619"/>
              <a:gd name="connsiteY5" fmla="*/ 1059543 h 1067714"/>
              <a:gd name="connsiteX6" fmla="*/ 3164114 w 3609619"/>
              <a:gd name="connsiteY6" fmla="*/ 50800 h 1067714"/>
              <a:gd name="connsiteX7" fmla="*/ 3570514 w 3609619"/>
              <a:gd name="connsiteY7" fmla="*/ 217714 h 1067714"/>
              <a:gd name="connsiteX8" fmla="*/ 3570514 w 3609619"/>
              <a:gd name="connsiteY8" fmla="*/ 210457 h 1067714"/>
              <a:gd name="connsiteX0" fmla="*/ 458124 w 3479914"/>
              <a:gd name="connsiteY0" fmla="*/ 0 h 1067714"/>
              <a:gd name="connsiteX1" fmla="*/ 88010 w 3479914"/>
              <a:gd name="connsiteY1" fmla="*/ 638628 h 1067714"/>
              <a:gd name="connsiteX2" fmla="*/ 327495 w 3479914"/>
              <a:gd name="connsiteY2" fmla="*/ 1023257 h 1067714"/>
              <a:gd name="connsiteX3" fmla="*/ 3215838 w 3479914"/>
              <a:gd name="connsiteY3" fmla="*/ 1059543 h 1067714"/>
              <a:gd name="connsiteX4" fmla="*/ 3215838 w 3479914"/>
              <a:gd name="connsiteY4" fmla="*/ 1059543 h 1067714"/>
              <a:gd name="connsiteX5" fmla="*/ 3034409 w 3479914"/>
              <a:gd name="connsiteY5" fmla="*/ 50800 h 1067714"/>
              <a:gd name="connsiteX6" fmla="*/ 3440809 w 3479914"/>
              <a:gd name="connsiteY6" fmla="*/ 217714 h 1067714"/>
              <a:gd name="connsiteX7" fmla="*/ 3440809 w 3479914"/>
              <a:gd name="connsiteY7" fmla="*/ 210457 h 1067714"/>
              <a:gd name="connsiteX0" fmla="*/ 831916 w 3853706"/>
              <a:gd name="connsiteY0" fmla="*/ 0 h 1072345"/>
              <a:gd name="connsiteX1" fmla="*/ 4602 w 3853706"/>
              <a:gd name="connsiteY1" fmla="*/ 566057 h 1072345"/>
              <a:gd name="connsiteX2" fmla="*/ 701287 w 3853706"/>
              <a:gd name="connsiteY2" fmla="*/ 1023257 h 1072345"/>
              <a:gd name="connsiteX3" fmla="*/ 3589630 w 3853706"/>
              <a:gd name="connsiteY3" fmla="*/ 1059543 h 1072345"/>
              <a:gd name="connsiteX4" fmla="*/ 3589630 w 3853706"/>
              <a:gd name="connsiteY4" fmla="*/ 1059543 h 1072345"/>
              <a:gd name="connsiteX5" fmla="*/ 3408201 w 3853706"/>
              <a:gd name="connsiteY5" fmla="*/ 50800 h 1072345"/>
              <a:gd name="connsiteX6" fmla="*/ 3814601 w 3853706"/>
              <a:gd name="connsiteY6" fmla="*/ 217714 h 1072345"/>
              <a:gd name="connsiteX7" fmla="*/ 3814601 w 3853706"/>
              <a:gd name="connsiteY7" fmla="*/ 210457 h 1072345"/>
              <a:gd name="connsiteX0" fmla="*/ 831916 w 3853706"/>
              <a:gd name="connsiteY0" fmla="*/ 0 h 1072345"/>
              <a:gd name="connsiteX1" fmla="*/ 4602 w 3853706"/>
              <a:gd name="connsiteY1" fmla="*/ 566057 h 1072345"/>
              <a:gd name="connsiteX2" fmla="*/ 701287 w 3853706"/>
              <a:gd name="connsiteY2" fmla="*/ 1023257 h 1072345"/>
              <a:gd name="connsiteX3" fmla="*/ 3589630 w 3853706"/>
              <a:gd name="connsiteY3" fmla="*/ 1059543 h 1072345"/>
              <a:gd name="connsiteX4" fmla="*/ 3589630 w 3853706"/>
              <a:gd name="connsiteY4" fmla="*/ 1059543 h 1072345"/>
              <a:gd name="connsiteX5" fmla="*/ 3408201 w 3853706"/>
              <a:gd name="connsiteY5" fmla="*/ 50800 h 1072345"/>
              <a:gd name="connsiteX6" fmla="*/ 3814601 w 3853706"/>
              <a:gd name="connsiteY6" fmla="*/ 217714 h 1072345"/>
              <a:gd name="connsiteX7" fmla="*/ 3814601 w 3853706"/>
              <a:gd name="connsiteY7" fmla="*/ 210457 h 1072345"/>
              <a:gd name="connsiteX0" fmla="*/ 827314 w 3849104"/>
              <a:gd name="connsiteY0" fmla="*/ 0 h 1072345"/>
              <a:gd name="connsiteX1" fmla="*/ 0 w 3849104"/>
              <a:gd name="connsiteY1" fmla="*/ 566057 h 1072345"/>
              <a:gd name="connsiteX2" fmla="*/ 696685 w 3849104"/>
              <a:gd name="connsiteY2" fmla="*/ 1023257 h 1072345"/>
              <a:gd name="connsiteX3" fmla="*/ 3585028 w 3849104"/>
              <a:gd name="connsiteY3" fmla="*/ 1059543 h 1072345"/>
              <a:gd name="connsiteX4" fmla="*/ 3585028 w 3849104"/>
              <a:gd name="connsiteY4" fmla="*/ 1059543 h 1072345"/>
              <a:gd name="connsiteX5" fmla="*/ 3403599 w 3849104"/>
              <a:gd name="connsiteY5" fmla="*/ 50800 h 1072345"/>
              <a:gd name="connsiteX6" fmla="*/ 3809999 w 3849104"/>
              <a:gd name="connsiteY6" fmla="*/ 217714 h 1072345"/>
              <a:gd name="connsiteX7" fmla="*/ 3809999 w 3849104"/>
              <a:gd name="connsiteY7" fmla="*/ 210457 h 1072345"/>
              <a:gd name="connsiteX0" fmla="*/ 827314 w 3849104"/>
              <a:gd name="connsiteY0" fmla="*/ 0 h 1072345"/>
              <a:gd name="connsiteX1" fmla="*/ 0 w 3849104"/>
              <a:gd name="connsiteY1" fmla="*/ 566057 h 1072345"/>
              <a:gd name="connsiteX2" fmla="*/ 696685 w 3849104"/>
              <a:gd name="connsiteY2" fmla="*/ 1023257 h 1072345"/>
              <a:gd name="connsiteX3" fmla="*/ 3585028 w 3849104"/>
              <a:gd name="connsiteY3" fmla="*/ 1059543 h 1072345"/>
              <a:gd name="connsiteX4" fmla="*/ 3585028 w 3849104"/>
              <a:gd name="connsiteY4" fmla="*/ 1059543 h 1072345"/>
              <a:gd name="connsiteX5" fmla="*/ 3403599 w 3849104"/>
              <a:gd name="connsiteY5" fmla="*/ 50800 h 1072345"/>
              <a:gd name="connsiteX6" fmla="*/ 3809999 w 3849104"/>
              <a:gd name="connsiteY6" fmla="*/ 217714 h 1072345"/>
              <a:gd name="connsiteX7" fmla="*/ 3809999 w 3849104"/>
              <a:gd name="connsiteY7" fmla="*/ 210457 h 1072345"/>
              <a:gd name="connsiteX0" fmla="*/ 355600 w 3849104"/>
              <a:gd name="connsiteY0" fmla="*/ 167329 h 1058245"/>
              <a:gd name="connsiteX1" fmla="*/ 0 w 3849104"/>
              <a:gd name="connsiteY1" fmla="*/ 551957 h 1058245"/>
              <a:gd name="connsiteX2" fmla="*/ 696685 w 3849104"/>
              <a:gd name="connsiteY2" fmla="*/ 1009157 h 1058245"/>
              <a:gd name="connsiteX3" fmla="*/ 3585028 w 3849104"/>
              <a:gd name="connsiteY3" fmla="*/ 1045443 h 1058245"/>
              <a:gd name="connsiteX4" fmla="*/ 3585028 w 3849104"/>
              <a:gd name="connsiteY4" fmla="*/ 1045443 h 1058245"/>
              <a:gd name="connsiteX5" fmla="*/ 3403599 w 3849104"/>
              <a:gd name="connsiteY5" fmla="*/ 36700 h 1058245"/>
              <a:gd name="connsiteX6" fmla="*/ 3809999 w 3849104"/>
              <a:gd name="connsiteY6" fmla="*/ 203614 h 1058245"/>
              <a:gd name="connsiteX7" fmla="*/ 3809999 w 3849104"/>
              <a:gd name="connsiteY7" fmla="*/ 196357 h 1058245"/>
              <a:gd name="connsiteX0" fmla="*/ 355600 w 3849104"/>
              <a:gd name="connsiteY0" fmla="*/ 167329 h 1058245"/>
              <a:gd name="connsiteX1" fmla="*/ 0 w 3849104"/>
              <a:gd name="connsiteY1" fmla="*/ 551957 h 1058245"/>
              <a:gd name="connsiteX2" fmla="*/ 696685 w 3849104"/>
              <a:gd name="connsiteY2" fmla="*/ 1009157 h 1058245"/>
              <a:gd name="connsiteX3" fmla="*/ 3585028 w 3849104"/>
              <a:gd name="connsiteY3" fmla="*/ 1045443 h 1058245"/>
              <a:gd name="connsiteX4" fmla="*/ 3585028 w 3849104"/>
              <a:gd name="connsiteY4" fmla="*/ 1045443 h 1058245"/>
              <a:gd name="connsiteX5" fmla="*/ 3403599 w 3849104"/>
              <a:gd name="connsiteY5" fmla="*/ 36700 h 1058245"/>
              <a:gd name="connsiteX6" fmla="*/ 3809999 w 3849104"/>
              <a:gd name="connsiteY6" fmla="*/ 203614 h 1058245"/>
              <a:gd name="connsiteX7" fmla="*/ 3809999 w 3849104"/>
              <a:gd name="connsiteY7" fmla="*/ 196357 h 1058245"/>
              <a:gd name="connsiteX0" fmla="*/ 388217 w 3881721"/>
              <a:gd name="connsiteY0" fmla="*/ 167329 h 1066870"/>
              <a:gd name="connsiteX1" fmla="*/ 32617 w 3881721"/>
              <a:gd name="connsiteY1" fmla="*/ 551957 h 1066870"/>
              <a:gd name="connsiteX2" fmla="*/ 424502 w 3881721"/>
              <a:gd name="connsiteY2" fmla="*/ 1023671 h 1066870"/>
              <a:gd name="connsiteX3" fmla="*/ 3617645 w 3881721"/>
              <a:gd name="connsiteY3" fmla="*/ 1045443 h 1066870"/>
              <a:gd name="connsiteX4" fmla="*/ 3617645 w 3881721"/>
              <a:gd name="connsiteY4" fmla="*/ 1045443 h 1066870"/>
              <a:gd name="connsiteX5" fmla="*/ 3436216 w 3881721"/>
              <a:gd name="connsiteY5" fmla="*/ 36700 h 1066870"/>
              <a:gd name="connsiteX6" fmla="*/ 3842616 w 3881721"/>
              <a:gd name="connsiteY6" fmla="*/ 203614 h 1066870"/>
              <a:gd name="connsiteX7" fmla="*/ 3842616 w 3881721"/>
              <a:gd name="connsiteY7" fmla="*/ 196357 h 1066870"/>
              <a:gd name="connsiteX0" fmla="*/ 388217 w 3881721"/>
              <a:gd name="connsiteY0" fmla="*/ 167329 h 1066870"/>
              <a:gd name="connsiteX1" fmla="*/ 32617 w 3881721"/>
              <a:gd name="connsiteY1" fmla="*/ 551957 h 1066870"/>
              <a:gd name="connsiteX2" fmla="*/ 424502 w 3881721"/>
              <a:gd name="connsiteY2" fmla="*/ 1023671 h 1066870"/>
              <a:gd name="connsiteX3" fmla="*/ 3617645 w 3881721"/>
              <a:gd name="connsiteY3" fmla="*/ 1045443 h 1066870"/>
              <a:gd name="connsiteX4" fmla="*/ 3617645 w 3881721"/>
              <a:gd name="connsiteY4" fmla="*/ 1045443 h 1066870"/>
              <a:gd name="connsiteX5" fmla="*/ 3436216 w 3881721"/>
              <a:gd name="connsiteY5" fmla="*/ 36700 h 1066870"/>
              <a:gd name="connsiteX6" fmla="*/ 3842616 w 3881721"/>
              <a:gd name="connsiteY6" fmla="*/ 203614 h 1066870"/>
              <a:gd name="connsiteX7" fmla="*/ 3842616 w 3881721"/>
              <a:gd name="connsiteY7" fmla="*/ 196357 h 1066870"/>
              <a:gd name="connsiteX0" fmla="*/ 355600 w 3849104"/>
              <a:gd name="connsiteY0" fmla="*/ 167329 h 1066870"/>
              <a:gd name="connsiteX1" fmla="*/ 0 w 3849104"/>
              <a:gd name="connsiteY1" fmla="*/ 551957 h 1066870"/>
              <a:gd name="connsiteX2" fmla="*/ 391885 w 3849104"/>
              <a:gd name="connsiteY2" fmla="*/ 1023671 h 1066870"/>
              <a:gd name="connsiteX3" fmla="*/ 3585028 w 3849104"/>
              <a:gd name="connsiteY3" fmla="*/ 1045443 h 1066870"/>
              <a:gd name="connsiteX4" fmla="*/ 3585028 w 3849104"/>
              <a:gd name="connsiteY4" fmla="*/ 1045443 h 1066870"/>
              <a:gd name="connsiteX5" fmla="*/ 3403599 w 3849104"/>
              <a:gd name="connsiteY5" fmla="*/ 36700 h 1066870"/>
              <a:gd name="connsiteX6" fmla="*/ 3809999 w 3849104"/>
              <a:gd name="connsiteY6" fmla="*/ 203614 h 1066870"/>
              <a:gd name="connsiteX7" fmla="*/ 3809999 w 3849104"/>
              <a:gd name="connsiteY7" fmla="*/ 196357 h 1066870"/>
              <a:gd name="connsiteX0" fmla="*/ 355600 w 3849104"/>
              <a:gd name="connsiteY0" fmla="*/ 167329 h 1066870"/>
              <a:gd name="connsiteX1" fmla="*/ 0 w 3849104"/>
              <a:gd name="connsiteY1" fmla="*/ 551957 h 1066870"/>
              <a:gd name="connsiteX2" fmla="*/ 391885 w 3849104"/>
              <a:gd name="connsiteY2" fmla="*/ 1023671 h 1066870"/>
              <a:gd name="connsiteX3" fmla="*/ 3585028 w 3849104"/>
              <a:gd name="connsiteY3" fmla="*/ 1045443 h 1066870"/>
              <a:gd name="connsiteX4" fmla="*/ 3585028 w 3849104"/>
              <a:gd name="connsiteY4" fmla="*/ 1045443 h 1066870"/>
              <a:gd name="connsiteX5" fmla="*/ 3403599 w 3849104"/>
              <a:gd name="connsiteY5" fmla="*/ 36700 h 1066870"/>
              <a:gd name="connsiteX6" fmla="*/ 3809999 w 3849104"/>
              <a:gd name="connsiteY6" fmla="*/ 203614 h 1066870"/>
              <a:gd name="connsiteX7" fmla="*/ 3809999 w 3849104"/>
              <a:gd name="connsiteY7" fmla="*/ 196357 h 1066870"/>
              <a:gd name="connsiteX0" fmla="*/ 355600 w 3849104"/>
              <a:gd name="connsiteY0" fmla="*/ 167329 h 1066870"/>
              <a:gd name="connsiteX1" fmla="*/ 0 w 3849104"/>
              <a:gd name="connsiteY1" fmla="*/ 551957 h 1066870"/>
              <a:gd name="connsiteX2" fmla="*/ 391885 w 3849104"/>
              <a:gd name="connsiteY2" fmla="*/ 1023671 h 1066870"/>
              <a:gd name="connsiteX3" fmla="*/ 3585028 w 3849104"/>
              <a:gd name="connsiteY3" fmla="*/ 1045443 h 1066870"/>
              <a:gd name="connsiteX4" fmla="*/ 3585028 w 3849104"/>
              <a:gd name="connsiteY4" fmla="*/ 1045443 h 1066870"/>
              <a:gd name="connsiteX5" fmla="*/ 3403599 w 3849104"/>
              <a:gd name="connsiteY5" fmla="*/ 36700 h 1066870"/>
              <a:gd name="connsiteX6" fmla="*/ 3809999 w 3849104"/>
              <a:gd name="connsiteY6" fmla="*/ 203614 h 1066870"/>
              <a:gd name="connsiteX7" fmla="*/ 3809999 w 3849104"/>
              <a:gd name="connsiteY7" fmla="*/ 196357 h 1066870"/>
              <a:gd name="connsiteX0" fmla="*/ 355600 w 3849104"/>
              <a:gd name="connsiteY0" fmla="*/ 0 h 899541"/>
              <a:gd name="connsiteX1" fmla="*/ 0 w 3849104"/>
              <a:gd name="connsiteY1" fmla="*/ 384628 h 899541"/>
              <a:gd name="connsiteX2" fmla="*/ 391885 w 3849104"/>
              <a:gd name="connsiteY2" fmla="*/ 856342 h 899541"/>
              <a:gd name="connsiteX3" fmla="*/ 3585028 w 3849104"/>
              <a:gd name="connsiteY3" fmla="*/ 878114 h 899541"/>
              <a:gd name="connsiteX4" fmla="*/ 3585028 w 3849104"/>
              <a:gd name="connsiteY4" fmla="*/ 878114 h 899541"/>
              <a:gd name="connsiteX5" fmla="*/ 3606799 w 3849104"/>
              <a:gd name="connsiteY5" fmla="*/ 391885 h 899541"/>
              <a:gd name="connsiteX6" fmla="*/ 3809999 w 3849104"/>
              <a:gd name="connsiteY6" fmla="*/ 36285 h 899541"/>
              <a:gd name="connsiteX7" fmla="*/ 3809999 w 3849104"/>
              <a:gd name="connsiteY7" fmla="*/ 29028 h 899541"/>
              <a:gd name="connsiteX0" fmla="*/ 355600 w 3816318"/>
              <a:gd name="connsiteY0" fmla="*/ 87087 h 986628"/>
              <a:gd name="connsiteX1" fmla="*/ 0 w 3816318"/>
              <a:gd name="connsiteY1" fmla="*/ 471715 h 986628"/>
              <a:gd name="connsiteX2" fmla="*/ 391885 w 3816318"/>
              <a:gd name="connsiteY2" fmla="*/ 943429 h 986628"/>
              <a:gd name="connsiteX3" fmla="*/ 3585028 w 3816318"/>
              <a:gd name="connsiteY3" fmla="*/ 965201 h 986628"/>
              <a:gd name="connsiteX4" fmla="*/ 3585028 w 3816318"/>
              <a:gd name="connsiteY4" fmla="*/ 965201 h 986628"/>
              <a:gd name="connsiteX5" fmla="*/ 3606799 w 3816318"/>
              <a:gd name="connsiteY5" fmla="*/ 478972 h 986628"/>
              <a:gd name="connsiteX6" fmla="*/ 3809999 w 3816318"/>
              <a:gd name="connsiteY6" fmla="*/ 123372 h 986628"/>
              <a:gd name="connsiteX7" fmla="*/ 3345542 w 3816318"/>
              <a:gd name="connsiteY7" fmla="*/ 0 h 986628"/>
              <a:gd name="connsiteX0" fmla="*/ 355600 w 3606799"/>
              <a:gd name="connsiteY0" fmla="*/ 87087 h 986628"/>
              <a:gd name="connsiteX1" fmla="*/ 0 w 3606799"/>
              <a:gd name="connsiteY1" fmla="*/ 471715 h 986628"/>
              <a:gd name="connsiteX2" fmla="*/ 391885 w 3606799"/>
              <a:gd name="connsiteY2" fmla="*/ 943429 h 986628"/>
              <a:gd name="connsiteX3" fmla="*/ 3585028 w 3606799"/>
              <a:gd name="connsiteY3" fmla="*/ 965201 h 986628"/>
              <a:gd name="connsiteX4" fmla="*/ 3585028 w 3606799"/>
              <a:gd name="connsiteY4" fmla="*/ 965201 h 986628"/>
              <a:gd name="connsiteX5" fmla="*/ 3606799 w 3606799"/>
              <a:gd name="connsiteY5" fmla="*/ 478972 h 986628"/>
              <a:gd name="connsiteX6" fmla="*/ 3345542 w 3606799"/>
              <a:gd name="connsiteY6" fmla="*/ 0 h 986628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585028 w 3606799"/>
              <a:gd name="connsiteY4" fmla="*/ 1074058 h 1095485"/>
              <a:gd name="connsiteX5" fmla="*/ 3606799 w 3606799"/>
              <a:gd name="connsiteY5" fmla="*/ 587829 h 1095485"/>
              <a:gd name="connsiteX6" fmla="*/ 3294742 w 3606799"/>
              <a:gd name="connsiteY6" fmla="*/ 0 h 1095485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585028 w 3606799"/>
              <a:gd name="connsiteY4" fmla="*/ 1074058 h 1095485"/>
              <a:gd name="connsiteX5" fmla="*/ 3606799 w 3606799"/>
              <a:gd name="connsiteY5" fmla="*/ 587829 h 1095485"/>
              <a:gd name="connsiteX6" fmla="*/ 3294742 w 3606799"/>
              <a:gd name="connsiteY6" fmla="*/ 0 h 1095485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280228 w 3606799"/>
              <a:gd name="connsiteY4" fmla="*/ 986972 h 1095485"/>
              <a:gd name="connsiteX5" fmla="*/ 3606799 w 3606799"/>
              <a:gd name="connsiteY5" fmla="*/ 587829 h 1095485"/>
              <a:gd name="connsiteX6" fmla="*/ 3294742 w 3606799"/>
              <a:gd name="connsiteY6" fmla="*/ 0 h 1095485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606799 w 3606799"/>
              <a:gd name="connsiteY4" fmla="*/ 587829 h 1095485"/>
              <a:gd name="connsiteX5" fmla="*/ 3294742 w 3606799"/>
              <a:gd name="connsiteY5" fmla="*/ 0 h 1095485"/>
              <a:gd name="connsiteX0" fmla="*/ 355600 w 3606799"/>
              <a:gd name="connsiteY0" fmla="*/ 195944 h 1093024"/>
              <a:gd name="connsiteX1" fmla="*/ 0 w 3606799"/>
              <a:gd name="connsiteY1" fmla="*/ 580572 h 1093024"/>
              <a:gd name="connsiteX2" fmla="*/ 391885 w 3606799"/>
              <a:gd name="connsiteY2" fmla="*/ 1052286 h 1093024"/>
              <a:gd name="connsiteX3" fmla="*/ 3229428 w 3606799"/>
              <a:gd name="connsiteY3" fmla="*/ 1066801 h 1093024"/>
              <a:gd name="connsiteX4" fmla="*/ 3606799 w 3606799"/>
              <a:gd name="connsiteY4" fmla="*/ 587829 h 1093024"/>
              <a:gd name="connsiteX5" fmla="*/ 3294742 w 3606799"/>
              <a:gd name="connsiteY5" fmla="*/ 0 h 1093024"/>
              <a:gd name="connsiteX0" fmla="*/ 355600 w 3628571"/>
              <a:gd name="connsiteY0" fmla="*/ 195944 h 1262744"/>
              <a:gd name="connsiteX1" fmla="*/ 0 w 3628571"/>
              <a:gd name="connsiteY1" fmla="*/ 580572 h 1262744"/>
              <a:gd name="connsiteX2" fmla="*/ 391885 w 3628571"/>
              <a:gd name="connsiteY2" fmla="*/ 1052286 h 1262744"/>
              <a:gd name="connsiteX3" fmla="*/ 3628571 w 3628571"/>
              <a:gd name="connsiteY3" fmla="*/ 1262744 h 1262744"/>
              <a:gd name="connsiteX4" fmla="*/ 3606799 w 3628571"/>
              <a:gd name="connsiteY4" fmla="*/ 587829 h 1262744"/>
              <a:gd name="connsiteX5" fmla="*/ 3294742 w 3628571"/>
              <a:gd name="connsiteY5" fmla="*/ 0 h 1262744"/>
              <a:gd name="connsiteX0" fmla="*/ 355600 w 3773022"/>
              <a:gd name="connsiteY0" fmla="*/ 195944 h 1262744"/>
              <a:gd name="connsiteX1" fmla="*/ 0 w 3773022"/>
              <a:gd name="connsiteY1" fmla="*/ 580572 h 1262744"/>
              <a:gd name="connsiteX2" fmla="*/ 391885 w 3773022"/>
              <a:gd name="connsiteY2" fmla="*/ 1052286 h 1262744"/>
              <a:gd name="connsiteX3" fmla="*/ 3628571 w 3773022"/>
              <a:gd name="connsiteY3" fmla="*/ 1262744 h 1262744"/>
              <a:gd name="connsiteX4" fmla="*/ 3606799 w 3773022"/>
              <a:gd name="connsiteY4" fmla="*/ 587829 h 1262744"/>
              <a:gd name="connsiteX5" fmla="*/ 3294742 w 3773022"/>
              <a:gd name="connsiteY5" fmla="*/ 0 h 1262744"/>
              <a:gd name="connsiteX0" fmla="*/ 355600 w 3606959"/>
              <a:gd name="connsiteY0" fmla="*/ 195944 h 1066562"/>
              <a:gd name="connsiteX1" fmla="*/ 0 w 3606959"/>
              <a:gd name="connsiteY1" fmla="*/ 580572 h 1066562"/>
              <a:gd name="connsiteX2" fmla="*/ 391885 w 3606959"/>
              <a:gd name="connsiteY2" fmla="*/ 1052286 h 1066562"/>
              <a:gd name="connsiteX3" fmla="*/ 3040742 w 3606959"/>
              <a:gd name="connsiteY3" fmla="*/ 834572 h 1066562"/>
              <a:gd name="connsiteX4" fmla="*/ 3606799 w 3606959"/>
              <a:gd name="connsiteY4" fmla="*/ 587829 h 1066562"/>
              <a:gd name="connsiteX5" fmla="*/ 3294742 w 3606959"/>
              <a:gd name="connsiteY5" fmla="*/ 0 h 1066562"/>
              <a:gd name="connsiteX0" fmla="*/ 355600 w 3606959"/>
              <a:gd name="connsiteY0" fmla="*/ 195944 h 1066562"/>
              <a:gd name="connsiteX1" fmla="*/ 0 w 3606959"/>
              <a:gd name="connsiteY1" fmla="*/ 580572 h 1066562"/>
              <a:gd name="connsiteX2" fmla="*/ 391885 w 3606959"/>
              <a:gd name="connsiteY2" fmla="*/ 1052286 h 1066562"/>
              <a:gd name="connsiteX3" fmla="*/ 3040742 w 3606959"/>
              <a:gd name="connsiteY3" fmla="*/ 834572 h 1066562"/>
              <a:gd name="connsiteX4" fmla="*/ 3606799 w 3606959"/>
              <a:gd name="connsiteY4" fmla="*/ 587829 h 1066562"/>
              <a:gd name="connsiteX5" fmla="*/ 3294742 w 3606959"/>
              <a:gd name="connsiteY5" fmla="*/ 0 h 1066562"/>
              <a:gd name="connsiteX0" fmla="*/ 355600 w 3608916"/>
              <a:gd name="connsiteY0" fmla="*/ 195944 h 1093024"/>
              <a:gd name="connsiteX1" fmla="*/ 0 w 3608916"/>
              <a:gd name="connsiteY1" fmla="*/ 580572 h 1093024"/>
              <a:gd name="connsiteX2" fmla="*/ 391885 w 3608916"/>
              <a:gd name="connsiteY2" fmla="*/ 1052286 h 1093024"/>
              <a:gd name="connsiteX3" fmla="*/ 3287485 w 3608916"/>
              <a:gd name="connsiteY3" fmla="*/ 1066800 h 1093024"/>
              <a:gd name="connsiteX4" fmla="*/ 3606799 w 3608916"/>
              <a:gd name="connsiteY4" fmla="*/ 587829 h 1093024"/>
              <a:gd name="connsiteX5" fmla="*/ 3294742 w 3608916"/>
              <a:gd name="connsiteY5" fmla="*/ 0 h 1093024"/>
              <a:gd name="connsiteX0" fmla="*/ 355600 w 3668283"/>
              <a:gd name="connsiteY0" fmla="*/ 195944 h 1317837"/>
              <a:gd name="connsiteX1" fmla="*/ 0 w 3668283"/>
              <a:gd name="connsiteY1" fmla="*/ 580572 h 1317837"/>
              <a:gd name="connsiteX2" fmla="*/ 391885 w 3668283"/>
              <a:gd name="connsiteY2" fmla="*/ 1052286 h 1317837"/>
              <a:gd name="connsiteX3" fmla="*/ 3287485 w 3668283"/>
              <a:gd name="connsiteY3" fmla="*/ 1066800 h 1317837"/>
              <a:gd name="connsiteX4" fmla="*/ 3606799 w 3668283"/>
              <a:gd name="connsiteY4" fmla="*/ 587829 h 1317837"/>
              <a:gd name="connsiteX5" fmla="*/ 3294742 w 3668283"/>
              <a:gd name="connsiteY5" fmla="*/ 0 h 1317837"/>
              <a:gd name="connsiteX0" fmla="*/ 355600 w 3668283"/>
              <a:gd name="connsiteY0" fmla="*/ 195944 h 1317837"/>
              <a:gd name="connsiteX1" fmla="*/ 0 w 3668283"/>
              <a:gd name="connsiteY1" fmla="*/ 580572 h 1317837"/>
              <a:gd name="connsiteX2" fmla="*/ 391885 w 3668283"/>
              <a:gd name="connsiteY2" fmla="*/ 1052286 h 1317837"/>
              <a:gd name="connsiteX3" fmla="*/ 3287485 w 3668283"/>
              <a:gd name="connsiteY3" fmla="*/ 1066800 h 1317837"/>
              <a:gd name="connsiteX4" fmla="*/ 3606799 w 3668283"/>
              <a:gd name="connsiteY4" fmla="*/ 587829 h 1317837"/>
              <a:gd name="connsiteX5" fmla="*/ 3294742 w 3668283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595371"/>
              <a:gd name="connsiteY0" fmla="*/ 195944 h 1071353"/>
              <a:gd name="connsiteX1" fmla="*/ 0 w 3595371"/>
              <a:gd name="connsiteY1" fmla="*/ 638629 h 1071353"/>
              <a:gd name="connsiteX2" fmla="*/ 377371 w 3595371"/>
              <a:gd name="connsiteY2" fmla="*/ 1052286 h 1071353"/>
              <a:gd name="connsiteX3" fmla="*/ 3272971 w 3595371"/>
              <a:gd name="connsiteY3" fmla="*/ 1066800 h 1071353"/>
              <a:gd name="connsiteX4" fmla="*/ 3592285 w 3595371"/>
              <a:gd name="connsiteY4" fmla="*/ 587829 h 1071353"/>
              <a:gd name="connsiteX5" fmla="*/ 3280228 w 3595371"/>
              <a:gd name="connsiteY5" fmla="*/ 0 h 1071353"/>
              <a:gd name="connsiteX0" fmla="*/ 341086 w 3595371"/>
              <a:gd name="connsiteY0" fmla="*/ 195944 h 1170066"/>
              <a:gd name="connsiteX1" fmla="*/ 0 w 3595371"/>
              <a:gd name="connsiteY1" fmla="*/ 638629 h 1170066"/>
              <a:gd name="connsiteX2" fmla="*/ 377371 w 3595371"/>
              <a:gd name="connsiteY2" fmla="*/ 1052286 h 1170066"/>
              <a:gd name="connsiteX3" fmla="*/ 3272971 w 3595371"/>
              <a:gd name="connsiteY3" fmla="*/ 1066800 h 1170066"/>
              <a:gd name="connsiteX4" fmla="*/ 3592285 w 3595371"/>
              <a:gd name="connsiteY4" fmla="*/ 587829 h 1170066"/>
              <a:gd name="connsiteX5" fmla="*/ 3280228 w 3595371"/>
              <a:gd name="connsiteY5" fmla="*/ 0 h 1170066"/>
              <a:gd name="connsiteX0" fmla="*/ 341086 w 3595371"/>
              <a:gd name="connsiteY0" fmla="*/ 195944 h 1170066"/>
              <a:gd name="connsiteX1" fmla="*/ 0 w 3595371"/>
              <a:gd name="connsiteY1" fmla="*/ 638629 h 1170066"/>
              <a:gd name="connsiteX2" fmla="*/ 377371 w 3595371"/>
              <a:gd name="connsiteY2" fmla="*/ 1052286 h 1170066"/>
              <a:gd name="connsiteX3" fmla="*/ 3272971 w 3595371"/>
              <a:gd name="connsiteY3" fmla="*/ 1066800 h 1170066"/>
              <a:gd name="connsiteX4" fmla="*/ 3592285 w 3595371"/>
              <a:gd name="connsiteY4" fmla="*/ 587829 h 1170066"/>
              <a:gd name="connsiteX5" fmla="*/ 3280228 w 3595371"/>
              <a:gd name="connsiteY5" fmla="*/ 0 h 1170066"/>
              <a:gd name="connsiteX0" fmla="*/ 341086 w 3595371"/>
              <a:gd name="connsiteY0" fmla="*/ 195944 h 1066876"/>
              <a:gd name="connsiteX1" fmla="*/ 0 w 3595371"/>
              <a:gd name="connsiteY1" fmla="*/ 638629 h 1066876"/>
              <a:gd name="connsiteX2" fmla="*/ 377371 w 3595371"/>
              <a:gd name="connsiteY2" fmla="*/ 1052286 h 1066876"/>
              <a:gd name="connsiteX3" fmla="*/ 3272971 w 3595371"/>
              <a:gd name="connsiteY3" fmla="*/ 1066800 h 1066876"/>
              <a:gd name="connsiteX4" fmla="*/ 3592285 w 3595371"/>
              <a:gd name="connsiteY4" fmla="*/ 587829 h 1066876"/>
              <a:gd name="connsiteX5" fmla="*/ 3280228 w 3595371"/>
              <a:gd name="connsiteY5" fmla="*/ 0 h 1066876"/>
              <a:gd name="connsiteX0" fmla="*/ 341086 w 3620968"/>
              <a:gd name="connsiteY0" fmla="*/ 195944 h 1066876"/>
              <a:gd name="connsiteX1" fmla="*/ 0 w 3620968"/>
              <a:gd name="connsiteY1" fmla="*/ 638629 h 1066876"/>
              <a:gd name="connsiteX2" fmla="*/ 377371 w 3620968"/>
              <a:gd name="connsiteY2" fmla="*/ 1052286 h 1066876"/>
              <a:gd name="connsiteX3" fmla="*/ 3272971 w 3620968"/>
              <a:gd name="connsiteY3" fmla="*/ 1066800 h 1066876"/>
              <a:gd name="connsiteX4" fmla="*/ 3592285 w 3620968"/>
              <a:gd name="connsiteY4" fmla="*/ 587829 h 1066876"/>
              <a:gd name="connsiteX5" fmla="*/ 3280228 w 3620968"/>
              <a:gd name="connsiteY5" fmla="*/ 0 h 1066876"/>
              <a:gd name="connsiteX0" fmla="*/ 341086 w 3592866"/>
              <a:gd name="connsiteY0" fmla="*/ 195944 h 1066947"/>
              <a:gd name="connsiteX1" fmla="*/ 0 w 3592866"/>
              <a:gd name="connsiteY1" fmla="*/ 638629 h 1066947"/>
              <a:gd name="connsiteX2" fmla="*/ 377371 w 3592866"/>
              <a:gd name="connsiteY2" fmla="*/ 1052286 h 1066947"/>
              <a:gd name="connsiteX3" fmla="*/ 3272971 w 3592866"/>
              <a:gd name="connsiteY3" fmla="*/ 1066800 h 1066947"/>
              <a:gd name="connsiteX4" fmla="*/ 3592285 w 3592866"/>
              <a:gd name="connsiteY4" fmla="*/ 587829 h 1066947"/>
              <a:gd name="connsiteX5" fmla="*/ 3280228 w 3592866"/>
              <a:gd name="connsiteY5" fmla="*/ 0 h 1066947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449943 w 3701723"/>
              <a:gd name="connsiteY0" fmla="*/ 0 h 871003"/>
              <a:gd name="connsiteX1" fmla="*/ 0 w 3701723"/>
              <a:gd name="connsiteY1" fmla="*/ 428171 h 871003"/>
              <a:gd name="connsiteX2" fmla="*/ 486228 w 3701723"/>
              <a:gd name="connsiteY2" fmla="*/ 856342 h 871003"/>
              <a:gd name="connsiteX3" fmla="*/ 3381828 w 3701723"/>
              <a:gd name="connsiteY3" fmla="*/ 870856 h 871003"/>
              <a:gd name="connsiteX4" fmla="*/ 3701142 w 3701723"/>
              <a:gd name="connsiteY4" fmla="*/ 391885 h 871003"/>
              <a:gd name="connsiteX5" fmla="*/ 3418114 w 3701723"/>
              <a:gd name="connsiteY5" fmla="*/ 50799 h 871003"/>
              <a:gd name="connsiteX0" fmla="*/ 449943 w 3701723"/>
              <a:gd name="connsiteY0" fmla="*/ 0 h 895572"/>
              <a:gd name="connsiteX1" fmla="*/ 0 w 3701723"/>
              <a:gd name="connsiteY1" fmla="*/ 428171 h 895572"/>
              <a:gd name="connsiteX2" fmla="*/ 760865 w 3701723"/>
              <a:gd name="connsiteY2" fmla="*/ 886505 h 895572"/>
              <a:gd name="connsiteX3" fmla="*/ 3381828 w 3701723"/>
              <a:gd name="connsiteY3" fmla="*/ 870856 h 895572"/>
              <a:gd name="connsiteX4" fmla="*/ 3701142 w 3701723"/>
              <a:gd name="connsiteY4" fmla="*/ 391885 h 895572"/>
              <a:gd name="connsiteX5" fmla="*/ 3418114 w 3701723"/>
              <a:gd name="connsiteY5" fmla="*/ 50799 h 895572"/>
              <a:gd name="connsiteX0" fmla="*/ 413431 w 3665211"/>
              <a:gd name="connsiteY0" fmla="*/ 0 h 895572"/>
              <a:gd name="connsiteX1" fmla="*/ 0 w 3665211"/>
              <a:gd name="connsiteY1" fmla="*/ 605971 h 895572"/>
              <a:gd name="connsiteX2" fmla="*/ 724353 w 3665211"/>
              <a:gd name="connsiteY2" fmla="*/ 886505 h 895572"/>
              <a:gd name="connsiteX3" fmla="*/ 3345316 w 3665211"/>
              <a:gd name="connsiteY3" fmla="*/ 870856 h 895572"/>
              <a:gd name="connsiteX4" fmla="*/ 3664630 w 3665211"/>
              <a:gd name="connsiteY4" fmla="*/ 391885 h 895572"/>
              <a:gd name="connsiteX5" fmla="*/ 3381602 w 3665211"/>
              <a:gd name="connsiteY5" fmla="*/ 50799 h 895572"/>
              <a:gd name="connsiteX0" fmla="*/ 413442 w 3665222"/>
              <a:gd name="connsiteY0" fmla="*/ 0 h 895572"/>
              <a:gd name="connsiteX1" fmla="*/ 11 w 3665222"/>
              <a:gd name="connsiteY1" fmla="*/ 605971 h 895572"/>
              <a:gd name="connsiteX2" fmla="*/ 724364 w 3665222"/>
              <a:gd name="connsiteY2" fmla="*/ 886505 h 895572"/>
              <a:gd name="connsiteX3" fmla="*/ 3345327 w 3665222"/>
              <a:gd name="connsiteY3" fmla="*/ 870856 h 895572"/>
              <a:gd name="connsiteX4" fmla="*/ 3664641 w 3665222"/>
              <a:gd name="connsiteY4" fmla="*/ 391885 h 895572"/>
              <a:gd name="connsiteX5" fmla="*/ 3381613 w 3665222"/>
              <a:gd name="connsiteY5" fmla="*/ 50799 h 895572"/>
              <a:gd name="connsiteX0" fmla="*/ 413442 w 3665222"/>
              <a:gd name="connsiteY0" fmla="*/ 0 h 895572"/>
              <a:gd name="connsiteX1" fmla="*/ 11 w 3665222"/>
              <a:gd name="connsiteY1" fmla="*/ 605971 h 895572"/>
              <a:gd name="connsiteX2" fmla="*/ 724364 w 3665222"/>
              <a:gd name="connsiteY2" fmla="*/ 886505 h 895572"/>
              <a:gd name="connsiteX3" fmla="*/ 3345327 w 3665222"/>
              <a:gd name="connsiteY3" fmla="*/ 870856 h 895572"/>
              <a:gd name="connsiteX4" fmla="*/ 3664641 w 3665222"/>
              <a:gd name="connsiteY4" fmla="*/ 391885 h 895572"/>
              <a:gd name="connsiteX5" fmla="*/ 3381613 w 3665222"/>
              <a:gd name="connsiteY5" fmla="*/ 50799 h 895572"/>
              <a:gd name="connsiteX0" fmla="*/ 215004 w 3665222"/>
              <a:gd name="connsiteY0" fmla="*/ 1 h 844773"/>
              <a:gd name="connsiteX1" fmla="*/ 11 w 3665222"/>
              <a:gd name="connsiteY1" fmla="*/ 555172 h 844773"/>
              <a:gd name="connsiteX2" fmla="*/ 724364 w 3665222"/>
              <a:gd name="connsiteY2" fmla="*/ 835706 h 844773"/>
              <a:gd name="connsiteX3" fmla="*/ 3345327 w 3665222"/>
              <a:gd name="connsiteY3" fmla="*/ 820057 h 844773"/>
              <a:gd name="connsiteX4" fmla="*/ 3664641 w 3665222"/>
              <a:gd name="connsiteY4" fmla="*/ 341086 h 844773"/>
              <a:gd name="connsiteX5" fmla="*/ 3381613 w 3665222"/>
              <a:gd name="connsiteY5" fmla="*/ 0 h 844773"/>
              <a:gd name="connsiteX0" fmla="*/ 215004 w 3665222"/>
              <a:gd name="connsiteY0" fmla="*/ 1 h 844773"/>
              <a:gd name="connsiteX1" fmla="*/ 11 w 3665222"/>
              <a:gd name="connsiteY1" fmla="*/ 555172 h 844773"/>
              <a:gd name="connsiteX2" fmla="*/ 724364 w 3665222"/>
              <a:gd name="connsiteY2" fmla="*/ 835706 h 844773"/>
              <a:gd name="connsiteX3" fmla="*/ 3345327 w 3665222"/>
              <a:gd name="connsiteY3" fmla="*/ 820057 h 844773"/>
              <a:gd name="connsiteX4" fmla="*/ 3664641 w 3665222"/>
              <a:gd name="connsiteY4" fmla="*/ 341086 h 844773"/>
              <a:gd name="connsiteX5" fmla="*/ 3381613 w 3665222"/>
              <a:gd name="connsiteY5" fmla="*/ 0 h 844773"/>
              <a:gd name="connsiteX0" fmla="*/ 218179 w 3668397"/>
              <a:gd name="connsiteY0" fmla="*/ 1 h 844773"/>
              <a:gd name="connsiteX1" fmla="*/ 11 w 3668397"/>
              <a:gd name="connsiteY1" fmla="*/ 463097 h 844773"/>
              <a:gd name="connsiteX2" fmla="*/ 727539 w 3668397"/>
              <a:gd name="connsiteY2" fmla="*/ 835706 h 844773"/>
              <a:gd name="connsiteX3" fmla="*/ 3348502 w 3668397"/>
              <a:gd name="connsiteY3" fmla="*/ 820057 h 844773"/>
              <a:gd name="connsiteX4" fmla="*/ 3667816 w 3668397"/>
              <a:gd name="connsiteY4" fmla="*/ 341086 h 844773"/>
              <a:gd name="connsiteX5" fmla="*/ 3384788 w 3668397"/>
              <a:gd name="connsiteY5" fmla="*/ 0 h 844773"/>
              <a:gd name="connsiteX0" fmla="*/ 218168 w 3668386"/>
              <a:gd name="connsiteY0" fmla="*/ 1 h 844773"/>
              <a:gd name="connsiteX1" fmla="*/ 0 w 3668386"/>
              <a:gd name="connsiteY1" fmla="*/ 463097 h 844773"/>
              <a:gd name="connsiteX2" fmla="*/ 727528 w 3668386"/>
              <a:gd name="connsiteY2" fmla="*/ 835706 h 844773"/>
              <a:gd name="connsiteX3" fmla="*/ 3348491 w 3668386"/>
              <a:gd name="connsiteY3" fmla="*/ 820057 h 844773"/>
              <a:gd name="connsiteX4" fmla="*/ 3667805 w 3668386"/>
              <a:gd name="connsiteY4" fmla="*/ 341086 h 844773"/>
              <a:gd name="connsiteX5" fmla="*/ 3384777 w 3668386"/>
              <a:gd name="connsiteY5" fmla="*/ 0 h 844773"/>
              <a:gd name="connsiteX0" fmla="*/ 218168 w 3668386"/>
              <a:gd name="connsiteY0" fmla="*/ 1 h 844773"/>
              <a:gd name="connsiteX1" fmla="*/ 0 w 3668386"/>
              <a:gd name="connsiteY1" fmla="*/ 463097 h 844773"/>
              <a:gd name="connsiteX2" fmla="*/ 727528 w 3668386"/>
              <a:gd name="connsiteY2" fmla="*/ 835706 h 844773"/>
              <a:gd name="connsiteX3" fmla="*/ 3348491 w 3668386"/>
              <a:gd name="connsiteY3" fmla="*/ 820057 h 844773"/>
              <a:gd name="connsiteX4" fmla="*/ 3667805 w 3668386"/>
              <a:gd name="connsiteY4" fmla="*/ 341086 h 844773"/>
              <a:gd name="connsiteX5" fmla="*/ 3384777 w 3668386"/>
              <a:gd name="connsiteY5" fmla="*/ 0 h 844773"/>
              <a:gd name="connsiteX0" fmla="*/ 218168 w 3668386"/>
              <a:gd name="connsiteY0" fmla="*/ 1 h 835738"/>
              <a:gd name="connsiteX1" fmla="*/ 0 w 3668386"/>
              <a:gd name="connsiteY1" fmla="*/ 463097 h 835738"/>
              <a:gd name="connsiteX2" fmla="*/ 727528 w 3668386"/>
              <a:gd name="connsiteY2" fmla="*/ 835706 h 835738"/>
              <a:gd name="connsiteX3" fmla="*/ 3348491 w 3668386"/>
              <a:gd name="connsiteY3" fmla="*/ 820057 h 835738"/>
              <a:gd name="connsiteX4" fmla="*/ 3667805 w 3668386"/>
              <a:gd name="connsiteY4" fmla="*/ 341086 h 835738"/>
              <a:gd name="connsiteX5" fmla="*/ 3384777 w 3668386"/>
              <a:gd name="connsiteY5" fmla="*/ 0 h 835738"/>
              <a:gd name="connsiteX0" fmla="*/ 218168 w 3680999"/>
              <a:gd name="connsiteY0" fmla="*/ 1 h 835738"/>
              <a:gd name="connsiteX1" fmla="*/ 0 w 3680999"/>
              <a:gd name="connsiteY1" fmla="*/ 463097 h 835738"/>
              <a:gd name="connsiteX2" fmla="*/ 727528 w 3680999"/>
              <a:gd name="connsiteY2" fmla="*/ 835706 h 835738"/>
              <a:gd name="connsiteX3" fmla="*/ 3348491 w 3680999"/>
              <a:gd name="connsiteY3" fmla="*/ 820057 h 835738"/>
              <a:gd name="connsiteX4" fmla="*/ 3680505 w 3680999"/>
              <a:gd name="connsiteY4" fmla="*/ 468086 h 835738"/>
              <a:gd name="connsiteX5" fmla="*/ 3384777 w 3680999"/>
              <a:gd name="connsiteY5" fmla="*/ 0 h 83573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68086 h 835738"/>
              <a:gd name="connsiteX5" fmla="*/ 3384777 w 3680505"/>
              <a:gd name="connsiteY5" fmla="*/ 0 h 83573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68086 h 835738"/>
              <a:gd name="connsiteX5" fmla="*/ 3384777 w 3680505"/>
              <a:gd name="connsiteY5" fmla="*/ 0 h 835738"/>
              <a:gd name="connsiteX0" fmla="*/ 218168 w 3680505"/>
              <a:gd name="connsiteY0" fmla="*/ 6351 h 842088"/>
              <a:gd name="connsiteX1" fmla="*/ 0 w 3680505"/>
              <a:gd name="connsiteY1" fmla="*/ 469447 h 842088"/>
              <a:gd name="connsiteX2" fmla="*/ 727528 w 3680505"/>
              <a:gd name="connsiteY2" fmla="*/ 842056 h 842088"/>
              <a:gd name="connsiteX3" fmla="*/ 3348491 w 3680505"/>
              <a:gd name="connsiteY3" fmla="*/ 826407 h 842088"/>
              <a:gd name="connsiteX4" fmla="*/ 3680505 w 3680505"/>
              <a:gd name="connsiteY4" fmla="*/ 474436 h 842088"/>
              <a:gd name="connsiteX5" fmla="*/ 3365727 w 3680505"/>
              <a:gd name="connsiteY5" fmla="*/ 0 h 842088"/>
              <a:gd name="connsiteX0" fmla="*/ 218168 w 3680505"/>
              <a:gd name="connsiteY0" fmla="*/ 6351 h 842088"/>
              <a:gd name="connsiteX1" fmla="*/ 0 w 3680505"/>
              <a:gd name="connsiteY1" fmla="*/ 469447 h 842088"/>
              <a:gd name="connsiteX2" fmla="*/ 727528 w 3680505"/>
              <a:gd name="connsiteY2" fmla="*/ 842056 h 842088"/>
              <a:gd name="connsiteX3" fmla="*/ 3348491 w 3680505"/>
              <a:gd name="connsiteY3" fmla="*/ 826407 h 842088"/>
              <a:gd name="connsiteX4" fmla="*/ 3680505 w 3680505"/>
              <a:gd name="connsiteY4" fmla="*/ 474436 h 842088"/>
              <a:gd name="connsiteX5" fmla="*/ 3365727 w 3680505"/>
              <a:gd name="connsiteY5" fmla="*/ 0 h 84208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68086 h 835738"/>
              <a:gd name="connsiteX5" fmla="*/ 3416527 w 3680505"/>
              <a:gd name="connsiteY5" fmla="*/ 0 h 83573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04586 h 835738"/>
              <a:gd name="connsiteX5" fmla="*/ 3416527 w 3680505"/>
              <a:gd name="connsiteY5" fmla="*/ 0 h 835738"/>
              <a:gd name="connsiteX0" fmla="*/ 237218 w 3699555"/>
              <a:gd name="connsiteY0" fmla="*/ 1 h 835708"/>
              <a:gd name="connsiteX1" fmla="*/ 0 w 3699555"/>
              <a:gd name="connsiteY1" fmla="*/ 386897 h 835708"/>
              <a:gd name="connsiteX2" fmla="*/ 746578 w 3699555"/>
              <a:gd name="connsiteY2" fmla="*/ 835706 h 835708"/>
              <a:gd name="connsiteX3" fmla="*/ 3367541 w 3699555"/>
              <a:gd name="connsiteY3" fmla="*/ 820057 h 835708"/>
              <a:gd name="connsiteX4" fmla="*/ 3699555 w 3699555"/>
              <a:gd name="connsiteY4" fmla="*/ 404586 h 835708"/>
              <a:gd name="connsiteX5" fmla="*/ 3435577 w 3699555"/>
              <a:gd name="connsiteY5" fmla="*/ 0 h 835708"/>
              <a:gd name="connsiteX0" fmla="*/ 237218 w 3699555"/>
              <a:gd name="connsiteY0" fmla="*/ 1 h 835707"/>
              <a:gd name="connsiteX1" fmla="*/ 0 w 3699555"/>
              <a:gd name="connsiteY1" fmla="*/ 386897 h 835707"/>
              <a:gd name="connsiteX2" fmla="*/ 746578 w 3699555"/>
              <a:gd name="connsiteY2" fmla="*/ 835706 h 835707"/>
              <a:gd name="connsiteX3" fmla="*/ 3367541 w 3699555"/>
              <a:gd name="connsiteY3" fmla="*/ 820057 h 835707"/>
              <a:gd name="connsiteX4" fmla="*/ 3699555 w 3699555"/>
              <a:gd name="connsiteY4" fmla="*/ 404586 h 835707"/>
              <a:gd name="connsiteX5" fmla="*/ 3435577 w 3699555"/>
              <a:gd name="connsiteY5" fmla="*/ 0 h 835707"/>
              <a:gd name="connsiteX0" fmla="*/ 237218 w 3699555"/>
              <a:gd name="connsiteY0" fmla="*/ 1 h 820224"/>
              <a:gd name="connsiteX1" fmla="*/ 0 w 3699555"/>
              <a:gd name="connsiteY1" fmla="*/ 386897 h 820224"/>
              <a:gd name="connsiteX2" fmla="*/ 587828 w 3699555"/>
              <a:gd name="connsiteY2" fmla="*/ 816656 h 820224"/>
              <a:gd name="connsiteX3" fmla="*/ 3367541 w 3699555"/>
              <a:gd name="connsiteY3" fmla="*/ 820057 h 820224"/>
              <a:gd name="connsiteX4" fmla="*/ 3699555 w 3699555"/>
              <a:gd name="connsiteY4" fmla="*/ 404586 h 820224"/>
              <a:gd name="connsiteX5" fmla="*/ 3435577 w 3699555"/>
              <a:gd name="connsiteY5" fmla="*/ 0 h 820224"/>
              <a:gd name="connsiteX0" fmla="*/ 237218 w 3699555"/>
              <a:gd name="connsiteY0" fmla="*/ 1 h 820224"/>
              <a:gd name="connsiteX1" fmla="*/ 0 w 3699555"/>
              <a:gd name="connsiteY1" fmla="*/ 386897 h 820224"/>
              <a:gd name="connsiteX2" fmla="*/ 587828 w 3699555"/>
              <a:gd name="connsiteY2" fmla="*/ 816656 h 820224"/>
              <a:gd name="connsiteX3" fmla="*/ 3367541 w 3699555"/>
              <a:gd name="connsiteY3" fmla="*/ 820057 h 820224"/>
              <a:gd name="connsiteX4" fmla="*/ 3699555 w 3699555"/>
              <a:gd name="connsiteY4" fmla="*/ 404586 h 820224"/>
              <a:gd name="connsiteX5" fmla="*/ 3435577 w 3699555"/>
              <a:gd name="connsiteY5" fmla="*/ 0 h 820224"/>
              <a:gd name="connsiteX0" fmla="*/ 230868 w 3693205"/>
              <a:gd name="connsiteY0" fmla="*/ 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30868 w 3693205"/>
              <a:gd name="connsiteY0" fmla="*/ 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057"/>
              <a:gd name="connsiteX1" fmla="*/ 0 w 3693205"/>
              <a:gd name="connsiteY1" fmla="*/ 393247 h 820057"/>
              <a:gd name="connsiteX2" fmla="*/ 581478 w 3693205"/>
              <a:gd name="connsiteY2" fmla="*/ 816656 h 820057"/>
              <a:gd name="connsiteX3" fmla="*/ 3361191 w 3693205"/>
              <a:gd name="connsiteY3" fmla="*/ 820057 h 820057"/>
              <a:gd name="connsiteX4" fmla="*/ 3693205 w 3693205"/>
              <a:gd name="connsiteY4" fmla="*/ 404586 h 820057"/>
              <a:gd name="connsiteX5" fmla="*/ 3429227 w 3693205"/>
              <a:gd name="connsiteY5" fmla="*/ 0 h 820057"/>
              <a:gd name="connsiteX0" fmla="*/ 256268 w 3693205"/>
              <a:gd name="connsiteY0" fmla="*/ 1270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29227 w 3693205"/>
              <a:gd name="connsiteY5" fmla="*/ 0 h 823007"/>
              <a:gd name="connsiteX0" fmla="*/ 173718 w 3693205"/>
              <a:gd name="connsiteY0" fmla="*/ 635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29227 w 3693205"/>
              <a:gd name="connsiteY5" fmla="*/ 0 h 823007"/>
              <a:gd name="connsiteX0" fmla="*/ 211818 w 3693205"/>
              <a:gd name="connsiteY0" fmla="*/ 1270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29227 w 3693205"/>
              <a:gd name="connsiteY5" fmla="*/ 0 h 823007"/>
              <a:gd name="connsiteX0" fmla="*/ 211818 w 3717524"/>
              <a:gd name="connsiteY0" fmla="*/ 6351 h 816657"/>
              <a:gd name="connsiteX1" fmla="*/ 0 w 3717524"/>
              <a:gd name="connsiteY1" fmla="*/ 386897 h 816657"/>
              <a:gd name="connsiteX2" fmla="*/ 486228 w 3717524"/>
              <a:gd name="connsiteY2" fmla="*/ 816656 h 816657"/>
              <a:gd name="connsiteX3" fmla="*/ 3361191 w 3717524"/>
              <a:gd name="connsiteY3" fmla="*/ 813707 h 816657"/>
              <a:gd name="connsiteX4" fmla="*/ 3693205 w 3717524"/>
              <a:gd name="connsiteY4" fmla="*/ 398236 h 816657"/>
              <a:gd name="connsiteX5" fmla="*/ 3587977 w 3717524"/>
              <a:gd name="connsiteY5" fmla="*/ 0 h 816657"/>
              <a:gd name="connsiteX0" fmla="*/ 211818 w 3697576"/>
              <a:gd name="connsiteY0" fmla="*/ 6351 h 816657"/>
              <a:gd name="connsiteX1" fmla="*/ 0 w 3697576"/>
              <a:gd name="connsiteY1" fmla="*/ 386897 h 816657"/>
              <a:gd name="connsiteX2" fmla="*/ 486228 w 3697576"/>
              <a:gd name="connsiteY2" fmla="*/ 816656 h 816657"/>
              <a:gd name="connsiteX3" fmla="*/ 3361191 w 3697576"/>
              <a:gd name="connsiteY3" fmla="*/ 813707 h 816657"/>
              <a:gd name="connsiteX4" fmla="*/ 3693205 w 3697576"/>
              <a:gd name="connsiteY4" fmla="*/ 398236 h 816657"/>
              <a:gd name="connsiteX5" fmla="*/ 3587977 w 3697576"/>
              <a:gd name="connsiteY5" fmla="*/ 0 h 816657"/>
              <a:gd name="connsiteX0" fmla="*/ 211818 w 3693205"/>
              <a:gd name="connsiteY0" fmla="*/ 1270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86377 w 3693205"/>
              <a:gd name="connsiteY5" fmla="*/ 0 h 823007"/>
              <a:gd name="connsiteX0" fmla="*/ 211818 w 3693205"/>
              <a:gd name="connsiteY0" fmla="*/ 12701 h 827314"/>
              <a:gd name="connsiteX1" fmla="*/ 0 w 3693205"/>
              <a:gd name="connsiteY1" fmla="*/ 393247 h 827314"/>
              <a:gd name="connsiteX2" fmla="*/ 486228 w 3693205"/>
              <a:gd name="connsiteY2" fmla="*/ 823006 h 827314"/>
              <a:gd name="connsiteX3" fmla="*/ 3259591 w 3693205"/>
              <a:gd name="connsiteY3" fmla="*/ 827314 h 827314"/>
              <a:gd name="connsiteX4" fmla="*/ 3693205 w 3693205"/>
              <a:gd name="connsiteY4" fmla="*/ 404586 h 827314"/>
              <a:gd name="connsiteX5" fmla="*/ 3486377 w 3693205"/>
              <a:gd name="connsiteY5" fmla="*/ 0 h 827314"/>
              <a:gd name="connsiteX0" fmla="*/ 211818 w 3693205"/>
              <a:gd name="connsiteY0" fmla="*/ 12701 h 827314"/>
              <a:gd name="connsiteX1" fmla="*/ 0 w 3693205"/>
              <a:gd name="connsiteY1" fmla="*/ 393247 h 827314"/>
              <a:gd name="connsiteX2" fmla="*/ 486228 w 3693205"/>
              <a:gd name="connsiteY2" fmla="*/ 823006 h 827314"/>
              <a:gd name="connsiteX3" fmla="*/ 3303134 w 3693205"/>
              <a:gd name="connsiteY3" fmla="*/ 827314 h 827314"/>
              <a:gd name="connsiteX4" fmla="*/ 3693205 w 3693205"/>
              <a:gd name="connsiteY4" fmla="*/ 404586 h 827314"/>
              <a:gd name="connsiteX5" fmla="*/ 3486377 w 3693205"/>
              <a:gd name="connsiteY5" fmla="*/ 0 h 827314"/>
              <a:gd name="connsiteX0" fmla="*/ 211818 w 3693205"/>
              <a:gd name="connsiteY0" fmla="*/ 19958 h 834571"/>
              <a:gd name="connsiteX1" fmla="*/ 0 w 3693205"/>
              <a:gd name="connsiteY1" fmla="*/ 400504 h 834571"/>
              <a:gd name="connsiteX2" fmla="*/ 486228 w 3693205"/>
              <a:gd name="connsiteY2" fmla="*/ 830263 h 834571"/>
              <a:gd name="connsiteX3" fmla="*/ 3303134 w 3693205"/>
              <a:gd name="connsiteY3" fmla="*/ 834571 h 834571"/>
              <a:gd name="connsiteX4" fmla="*/ 3693205 w 3693205"/>
              <a:gd name="connsiteY4" fmla="*/ 411843 h 834571"/>
              <a:gd name="connsiteX5" fmla="*/ 3457348 w 3693205"/>
              <a:gd name="connsiteY5" fmla="*/ 0 h 834571"/>
              <a:gd name="connsiteX0" fmla="*/ 241995 w 3723382"/>
              <a:gd name="connsiteY0" fmla="*/ 19958 h 834571"/>
              <a:gd name="connsiteX1" fmla="*/ 0 w 3723382"/>
              <a:gd name="connsiteY1" fmla="*/ 407761 h 834571"/>
              <a:gd name="connsiteX2" fmla="*/ 516405 w 3723382"/>
              <a:gd name="connsiteY2" fmla="*/ 830263 h 834571"/>
              <a:gd name="connsiteX3" fmla="*/ 3333311 w 3723382"/>
              <a:gd name="connsiteY3" fmla="*/ 834571 h 834571"/>
              <a:gd name="connsiteX4" fmla="*/ 3723382 w 3723382"/>
              <a:gd name="connsiteY4" fmla="*/ 411843 h 834571"/>
              <a:gd name="connsiteX5" fmla="*/ 3487525 w 3723382"/>
              <a:gd name="connsiteY5" fmla="*/ 0 h 834571"/>
              <a:gd name="connsiteX0" fmla="*/ 241995 w 3803865"/>
              <a:gd name="connsiteY0" fmla="*/ 19958 h 834571"/>
              <a:gd name="connsiteX1" fmla="*/ 0 w 3803865"/>
              <a:gd name="connsiteY1" fmla="*/ 407761 h 834571"/>
              <a:gd name="connsiteX2" fmla="*/ 516405 w 3803865"/>
              <a:gd name="connsiteY2" fmla="*/ 830263 h 834571"/>
              <a:gd name="connsiteX3" fmla="*/ 3333311 w 3803865"/>
              <a:gd name="connsiteY3" fmla="*/ 834571 h 834571"/>
              <a:gd name="connsiteX4" fmla="*/ 3803865 w 3803865"/>
              <a:gd name="connsiteY4" fmla="*/ 411843 h 834571"/>
              <a:gd name="connsiteX5" fmla="*/ 3487525 w 3803865"/>
              <a:gd name="connsiteY5" fmla="*/ 0 h 834571"/>
              <a:gd name="connsiteX0" fmla="*/ 282235 w 3844105"/>
              <a:gd name="connsiteY0" fmla="*/ 19958 h 834571"/>
              <a:gd name="connsiteX1" fmla="*/ 0 w 3844105"/>
              <a:gd name="connsiteY1" fmla="*/ 407761 h 834571"/>
              <a:gd name="connsiteX2" fmla="*/ 556645 w 3844105"/>
              <a:gd name="connsiteY2" fmla="*/ 830263 h 834571"/>
              <a:gd name="connsiteX3" fmla="*/ 3373551 w 3844105"/>
              <a:gd name="connsiteY3" fmla="*/ 834571 h 834571"/>
              <a:gd name="connsiteX4" fmla="*/ 3844105 w 3844105"/>
              <a:gd name="connsiteY4" fmla="*/ 411843 h 834571"/>
              <a:gd name="connsiteX5" fmla="*/ 3527765 w 3844105"/>
              <a:gd name="connsiteY5" fmla="*/ 0 h 834571"/>
              <a:gd name="connsiteX0" fmla="*/ 292298 w 3844105"/>
              <a:gd name="connsiteY0" fmla="*/ 5444 h 834571"/>
              <a:gd name="connsiteX1" fmla="*/ 0 w 3844105"/>
              <a:gd name="connsiteY1" fmla="*/ 407761 h 834571"/>
              <a:gd name="connsiteX2" fmla="*/ 556645 w 3844105"/>
              <a:gd name="connsiteY2" fmla="*/ 830263 h 834571"/>
              <a:gd name="connsiteX3" fmla="*/ 3373551 w 3844105"/>
              <a:gd name="connsiteY3" fmla="*/ 834571 h 834571"/>
              <a:gd name="connsiteX4" fmla="*/ 3844105 w 3844105"/>
              <a:gd name="connsiteY4" fmla="*/ 411843 h 834571"/>
              <a:gd name="connsiteX5" fmla="*/ 3527765 w 3844105"/>
              <a:gd name="connsiteY5" fmla="*/ 0 h 834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44105" h="834571">
                <a:moveTo>
                  <a:pt x="292298" y="5444"/>
                </a:moveTo>
                <a:cubicBezTo>
                  <a:pt x="173463" y="28123"/>
                  <a:pt x="16782" y="197984"/>
                  <a:pt x="0" y="407761"/>
                </a:cubicBezTo>
                <a:cubicBezTo>
                  <a:pt x="11565" y="658811"/>
                  <a:pt x="262807" y="830792"/>
                  <a:pt x="556645" y="830263"/>
                </a:cubicBezTo>
                <a:lnTo>
                  <a:pt x="3373551" y="834571"/>
                </a:lnTo>
                <a:cubicBezTo>
                  <a:pt x="3661115" y="822778"/>
                  <a:pt x="3832312" y="605065"/>
                  <a:pt x="3844105" y="411843"/>
                </a:cubicBezTo>
                <a:cubicBezTo>
                  <a:pt x="3835941" y="193826"/>
                  <a:pt x="3683794" y="12699"/>
                  <a:pt x="3527765" y="0"/>
                </a:cubicBezTo>
              </a:path>
            </a:pathLst>
          </a:custGeom>
          <a:solidFill>
            <a:schemeClr val="accent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87130807-8DB4-7C23-B72C-2CA7B94227A9}"/>
              </a:ext>
            </a:extLst>
          </p:cNvPr>
          <p:cNvSpPr/>
          <p:nvPr/>
        </p:nvSpPr>
        <p:spPr>
          <a:xfrm>
            <a:off x="8534482" y="163069"/>
            <a:ext cx="1912649" cy="48851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B1983C76-CFEC-7ACC-5272-A7D41D1261E1}"/>
              </a:ext>
            </a:extLst>
          </p:cNvPr>
          <p:cNvSpPr txBox="1"/>
          <p:nvPr/>
        </p:nvSpPr>
        <p:spPr>
          <a:xfrm>
            <a:off x="7601873" y="71527"/>
            <a:ext cx="876970" cy="674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890" dirty="0" err="1"/>
              <a:t>logged</a:t>
            </a:r>
            <a:endParaRPr lang="de-DE" sz="1890" dirty="0"/>
          </a:p>
          <a:p>
            <a:pPr algn="r"/>
            <a:r>
              <a:rPr lang="de-DE" sz="1890" dirty="0"/>
              <a:t>in </a:t>
            </a:r>
            <a:r>
              <a:rPr lang="de-DE" sz="1890" dirty="0" err="1"/>
              <a:t>as</a:t>
            </a:r>
            <a:r>
              <a:rPr lang="de-DE" sz="1890" dirty="0"/>
              <a:t> 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25397D63-BE9A-EFF8-4CD3-B8B707F5A43C}"/>
              </a:ext>
            </a:extLst>
          </p:cNvPr>
          <p:cNvSpPr/>
          <p:nvPr/>
        </p:nvSpPr>
        <p:spPr>
          <a:xfrm>
            <a:off x="5211160" y="1248271"/>
            <a:ext cx="1172764" cy="45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4925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59937">
              <a:defRPr/>
            </a:pPr>
            <a:r>
              <a:rPr lang="de-DE" sz="1890">
                <a:solidFill>
                  <a:schemeClr val="bg1"/>
                </a:solidFill>
                <a:latin typeface="Aptos" panose="02110004020202020204"/>
              </a:rPr>
              <a:t>Stop</a:t>
            </a:r>
            <a:endParaRPr lang="de-DE" sz="1890" dirty="0">
              <a:solidFill>
                <a:schemeClr val="bg1"/>
              </a:solidFill>
              <a:latin typeface="Aptos" panose="02110004020202020204"/>
            </a:endParaRP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72CDDA83-7586-0D7A-EFF7-50326E27DA75}"/>
              </a:ext>
            </a:extLst>
          </p:cNvPr>
          <p:cNvSpPr/>
          <p:nvPr/>
        </p:nvSpPr>
        <p:spPr>
          <a:xfrm>
            <a:off x="6570881" y="1642912"/>
            <a:ext cx="1172764" cy="45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4925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59937">
              <a:defRPr/>
            </a:pPr>
            <a:r>
              <a:rPr lang="de-DE" sz="1890" dirty="0">
                <a:solidFill>
                  <a:schemeClr val="bg1"/>
                </a:solidFill>
                <a:latin typeface="Aptos" panose="02110004020202020204"/>
              </a:rPr>
              <a:t>Start</a:t>
            </a: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09C6EEF9-A547-5BDD-9AB3-01BD97B40131}"/>
              </a:ext>
            </a:extLst>
          </p:cNvPr>
          <p:cNvSpPr/>
          <p:nvPr/>
        </p:nvSpPr>
        <p:spPr>
          <a:xfrm>
            <a:off x="7946905" y="1642606"/>
            <a:ext cx="2004273" cy="45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4925" cmpd="thickThin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59937">
              <a:defRPr/>
            </a:pPr>
            <a:r>
              <a:rPr lang="de-DE" sz="1890" dirty="0" err="1">
                <a:solidFill>
                  <a:schemeClr val="bg1"/>
                </a:solidFill>
                <a:latin typeface="Aptos" panose="02110004020202020204"/>
              </a:rPr>
              <a:t>Stop</a:t>
            </a:r>
            <a:r>
              <a:rPr lang="de-DE" sz="1890" dirty="0">
                <a:solidFill>
                  <a:schemeClr val="bg1"/>
                </a:solidFill>
                <a:latin typeface="Aptos" panose="02110004020202020204"/>
              </a:rPr>
              <a:t> and Restart</a:t>
            </a:r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A7A76F95-112B-4801-A471-F755051FEEA5}"/>
              </a:ext>
            </a:extLst>
          </p:cNvPr>
          <p:cNvSpPr/>
          <p:nvPr/>
        </p:nvSpPr>
        <p:spPr>
          <a:xfrm>
            <a:off x="3144671" y="2691410"/>
            <a:ext cx="7853473" cy="4160626"/>
          </a:xfrm>
          <a:prstGeom prst="roundRect">
            <a:avLst>
              <a:gd name="adj" fmla="val 7145"/>
            </a:avLst>
          </a:prstGeom>
          <a:solidFill>
            <a:schemeClr val="bg1">
              <a:lumMod val="85000"/>
            </a:schemeClr>
          </a:solidFill>
          <a:ln w="476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E988086A-7A8B-530B-1423-80074AF67CC6}"/>
              </a:ext>
            </a:extLst>
          </p:cNvPr>
          <p:cNvSpPr txBox="1"/>
          <p:nvPr/>
        </p:nvSpPr>
        <p:spPr>
          <a:xfrm>
            <a:off x="731588" y="670194"/>
            <a:ext cx="103348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2100" dirty="0" err="1"/>
              <a:t>Started</a:t>
            </a:r>
            <a:endParaRPr lang="de-DE" sz="2100" dirty="0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54637DFB-1931-C8B2-4ED7-3488616F89E3}"/>
              </a:ext>
            </a:extLst>
          </p:cNvPr>
          <p:cNvSpPr txBox="1"/>
          <p:nvPr/>
        </p:nvSpPr>
        <p:spPr>
          <a:xfrm>
            <a:off x="4799858" y="681025"/>
            <a:ext cx="117282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2100" dirty="0" err="1"/>
              <a:t>Finished</a:t>
            </a:r>
            <a:endParaRPr lang="de-DE" sz="2100" dirty="0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1F97B461-7A76-4AD6-7E89-513382847C66}"/>
              </a:ext>
            </a:extLst>
          </p:cNvPr>
          <p:cNvSpPr txBox="1"/>
          <p:nvPr/>
        </p:nvSpPr>
        <p:spPr>
          <a:xfrm>
            <a:off x="3744854" y="1239510"/>
            <a:ext cx="112242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2100" dirty="0" err="1"/>
              <a:t>Elapsed</a:t>
            </a:r>
            <a:endParaRPr lang="de-DE" sz="2100" dirty="0"/>
          </a:p>
        </p:txBody>
      </p:sp>
      <p:sp>
        <p:nvSpPr>
          <p:cNvPr id="39" name="Rechteck: abgerundete Ecken 38">
            <a:extLst>
              <a:ext uri="{FF2B5EF4-FFF2-40B4-BE49-F238E27FC236}">
                <a16:creationId xmlns:a16="http://schemas.microsoft.com/office/drawing/2014/main" id="{BA8B491E-694F-ED9B-2FC1-FE02D10941E4}"/>
              </a:ext>
            </a:extLst>
          </p:cNvPr>
          <p:cNvSpPr/>
          <p:nvPr/>
        </p:nvSpPr>
        <p:spPr>
          <a:xfrm>
            <a:off x="2326294" y="1198042"/>
            <a:ext cx="1437089" cy="45498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40" name="Rechteck: abgerundete Ecken 39">
            <a:extLst>
              <a:ext uri="{FF2B5EF4-FFF2-40B4-BE49-F238E27FC236}">
                <a16:creationId xmlns:a16="http://schemas.microsoft.com/office/drawing/2014/main" id="{F0D1D8F6-26A4-B117-A1C8-0A8607A3BFC3}"/>
              </a:ext>
            </a:extLst>
          </p:cNvPr>
          <p:cNvSpPr/>
          <p:nvPr/>
        </p:nvSpPr>
        <p:spPr>
          <a:xfrm>
            <a:off x="1786424" y="643831"/>
            <a:ext cx="1437090" cy="45498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F2806627-E732-BBB9-3BEB-34E0B8C3703A}"/>
              </a:ext>
            </a:extLst>
          </p:cNvPr>
          <p:cNvSpPr/>
          <p:nvPr/>
        </p:nvSpPr>
        <p:spPr>
          <a:xfrm>
            <a:off x="10700067" y="84936"/>
            <a:ext cx="643350" cy="627588"/>
          </a:xfrm>
          <a:prstGeom prst="ellipse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CB631800-5376-07EC-909C-A0DE5A0CCDE5}"/>
              </a:ext>
            </a:extLst>
          </p:cNvPr>
          <p:cNvSpPr/>
          <p:nvPr/>
        </p:nvSpPr>
        <p:spPr>
          <a:xfrm>
            <a:off x="3396860" y="645263"/>
            <a:ext cx="1437043" cy="45498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48DF2735-0731-78DD-5B8D-6972C47D4D50}"/>
              </a:ext>
            </a:extLst>
          </p:cNvPr>
          <p:cNvSpPr/>
          <p:nvPr/>
        </p:nvSpPr>
        <p:spPr>
          <a:xfrm>
            <a:off x="368132" y="2380394"/>
            <a:ext cx="1805301" cy="45498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EB42340D-886E-6FE4-40BC-78A51CDC9EB3}"/>
              </a:ext>
            </a:extLst>
          </p:cNvPr>
          <p:cNvSpPr/>
          <p:nvPr/>
        </p:nvSpPr>
        <p:spPr>
          <a:xfrm>
            <a:off x="395562" y="1531846"/>
            <a:ext cx="1805301" cy="45498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41A74AB-4BA5-44EB-CE45-146AB9FE552A}"/>
              </a:ext>
            </a:extLst>
          </p:cNvPr>
          <p:cNvSpPr txBox="1"/>
          <p:nvPr/>
        </p:nvSpPr>
        <p:spPr>
          <a:xfrm>
            <a:off x="517206" y="1167288"/>
            <a:ext cx="100713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2100" dirty="0"/>
              <a:t>Project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7430B4C-0B69-4BB1-7CBD-D03B88877E16}"/>
              </a:ext>
            </a:extLst>
          </p:cNvPr>
          <p:cNvSpPr txBox="1"/>
          <p:nvPr/>
        </p:nvSpPr>
        <p:spPr>
          <a:xfrm>
            <a:off x="525730" y="2001013"/>
            <a:ext cx="87235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2100" dirty="0"/>
              <a:t>Ticket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5B16BA18-A2DE-8136-0FD6-BB3B69B94A68}"/>
              </a:ext>
            </a:extLst>
          </p:cNvPr>
          <p:cNvSpPr/>
          <p:nvPr/>
        </p:nvSpPr>
        <p:spPr>
          <a:xfrm>
            <a:off x="183257" y="3287691"/>
            <a:ext cx="2012419" cy="2066238"/>
          </a:xfrm>
          <a:prstGeom prst="roundRect">
            <a:avLst>
              <a:gd name="adj" fmla="val 13086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EB84831-2931-6CED-0AD9-6EC7C8EE916D}"/>
              </a:ext>
            </a:extLst>
          </p:cNvPr>
          <p:cNvSpPr txBox="1"/>
          <p:nvPr/>
        </p:nvSpPr>
        <p:spPr>
          <a:xfrm>
            <a:off x="403035" y="2893111"/>
            <a:ext cx="153760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2100" dirty="0"/>
              <a:t>Description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3AE0CD77-AB95-B6B9-7DAD-6DEB3A981D39}"/>
              </a:ext>
            </a:extLst>
          </p:cNvPr>
          <p:cNvSpPr/>
          <p:nvPr/>
        </p:nvSpPr>
        <p:spPr>
          <a:xfrm>
            <a:off x="493877" y="5498146"/>
            <a:ext cx="1292545" cy="45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4925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59937">
              <a:defRPr/>
            </a:pPr>
            <a:r>
              <a:rPr lang="de-DE" sz="1890" dirty="0">
                <a:solidFill>
                  <a:schemeClr val="bg1"/>
                </a:solidFill>
                <a:latin typeface="Aptos" panose="02110004020202020204"/>
              </a:rPr>
              <a:t>Export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791CE99A-8258-0152-4EDC-32E244F84EDD}"/>
              </a:ext>
            </a:extLst>
          </p:cNvPr>
          <p:cNvSpPr/>
          <p:nvPr/>
        </p:nvSpPr>
        <p:spPr>
          <a:xfrm>
            <a:off x="503070" y="6080266"/>
            <a:ext cx="1292545" cy="45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4925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59937">
              <a:defRPr/>
            </a:pPr>
            <a:r>
              <a:rPr lang="de-DE" sz="1890" dirty="0">
                <a:solidFill>
                  <a:schemeClr val="bg1"/>
                </a:solidFill>
                <a:latin typeface="Aptos" panose="02110004020202020204"/>
              </a:rPr>
              <a:t>Import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F1D323AB-958B-CFC2-19EC-79529007D284}"/>
              </a:ext>
            </a:extLst>
          </p:cNvPr>
          <p:cNvSpPr/>
          <p:nvPr/>
        </p:nvSpPr>
        <p:spPr>
          <a:xfrm>
            <a:off x="497544" y="6656330"/>
            <a:ext cx="1292545" cy="45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4925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59937">
              <a:defRPr/>
            </a:pPr>
            <a:r>
              <a:rPr lang="de-DE" sz="1890" dirty="0">
                <a:solidFill>
                  <a:schemeClr val="bg1"/>
                </a:solidFill>
                <a:latin typeface="Aptos" panose="02110004020202020204"/>
              </a:rPr>
              <a:t>Edit File</a:t>
            </a:r>
          </a:p>
        </p:txBody>
      </p:sp>
    </p:spTree>
    <p:extLst>
      <p:ext uri="{BB962C8B-B14F-4D97-AF65-F5344CB8AC3E}">
        <p14:creationId xmlns:p14="http://schemas.microsoft.com/office/powerpoint/2010/main" val="4108851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18</Words>
  <Application>Microsoft Office PowerPoint</Application>
  <PresentationFormat>Benutzerdefiniert</PresentationFormat>
  <Paragraphs>14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Lehnert, Alexander (BBWDDTN)</dc:creator>
  <cp:lastModifiedBy>Lehnert, Alexander (BBWDDTN)</cp:lastModifiedBy>
  <cp:revision>10</cp:revision>
  <dcterms:created xsi:type="dcterms:W3CDTF">2025-08-11T14:40:32Z</dcterms:created>
  <dcterms:modified xsi:type="dcterms:W3CDTF">2025-08-24T18:49:49Z</dcterms:modified>
</cp:coreProperties>
</file>