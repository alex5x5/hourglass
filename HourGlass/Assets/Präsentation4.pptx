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>
        <p:scale>
          <a:sx n="200" d="100"/>
          <a:sy n="200" d="100"/>
        </p:scale>
        <p:origin x="-330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402EE-D842-DEA0-0FC0-4A3FF6FB9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6604DA7-084B-B0DB-68C5-32BA3652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0B72C22D-EF2F-6631-DD8E-776354B91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2EE8C9-7019-5A34-A2DB-BEFAD5C8D0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98761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1E9C5-9265-AC07-BC7D-C62B2914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40DF7D-F75D-846A-3B5F-6DEDDC789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D12485B-9017-6D3B-1A48-7589077BB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72E603-B851-7555-DE9E-06ABB8C19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91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26.08.2025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397D63-BE9A-EFF8-4CD3-B8B707F5A43C}"/>
              </a:ext>
            </a:extLst>
          </p:cNvPr>
          <p:cNvSpPr/>
          <p:nvPr/>
        </p:nvSpPr>
        <p:spPr>
          <a:xfrm>
            <a:off x="4730599" y="163633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CDDA83-7586-0D7A-EFF7-50326E27DA75}"/>
              </a:ext>
            </a:extLst>
          </p:cNvPr>
          <p:cNvSpPr/>
          <p:nvPr/>
        </p:nvSpPr>
        <p:spPr>
          <a:xfrm>
            <a:off x="6377682" y="164291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Start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1325304" y="493048"/>
            <a:ext cx="8304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Started</a:t>
            </a:r>
            <a:endParaRPr lang="de-DE" sz="16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3396032" y="478190"/>
            <a:ext cx="938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Finished</a:t>
            </a:r>
            <a:endParaRPr lang="de-DE" sz="16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2269893" y="133809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Elapsed</a:t>
            </a:r>
            <a:endParaRPr lang="de-DE" sz="16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415480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347472" y="1318642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365640" y="2119726"/>
            <a:ext cx="7071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13718" y="2972792"/>
            <a:ext cx="1217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Description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AE0CD77-AB95-B6B9-7DAD-6DEB3A981D39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791CE99A-8258-0152-4EDC-32E244F84EDD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1D323AB-958B-CFC2-19EC-79529007D284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506782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54203" y="163433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41415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380054" y="1638732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67AE07AA-9842-19DF-B471-404AD07FA2CF}"/>
              </a:ext>
            </a:extLst>
          </p:cNvPr>
          <p:cNvSpPr/>
          <p:nvPr/>
        </p:nvSpPr>
        <p:spPr>
          <a:xfrm>
            <a:off x="11533674" y="323948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FC1BB4D-9A45-733A-F7BF-D821A9403BFB}"/>
              </a:ext>
            </a:extLst>
          </p:cNvPr>
          <p:cNvSpPr/>
          <p:nvPr/>
        </p:nvSpPr>
        <p:spPr>
          <a:xfrm>
            <a:off x="11662577" y="3379268"/>
            <a:ext cx="297324" cy="25993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7EE690F9-D01D-0490-8BB8-1DE76E6AFE3C}"/>
              </a:ext>
            </a:extLst>
          </p:cNvPr>
          <p:cNvSpPr txBox="1"/>
          <p:nvPr/>
        </p:nvSpPr>
        <p:spPr>
          <a:xfrm>
            <a:off x="11595475" y="332274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5DC928F3-D2BA-C30E-44FC-5E0E5C9EFFB0}"/>
              </a:ext>
            </a:extLst>
          </p:cNvPr>
          <p:cNvSpPr/>
          <p:nvPr/>
        </p:nvSpPr>
        <p:spPr>
          <a:xfrm>
            <a:off x="11532880" y="4150320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A4C9176-0CD1-D9F3-D0D6-53B740B34583}"/>
              </a:ext>
            </a:extLst>
          </p:cNvPr>
          <p:cNvSpPr/>
          <p:nvPr/>
        </p:nvSpPr>
        <p:spPr>
          <a:xfrm>
            <a:off x="1160036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9B592F4-9DBE-26C1-71DE-6A6F1101662C}"/>
              </a:ext>
            </a:extLst>
          </p:cNvPr>
          <p:cNvSpPr/>
          <p:nvPr/>
        </p:nvSpPr>
        <p:spPr>
          <a:xfrm>
            <a:off x="1167078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C62CF86-FE83-830F-4040-A6D3BCAED288}"/>
              </a:ext>
            </a:extLst>
          </p:cNvPr>
          <p:cNvSpPr/>
          <p:nvPr/>
        </p:nvSpPr>
        <p:spPr>
          <a:xfrm>
            <a:off x="11744378" y="439016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4A5B0F2A-BA52-3D02-A1EE-E2D6B69A0FCA}"/>
              </a:ext>
            </a:extLst>
          </p:cNvPr>
          <p:cNvSpPr/>
          <p:nvPr/>
        </p:nvSpPr>
        <p:spPr>
          <a:xfrm>
            <a:off x="11816386" y="439090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3E0584AF-0A31-AF35-6379-A60E4B79DE5C}"/>
              </a:ext>
            </a:extLst>
          </p:cNvPr>
          <p:cNvSpPr/>
          <p:nvPr/>
        </p:nvSpPr>
        <p:spPr>
          <a:xfrm>
            <a:off x="11893158" y="4390909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CC9D1251-B332-57AE-0988-28675572900C}"/>
              </a:ext>
            </a:extLst>
          </p:cNvPr>
          <p:cNvSpPr/>
          <p:nvPr/>
        </p:nvSpPr>
        <p:spPr>
          <a:xfrm>
            <a:off x="11966752" y="438932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BE086D06-D263-2FB7-BB88-14FA1EFDEBB2}"/>
              </a:ext>
            </a:extLst>
          </p:cNvPr>
          <p:cNvSpPr/>
          <p:nvPr/>
        </p:nvSpPr>
        <p:spPr>
          <a:xfrm>
            <a:off x="11533674" y="510966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7C4B4E0-C95A-0160-5CE2-08B4B59C2482}"/>
              </a:ext>
            </a:extLst>
          </p:cNvPr>
          <p:cNvSpPr/>
          <p:nvPr/>
        </p:nvSpPr>
        <p:spPr>
          <a:xfrm>
            <a:off x="11669752" y="5256113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6F7A4E6-D8CC-B3C7-F15B-EEEA2492574C}"/>
              </a:ext>
            </a:extLst>
          </p:cNvPr>
          <p:cNvSpPr/>
          <p:nvPr/>
        </p:nvSpPr>
        <p:spPr>
          <a:xfrm>
            <a:off x="11743348" y="525452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DF3913AD-CA87-ED35-9088-76255ABBA5E4}"/>
              </a:ext>
            </a:extLst>
          </p:cNvPr>
          <p:cNvSpPr/>
          <p:nvPr/>
        </p:nvSpPr>
        <p:spPr>
          <a:xfrm>
            <a:off x="11815356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A4749872-4061-39F9-1931-FB6D1D688544}"/>
              </a:ext>
            </a:extLst>
          </p:cNvPr>
          <p:cNvSpPr/>
          <p:nvPr/>
        </p:nvSpPr>
        <p:spPr>
          <a:xfrm>
            <a:off x="11887364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1F2A7641-E16F-4E71-E946-F05D708B1B92}"/>
              </a:ext>
            </a:extLst>
          </p:cNvPr>
          <p:cNvSpPr/>
          <p:nvPr/>
        </p:nvSpPr>
        <p:spPr>
          <a:xfrm>
            <a:off x="11960958" y="5253682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742F9AF2-C250-9920-E116-2BC0E6E5DF9D}"/>
              </a:ext>
            </a:extLst>
          </p:cNvPr>
          <p:cNvSpPr/>
          <p:nvPr/>
        </p:nvSpPr>
        <p:spPr>
          <a:xfrm>
            <a:off x="1159933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84A026E0-3321-BB95-B220-8E7C3E885ED0}"/>
              </a:ext>
            </a:extLst>
          </p:cNvPr>
          <p:cNvSpPr/>
          <p:nvPr/>
        </p:nvSpPr>
        <p:spPr>
          <a:xfrm>
            <a:off x="1166975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6C9EB400-6431-8D90-8B4F-E3037EC753D8}"/>
              </a:ext>
            </a:extLst>
          </p:cNvPr>
          <p:cNvSpPr/>
          <p:nvPr/>
        </p:nvSpPr>
        <p:spPr>
          <a:xfrm>
            <a:off x="11743348" y="5319858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6FFA8C26-151A-8481-2BFA-F44FB0BD3BA5}"/>
              </a:ext>
            </a:extLst>
          </p:cNvPr>
          <p:cNvSpPr/>
          <p:nvPr/>
        </p:nvSpPr>
        <p:spPr>
          <a:xfrm>
            <a:off x="11815356" y="5320603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57F7D931-097B-9E57-617D-AE2D6FA695A6}"/>
              </a:ext>
            </a:extLst>
          </p:cNvPr>
          <p:cNvSpPr/>
          <p:nvPr/>
        </p:nvSpPr>
        <p:spPr>
          <a:xfrm>
            <a:off x="11887364" y="5320603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C3379B4F-7413-3E20-B123-8CE1EE35A0FB}"/>
              </a:ext>
            </a:extLst>
          </p:cNvPr>
          <p:cNvSpPr/>
          <p:nvPr/>
        </p:nvSpPr>
        <p:spPr>
          <a:xfrm>
            <a:off x="11960958" y="531901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AF2BA11-1D82-3125-6039-D268481C8474}"/>
              </a:ext>
            </a:extLst>
          </p:cNvPr>
          <p:cNvSpPr/>
          <p:nvPr/>
        </p:nvSpPr>
        <p:spPr>
          <a:xfrm>
            <a:off x="1159933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BBD3580F-2517-3D50-A970-F718DD1C04C4}"/>
              </a:ext>
            </a:extLst>
          </p:cNvPr>
          <p:cNvSpPr/>
          <p:nvPr/>
        </p:nvSpPr>
        <p:spPr>
          <a:xfrm>
            <a:off x="1166975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83675141-65DE-6F82-BF14-86D014A3D854}"/>
              </a:ext>
            </a:extLst>
          </p:cNvPr>
          <p:cNvSpPr/>
          <p:nvPr/>
        </p:nvSpPr>
        <p:spPr>
          <a:xfrm>
            <a:off x="11743348" y="538603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57090B5-4EE3-4E7B-0EFA-9ADC3859E605}"/>
              </a:ext>
            </a:extLst>
          </p:cNvPr>
          <p:cNvSpPr/>
          <p:nvPr/>
        </p:nvSpPr>
        <p:spPr>
          <a:xfrm>
            <a:off x="11815356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7BB98075-4886-1BD0-E9F9-6E96D4D1C34E}"/>
              </a:ext>
            </a:extLst>
          </p:cNvPr>
          <p:cNvSpPr/>
          <p:nvPr/>
        </p:nvSpPr>
        <p:spPr>
          <a:xfrm>
            <a:off x="11887364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7CD60182-A78F-EB58-94FF-A54B3CA5EE68}"/>
              </a:ext>
            </a:extLst>
          </p:cNvPr>
          <p:cNvSpPr/>
          <p:nvPr/>
        </p:nvSpPr>
        <p:spPr>
          <a:xfrm>
            <a:off x="11960958" y="538519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922ECE1A-E690-B8AE-E567-F1D7E9E879D3}"/>
              </a:ext>
            </a:extLst>
          </p:cNvPr>
          <p:cNvSpPr/>
          <p:nvPr/>
        </p:nvSpPr>
        <p:spPr>
          <a:xfrm>
            <a:off x="1159933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C850C373-9D8A-EB44-3A19-53862537A76A}"/>
              </a:ext>
            </a:extLst>
          </p:cNvPr>
          <p:cNvSpPr/>
          <p:nvPr/>
        </p:nvSpPr>
        <p:spPr>
          <a:xfrm>
            <a:off x="1166975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7129AF59-8845-CB6A-44CD-27DAC73C200C}"/>
              </a:ext>
            </a:extLst>
          </p:cNvPr>
          <p:cNvSpPr/>
          <p:nvPr/>
        </p:nvSpPr>
        <p:spPr>
          <a:xfrm>
            <a:off x="11743348" y="545431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5607CD6C-C126-7BB6-0160-78FEEE675A5B}"/>
              </a:ext>
            </a:extLst>
          </p:cNvPr>
          <p:cNvSpPr/>
          <p:nvPr/>
        </p:nvSpPr>
        <p:spPr>
          <a:xfrm>
            <a:off x="11815356" y="5455056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D8D9F7-D0E7-1501-EE1F-C137DADE9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4AFC7D09-0768-30BD-9320-179CA47EB698}"/>
              </a:ext>
            </a:extLst>
          </p:cNvPr>
          <p:cNvSpPr/>
          <p:nvPr/>
        </p:nvSpPr>
        <p:spPr>
          <a:xfrm>
            <a:off x="5509618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0D3A5C56-B226-30FD-6CF3-9062C3686D12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3750EEAC-69E2-53F8-3594-0C419296D752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6A094AFF-D1F5-A63E-94FC-772BD6C3DE5B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8C83A08D-8029-44EF-F5B0-D9F1D4914194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95A54508-B645-9B1E-AA41-763B383C5927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AD774DFE-3AE9-AB41-7DFA-267C041B0D95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721B6D87-B048-F50F-A61E-743A00F6A192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D4E5D335-5B90-A052-27DD-AA22A02EC6EE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C436C03D-6E89-FB96-B6E6-1D4D53724755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34B01C6-E233-7CCC-1AF8-D47D8B9CDB6F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8B4F1CAC-9BB7-5531-3661-1763F2A5C270}"/>
              </a:ext>
            </a:extLst>
          </p:cNvPr>
          <p:cNvSpPr/>
          <p:nvPr/>
        </p:nvSpPr>
        <p:spPr>
          <a:xfrm>
            <a:off x="3862535" y="110160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7FF04F-236F-E126-28B2-55CE82033C44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AC06A311-7CF2-6DA3-5C08-482ECEC19288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18CF5B6D-3B1F-4B4F-B848-E6F1A34BE659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D83C7972-5C15-34DF-8E65-D74100B99DDB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524205F-A4D9-A317-11FB-8CFEF776C990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6E2D0AD4-8565-8C69-E2E7-FCC01F077613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BF938ED6-AE5C-612F-AF18-3882D4E691B2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33FBAE3-698E-2A87-25BD-C1E726025A3B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A8686413-211E-9798-63BB-609BF6BCEC45}"/>
              </a:ext>
            </a:extLst>
          </p:cNvPr>
          <p:cNvSpPr/>
          <p:nvPr/>
        </p:nvSpPr>
        <p:spPr>
          <a:xfrm>
            <a:off x="11533674" y="323948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BC05BC1-FD85-6F81-CF69-1AA45E1BA474}"/>
              </a:ext>
            </a:extLst>
          </p:cNvPr>
          <p:cNvSpPr/>
          <p:nvPr/>
        </p:nvSpPr>
        <p:spPr>
          <a:xfrm>
            <a:off x="11662577" y="3379268"/>
            <a:ext cx="297324" cy="25993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96B602B4-48F3-72AD-4169-AF25619156B1}"/>
              </a:ext>
            </a:extLst>
          </p:cNvPr>
          <p:cNvSpPr txBox="1"/>
          <p:nvPr/>
        </p:nvSpPr>
        <p:spPr>
          <a:xfrm>
            <a:off x="11595475" y="332274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71CEABD3-A9D4-7EF5-566F-5FE69B1671A3}"/>
              </a:ext>
            </a:extLst>
          </p:cNvPr>
          <p:cNvSpPr/>
          <p:nvPr/>
        </p:nvSpPr>
        <p:spPr>
          <a:xfrm>
            <a:off x="11532880" y="4150320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6C51BEEF-C4E8-7DEE-4E8D-AEB5C0D86A81}"/>
              </a:ext>
            </a:extLst>
          </p:cNvPr>
          <p:cNvSpPr/>
          <p:nvPr/>
        </p:nvSpPr>
        <p:spPr>
          <a:xfrm>
            <a:off x="1160036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F349DCB-6D12-DAEB-DCB9-8975BAFEED2E}"/>
              </a:ext>
            </a:extLst>
          </p:cNvPr>
          <p:cNvSpPr/>
          <p:nvPr/>
        </p:nvSpPr>
        <p:spPr>
          <a:xfrm>
            <a:off x="1167078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42E8F8D6-A9AB-68B1-77BC-6F63D4A43560}"/>
              </a:ext>
            </a:extLst>
          </p:cNvPr>
          <p:cNvSpPr/>
          <p:nvPr/>
        </p:nvSpPr>
        <p:spPr>
          <a:xfrm>
            <a:off x="11744378" y="439016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B66DA2A9-891B-5C19-588C-24DCFD089BC2}"/>
              </a:ext>
            </a:extLst>
          </p:cNvPr>
          <p:cNvSpPr/>
          <p:nvPr/>
        </p:nvSpPr>
        <p:spPr>
          <a:xfrm>
            <a:off x="11816386" y="439090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0E636C36-BADC-A34E-449E-46A52F5DC4BE}"/>
              </a:ext>
            </a:extLst>
          </p:cNvPr>
          <p:cNvSpPr/>
          <p:nvPr/>
        </p:nvSpPr>
        <p:spPr>
          <a:xfrm>
            <a:off x="11893158" y="4390909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46057A54-BECE-59C7-6C6F-73C887061D91}"/>
              </a:ext>
            </a:extLst>
          </p:cNvPr>
          <p:cNvSpPr/>
          <p:nvPr/>
        </p:nvSpPr>
        <p:spPr>
          <a:xfrm>
            <a:off x="11966752" y="438932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63E1F7B3-DF35-5F7F-326C-8EAA0D420CEB}"/>
              </a:ext>
            </a:extLst>
          </p:cNvPr>
          <p:cNvSpPr/>
          <p:nvPr/>
        </p:nvSpPr>
        <p:spPr>
          <a:xfrm>
            <a:off x="11533674" y="510966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5938D993-9981-115A-6A30-4D12F16A880F}"/>
              </a:ext>
            </a:extLst>
          </p:cNvPr>
          <p:cNvSpPr/>
          <p:nvPr/>
        </p:nvSpPr>
        <p:spPr>
          <a:xfrm>
            <a:off x="11669752" y="5256113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96E20C61-7E79-0B73-486D-4C86668ECBB7}"/>
              </a:ext>
            </a:extLst>
          </p:cNvPr>
          <p:cNvSpPr/>
          <p:nvPr/>
        </p:nvSpPr>
        <p:spPr>
          <a:xfrm>
            <a:off x="11743348" y="525452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0CB0B64B-CC63-E0BA-996A-0441B204F1FA}"/>
              </a:ext>
            </a:extLst>
          </p:cNvPr>
          <p:cNvSpPr/>
          <p:nvPr/>
        </p:nvSpPr>
        <p:spPr>
          <a:xfrm>
            <a:off x="11815356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85909618-AF63-6928-7828-416246AA34E4}"/>
              </a:ext>
            </a:extLst>
          </p:cNvPr>
          <p:cNvSpPr/>
          <p:nvPr/>
        </p:nvSpPr>
        <p:spPr>
          <a:xfrm>
            <a:off x="11887364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E548676-61DD-1513-4C27-B3DA81784B78}"/>
              </a:ext>
            </a:extLst>
          </p:cNvPr>
          <p:cNvSpPr/>
          <p:nvPr/>
        </p:nvSpPr>
        <p:spPr>
          <a:xfrm>
            <a:off x="11960958" y="5253682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87EF7C45-E451-DDCF-182A-61DC9DEB9B9A}"/>
              </a:ext>
            </a:extLst>
          </p:cNvPr>
          <p:cNvSpPr/>
          <p:nvPr/>
        </p:nvSpPr>
        <p:spPr>
          <a:xfrm>
            <a:off x="1159933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689F3E8C-F7AB-9857-5484-6F2AF9C33701}"/>
              </a:ext>
            </a:extLst>
          </p:cNvPr>
          <p:cNvSpPr/>
          <p:nvPr/>
        </p:nvSpPr>
        <p:spPr>
          <a:xfrm>
            <a:off x="1166975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FCFCDB11-CABD-968C-BFF3-5282F45A43C2}"/>
              </a:ext>
            </a:extLst>
          </p:cNvPr>
          <p:cNvSpPr/>
          <p:nvPr/>
        </p:nvSpPr>
        <p:spPr>
          <a:xfrm>
            <a:off x="11743348" y="5319858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B2D80CCD-F178-D81A-5368-E28CCB18BB5C}"/>
              </a:ext>
            </a:extLst>
          </p:cNvPr>
          <p:cNvSpPr/>
          <p:nvPr/>
        </p:nvSpPr>
        <p:spPr>
          <a:xfrm>
            <a:off x="11815356" y="5320603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FA075C03-CF38-2C87-2E82-C5B670A0C3A2}"/>
              </a:ext>
            </a:extLst>
          </p:cNvPr>
          <p:cNvSpPr/>
          <p:nvPr/>
        </p:nvSpPr>
        <p:spPr>
          <a:xfrm>
            <a:off x="11887364" y="5320603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E068EC6-2FB3-383E-AB79-A0A4601DF6E8}"/>
              </a:ext>
            </a:extLst>
          </p:cNvPr>
          <p:cNvSpPr/>
          <p:nvPr/>
        </p:nvSpPr>
        <p:spPr>
          <a:xfrm>
            <a:off x="11960958" y="531901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0AF59213-FC01-2915-4FA4-6D8009E8C637}"/>
              </a:ext>
            </a:extLst>
          </p:cNvPr>
          <p:cNvSpPr/>
          <p:nvPr/>
        </p:nvSpPr>
        <p:spPr>
          <a:xfrm>
            <a:off x="1159933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5EC93350-6D32-DBF0-2DB1-67CA66EE3378}"/>
              </a:ext>
            </a:extLst>
          </p:cNvPr>
          <p:cNvSpPr/>
          <p:nvPr/>
        </p:nvSpPr>
        <p:spPr>
          <a:xfrm>
            <a:off x="1166975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290F550A-01EB-07AD-5AF0-309898A0C83D}"/>
              </a:ext>
            </a:extLst>
          </p:cNvPr>
          <p:cNvSpPr/>
          <p:nvPr/>
        </p:nvSpPr>
        <p:spPr>
          <a:xfrm>
            <a:off x="11743348" y="538603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D8CB08B1-4D79-184A-55C6-B768AAAF2E9A}"/>
              </a:ext>
            </a:extLst>
          </p:cNvPr>
          <p:cNvSpPr/>
          <p:nvPr/>
        </p:nvSpPr>
        <p:spPr>
          <a:xfrm>
            <a:off x="11815356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90D7F78B-26F9-EB6A-A46A-7A2C397BEB65}"/>
              </a:ext>
            </a:extLst>
          </p:cNvPr>
          <p:cNvSpPr/>
          <p:nvPr/>
        </p:nvSpPr>
        <p:spPr>
          <a:xfrm>
            <a:off x="11887364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8DA0D393-9225-BFBA-4376-FA8553297E71}"/>
              </a:ext>
            </a:extLst>
          </p:cNvPr>
          <p:cNvSpPr/>
          <p:nvPr/>
        </p:nvSpPr>
        <p:spPr>
          <a:xfrm>
            <a:off x="11960958" y="538519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1BEABF16-FF33-5CD1-2C8C-7CE6291B84F7}"/>
              </a:ext>
            </a:extLst>
          </p:cNvPr>
          <p:cNvSpPr/>
          <p:nvPr/>
        </p:nvSpPr>
        <p:spPr>
          <a:xfrm>
            <a:off x="1159933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D865CF48-DF67-B4C3-55B4-1C8DA1983682}"/>
              </a:ext>
            </a:extLst>
          </p:cNvPr>
          <p:cNvSpPr/>
          <p:nvPr/>
        </p:nvSpPr>
        <p:spPr>
          <a:xfrm>
            <a:off x="1166975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FAE61E6B-F260-262C-B13D-B515FE9F5E66}"/>
              </a:ext>
            </a:extLst>
          </p:cNvPr>
          <p:cNvSpPr/>
          <p:nvPr/>
        </p:nvSpPr>
        <p:spPr>
          <a:xfrm>
            <a:off x="11743348" y="545431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954F12CA-2F0A-0A2C-5599-B61FF4C1705E}"/>
              </a:ext>
            </a:extLst>
          </p:cNvPr>
          <p:cNvSpPr/>
          <p:nvPr/>
        </p:nvSpPr>
        <p:spPr>
          <a:xfrm>
            <a:off x="11815356" y="5455056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A64097DB-2510-AAF8-E3E3-52CB0DDAC8B3}"/>
              </a:ext>
            </a:extLst>
          </p:cNvPr>
          <p:cNvSpPr/>
          <p:nvPr/>
        </p:nvSpPr>
        <p:spPr>
          <a:xfrm>
            <a:off x="5509618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67" name="Rechteck: abgerundete Ecken 66">
            <a:extLst>
              <a:ext uri="{FF2B5EF4-FFF2-40B4-BE49-F238E27FC236}">
                <a16:creationId xmlns:a16="http://schemas.microsoft.com/office/drawing/2014/main" id="{16200401-9456-500B-2E7F-9C2CB89A9A41}"/>
              </a:ext>
            </a:extLst>
          </p:cNvPr>
          <p:cNvSpPr/>
          <p:nvPr/>
        </p:nvSpPr>
        <p:spPr>
          <a:xfrm>
            <a:off x="3862535" y="1720453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041663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6F0715-C1DD-5052-40E2-DCA08ED69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5CFBE59-3F98-04E1-C459-D2A5D15A39E0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B4DD45B3-DD6C-EA86-F0B7-2F59657A4F5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511BCE27-2FC9-7050-96E4-E1C0AB54A672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95D7773E-08B0-2C82-B13E-335E6EC4E1B1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861A0AE8-BE3B-FF99-5ADD-ABD9BB848483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1A1C9DCD-77FD-CF73-6449-F0EAA313E30A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EEC27646-3E74-5649-61E9-BB4F52945C57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6335BA6-4B11-6080-64C7-3C03F09D5C95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F78449A-EDEF-CAC9-A5CA-F772C911AC25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D2358385-4C25-17E1-B9BC-C961DF0B5FE0}"/>
              </a:ext>
            </a:extLst>
          </p:cNvPr>
          <p:cNvSpPr/>
          <p:nvPr/>
        </p:nvSpPr>
        <p:spPr>
          <a:xfrm>
            <a:off x="3862535" y="110160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C4189E81-E564-D34F-D347-E3BECDA1675F}"/>
              </a:ext>
            </a:extLst>
          </p:cNvPr>
          <p:cNvSpPr/>
          <p:nvPr/>
        </p:nvSpPr>
        <p:spPr>
          <a:xfrm>
            <a:off x="5509618" y="110818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47625" cmpd="dbl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676573ED-B020-6688-EB91-BB306C2BF2A9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5F091B25-89C1-5FD1-91BD-06F0E138F296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141DFCC9-4F4B-15C2-3D5E-71736CC2D6B6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DE0A48DE-15B3-BEF7-2BC7-87E862F972FA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9C136553-C386-BE8D-9217-1438113AB8AC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5B0E6E1A-D9DF-B69F-186A-2E88D2384D89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4D6FE67E-F05E-F22B-4765-855FF787D1A6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F088D1CD-4512-C5F7-7044-E637E7DF33DA}"/>
              </a:ext>
            </a:extLst>
          </p:cNvPr>
          <p:cNvSpPr/>
          <p:nvPr/>
        </p:nvSpPr>
        <p:spPr>
          <a:xfrm>
            <a:off x="11533674" y="323948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5CFC0A3A-114D-B188-5A8A-0283F2F75BF2}"/>
              </a:ext>
            </a:extLst>
          </p:cNvPr>
          <p:cNvSpPr/>
          <p:nvPr/>
        </p:nvSpPr>
        <p:spPr>
          <a:xfrm>
            <a:off x="11662577" y="3379268"/>
            <a:ext cx="297324" cy="25993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E3E2B23F-54E3-1D8A-8D20-561A9F62A608}"/>
              </a:ext>
            </a:extLst>
          </p:cNvPr>
          <p:cNvSpPr txBox="1"/>
          <p:nvPr/>
        </p:nvSpPr>
        <p:spPr>
          <a:xfrm>
            <a:off x="11595475" y="332274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11</a:t>
            </a:r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A7786C01-3DC9-73D4-BEC8-35E93FCAD809}"/>
              </a:ext>
            </a:extLst>
          </p:cNvPr>
          <p:cNvSpPr/>
          <p:nvPr/>
        </p:nvSpPr>
        <p:spPr>
          <a:xfrm>
            <a:off x="11532880" y="4150320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F0ED49BE-81B6-A84D-066E-D197AC8496BD}"/>
              </a:ext>
            </a:extLst>
          </p:cNvPr>
          <p:cNvSpPr/>
          <p:nvPr/>
        </p:nvSpPr>
        <p:spPr>
          <a:xfrm>
            <a:off x="1160036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A488ACFF-47E9-457D-4038-2D43FCF51C8B}"/>
              </a:ext>
            </a:extLst>
          </p:cNvPr>
          <p:cNvSpPr/>
          <p:nvPr/>
        </p:nvSpPr>
        <p:spPr>
          <a:xfrm>
            <a:off x="11670782" y="439175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154943DE-70EE-543D-FBFB-C0019433B6F0}"/>
              </a:ext>
            </a:extLst>
          </p:cNvPr>
          <p:cNvSpPr/>
          <p:nvPr/>
        </p:nvSpPr>
        <p:spPr>
          <a:xfrm>
            <a:off x="11744378" y="439016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E1BE050A-D480-54FE-DCB4-136A72464A36}"/>
              </a:ext>
            </a:extLst>
          </p:cNvPr>
          <p:cNvSpPr/>
          <p:nvPr/>
        </p:nvSpPr>
        <p:spPr>
          <a:xfrm>
            <a:off x="11816386" y="439090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C3E2C4A4-1F92-C9B0-751B-D799108CF8DA}"/>
              </a:ext>
            </a:extLst>
          </p:cNvPr>
          <p:cNvSpPr/>
          <p:nvPr/>
        </p:nvSpPr>
        <p:spPr>
          <a:xfrm>
            <a:off x="11893158" y="4390909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09D701F-4E4E-9F32-5F7D-17F9BCFAA228}"/>
              </a:ext>
            </a:extLst>
          </p:cNvPr>
          <p:cNvSpPr/>
          <p:nvPr/>
        </p:nvSpPr>
        <p:spPr>
          <a:xfrm>
            <a:off x="11966752" y="438932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3176ED26-1F7C-D41C-8C6B-CF3472DA934F}"/>
              </a:ext>
            </a:extLst>
          </p:cNvPr>
          <p:cNvSpPr/>
          <p:nvPr/>
        </p:nvSpPr>
        <p:spPr>
          <a:xfrm>
            <a:off x="11533674" y="510966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777789E-1515-54C3-4D96-B3447212A4AE}"/>
              </a:ext>
            </a:extLst>
          </p:cNvPr>
          <p:cNvSpPr/>
          <p:nvPr/>
        </p:nvSpPr>
        <p:spPr>
          <a:xfrm>
            <a:off x="11669752" y="5256113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A0B89555-13B3-F0CF-E506-CA6426702019}"/>
              </a:ext>
            </a:extLst>
          </p:cNvPr>
          <p:cNvSpPr/>
          <p:nvPr/>
        </p:nvSpPr>
        <p:spPr>
          <a:xfrm>
            <a:off x="11743348" y="525452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2605C817-A2A5-A438-FA76-D7674F3AB34D}"/>
              </a:ext>
            </a:extLst>
          </p:cNvPr>
          <p:cNvSpPr/>
          <p:nvPr/>
        </p:nvSpPr>
        <p:spPr>
          <a:xfrm>
            <a:off x="11815356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755230D9-5AF6-92BE-4291-68A5FE499080}"/>
              </a:ext>
            </a:extLst>
          </p:cNvPr>
          <p:cNvSpPr/>
          <p:nvPr/>
        </p:nvSpPr>
        <p:spPr>
          <a:xfrm>
            <a:off x="11887364" y="5255270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9BDF61B6-26E1-0FDC-8791-38466466E11C}"/>
              </a:ext>
            </a:extLst>
          </p:cNvPr>
          <p:cNvSpPr/>
          <p:nvPr/>
        </p:nvSpPr>
        <p:spPr>
          <a:xfrm>
            <a:off x="11960958" y="5253682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C45A0FA3-E0AE-28B3-38C6-89FB800DD89B}"/>
              </a:ext>
            </a:extLst>
          </p:cNvPr>
          <p:cNvSpPr/>
          <p:nvPr/>
        </p:nvSpPr>
        <p:spPr>
          <a:xfrm>
            <a:off x="1159933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0A2EA03B-904B-B5D4-02E0-3D7A87B723B7}"/>
              </a:ext>
            </a:extLst>
          </p:cNvPr>
          <p:cNvSpPr/>
          <p:nvPr/>
        </p:nvSpPr>
        <p:spPr>
          <a:xfrm>
            <a:off x="11669752" y="5321446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4ECD850D-4D1C-BAF6-6F0D-938A7DDFFCC6}"/>
              </a:ext>
            </a:extLst>
          </p:cNvPr>
          <p:cNvSpPr/>
          <p:nvPr/>
        </p:nvSpPr>
        <p:spPr>
          <a:xfrm>
            <a:off x="11743348" y="5319858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Rechteck 53">
            <a:extLst>
              <a:ext uri="{FF2B5EF4-FFF2-40B4-BE49-F238E27FC236}">
                <a16:creationId xmlns:a16="http://schemas.microsoft.com/office/drawing/2014/main" id="{1D3EEFED-8DB7-F90D-599D-8A82DA84C860}"/>
              </a:ext>
            </a:extLst>
          </p:cNvPr>
          <p:cNvSpPr/>
          <p:nvPr/>
        </p:nvSpPr>
        <p:spPr>
          <a:xfrm>
            <a:off x="11815356" y="5320603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48F7E3B7-E8E5-DBDF-A4EA-AB83BC2CD655}"/>
              </a:ext>
            </a:extLst>
          </p:cNvPr>
          <p:cNvSpPr/>
          <p:nvPr/>
        </p:nvSpPr>
        <p:spPr>
          <a:xfrm>
            <a:off x="11887364" y="5320603"/>
            <a:ext cx="59304" cy="593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181F69F3-CDFF-201D-0E4C-17F726CABFAF}"/>
              </a:ext>
            </a:extLst>
          </p:cNvPr>
          <p:cNvSpPr/>
          <p:nvPr/>
        </p:nvSpPr>
        <p:spPr>
          <a:xfrm>
            <a:off x="11960958" y="5319015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2703B5D8-204B-1B01-54F1-A1CBE46D8A94}"/>
              </a:ext>
            </a:extLst>
          </p:cNvPr>
          <p:cNvSpPr/>
          <p:nvPr/>
        </p:nvSpPr>
        <p:spPr>
          <a:xfrm>
            <a:off x="1159933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665C1F13-B4AA-9E25-586C-D5425C2FDF59}"/>
              </a:ext>
            </a:extLst>
          </p:cNvPr>
          <p:cNvSpPr/>
          <p:nvPr/>
        </p:nvSpPr>
        <p:spPr>
          <a:xfrm>
            <a:off x="11669752" y="5387622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E2DFAEF0-76E4-9C63-4D32-0FCDCD8E9657}"/>
              </a:ext>
            </a:extLst>
          </p:cNvPr>
          <p:cNvSpPr/>
          <p:nvPr/>
        </p:nvSpPr>
        <p:spPr>
          <a:xfrm>
            <a:off x="11743348" y="5386034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44CA4422-5053-1384-718F-FC271B4DB850}"/>
              </a:ext>
            </a:extLst>
          </p:cNvPr>
          <p:cNvSpPr/>
          <p:nvPr/>
        </p:nvSpPr>
        <p:spPr>
          <a:xfrm>
            <a:off x="11815356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 60">
            <a:extLst>
              <a:ext uri="{FF2B5EF4-FFF2-40B4-BE49-F238E27FC236}">
                <a16:creationId xmlns:a16="http://schemas.microsoft.com/office/drawing/2014/main" id="{83E4BC8E-C90A-05D7-E189-621F229A3E16}"/>
              </a:ext>
            </a:extLst>
          </p:cNvPr>
          <p:cNvSpPr/>
          <p:nvPr/>
        </p:nvSpPr>
        <p:spPr>
          <a:xfrm>
            <a:off x="11887364" y="5386779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E77DB9ED-14FB-C9B2-0773-27E613E96793}"/>
              </a:ext>
            </a:extLst>
          </p:cNvPr>
          <p:cNvSpPr/>
          <p:nvPr/>
        </p:nvSpPr>
        <p:spPr>
          <a:xfrm>
            <a:off x="11960958" y="538519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7DF1134A-04DE-7AAD-E918-EDAA93149415}"/>
              </a:ext>
            </a:extLst>
          </p:cNvPr>
          <p:cNvSpPr/>
          <p:nvPr/>
        </p:nvSpPr>
        <p:spPr>
          <a:xfrm>
            <a:off x="1159933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Rechteck 63">
            <a:extLst>
              <a:ext uri="{FF2B5EF4-FFF2-40B4-BE49-F238E27FC236}">
                <a16:creationId xmlns:a16="http://schemas.microsoft.com/office/drawing/2014/main" id="{59EA3AFF-3E6B-4F65-1C4C-37A9A5F5E3A2}"/>
              </a:ext>
            </a:extLst>
          </p:cNvPr>
          <p:cNvSpPr/>
          <p:nvPr/>
        </p:nvSpPr>
        <p:spPr>
          <a:xfrm>
            <a:off x="11669752" y="5455899"/>
            <a:ext cx="59304" cy="5930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1061614F-4389-D4C9-3FB6-F76F575AEF3C}"/>
              </a:ext>
            </a:extLst>
          </p:cNvPr>
          <p:cNvSpPr/>
          <p:nvPr/>
        </p:nvSpPr>
        <p:spPr>
          <a:xfrm>
            <a:off x="11743348" y="5454311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Rechteck 65">
            <a:extLst>
              <a:ext uri="{FF2B5EF4-FFF2-40B4-BE49-F238E27FC236}">
                <a16:creationId xmlns:a16="http://schemas.microsoft.com/office/drawing/2014/main" id="{8B7C7A64-1277-1076-2448-076F81F19384}"/>
              </a:ext>
            </a:extLst>
          </p:cNvPr>
          <p:cNvSpPr/>
          <p:nvPr/>
        </p:nvSpPr>
        <p:spPr>
          <a:xfrm>
            <a:off x="11815356" y="5455056"/>
            <a:ext cx="59304" cy="593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38CCF705-A083-E0FF-422C-D48ACACEF173}"/>
              </a:ext>
            </a:extLst>
          </p:cNvPr>
          <p:cNvSpPr/>
          <p:nvPr/>
        </p:nvSpPr>
        <p:spPr>
          <a:xfrm>
            <a:off x="5509618" y="1722487"/>
            <a:ext cx="1172764" cy="453550"/>
          </a:xfrm>
          <a:prstGeom prst="roundRect">
            <a:avLst>
              <a:gd name="adj" fmla="val 32068"/>
            </a:avLst>
          </a:prstGeom>
          <a:solidFill>
            <a:schemeClr val="tx1">
              <a:lumMod val="65000"/>
              <a:lumOff val="35000"/>
            </a:schemeClr>
          </a:solidFill>
          <a:ln w="47625" cmpd="dbl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23FCB400-EB18-D261-283F-F7118726CA75}"/>
              </a:ext>
            </a:extLst>
          </p:cNvPr>
          <p:cNvSpPr/>
          <p:nvPr/>
        </p:nvSpPr>
        <p:spPr>
          <a:xfrm>
            <a:off x="3862535" y="1720453"/>
            <a:ext cx="1172764" cy="45355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34925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28200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50</Words>
  <Application>Microsoft Office PowerPoint</Application>
  <PresentationFormat>Benutzerdefiniert</PresentationFormat>
  <Paragraphs>38</Paragraphs>
  <Slides>3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20</cp:revision>
  <dcterms:created xsi:type="dcterms:W3CDTF">2025-08-11T14:40:32Z</dcterms:created>
  <dcterms:modified xsi:type="dcterms:W3CDTF">2025-08-26T06:58:19Z</dcterms:modified>
</cp:coreProperties>
</file>