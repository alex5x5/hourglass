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6F6F6F"/>
    <a:srgbClr val="828282"/>
    <a:srgbClr val="7D7D7D"/>
    <a:srgbClr val="777777"/>
    <a:srgbClr val="858585"/>
    <a:srgbClr val="CAD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>
      <p:cViewPr varScale="1">
        <p:scale>
          <a:sx n="88" d="100"/>
          <a:sy n="88" d="100"/>
        </p:scale>
        <p:origin x="7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A593C3-E430-4D35-AAB3-1ECEFE646914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15975" y="1143000"/>
            <a:ext cx="5226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E1895B-2F14-4110-9BC2-4F368A6C9AD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52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1895B-2F14-4110-9BC2-4F368A6C9AD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9486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402EE-D842-DEA0-0FC0-4A3FF6FB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6604DA7-084B-B0DB-68C5-32BA36526A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B72C22D-EF2F-6631-DD8E-776354B91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2EE8C9-7019-5A34-A2DB-BEFAD5C8D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1895B-2F14-4110-9BC2-4F368A6C9AD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9876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1E9C5-9265-AC07-BC7D-C62B2914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D40DF7D-F75D-846A-3B5F-6DEDDC789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D12485B-9017-6D3B-1A48-7589077BB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72E603-B851-7555-DE9E-06ABB8C19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E1895B-2F14-4110-9BC2-4F368A6C9AD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91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78222"/>
            <a:ext cx="9144000" cy="250642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81306"/>
            <a:ext cx="9144000" cy="17381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994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627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94830"/>
            <a:ext cx="10515600" cy="299471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17875"/>
            <a:ext cx="10515600" cy="15748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837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16484"/>
            <a:ext cx="5181600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16484"/>
            <a:ext cx="5181600" cy="456789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6910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3297"/>
            <a:ext cx="10515600" cy="1391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64832"/>
            <a:ext cx="5157787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29749"/>
            <a:ext cx="5157787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64832"/>
            <a:ext cx="5183188" cy="86491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29749"/>
            <a:ext cx="5183188" cy="3867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3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509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2912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36569"/>
            <a:ext cx="6172200" cy="511617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3753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79954"/>
            <a:ext cx="3932237" cy="16798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36569"/>
            <a:ext cx="6172200" cy="511617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59794"/>
            <a:ext cx="3932237" cy="40012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9001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4607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3297"/>
            <a:ext cx="2628900" cy="610108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3297"/>
            <a:ext cx="7734300" cy="610108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462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3297"/>
            <a:ext cx="10515600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16484"/>
            <a:ext cx="10515600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ECEF7-B6E9-49C4-83BF-168FC5D45A15}" type="datetimeFigureOut">
              <a:rPr lang="de-DE" smtClean="0"/>
              <a:t>08.09.2025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72697"/>
            <a:ext cx="41148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672697"/>
            <a:ext cx="2743200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365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B85B9A3-64C5-4F81-9DFF-35058B4010AE}"/>
              </a:ext>
            </a:extLst>
          </p:cNvPr>
          <p:cNvSpPr/>
          <p:nvPr/>
        </p:nvSpPr>
        <p:spPr>
          <a:xfrm>
            <a:off x="-24679" y="-28747"/>
            <a:ext cx="2825468" cy="7228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0" name="Flussdiagramm: Daten 15">
            <a:extLst>
              <a:ext uri="{FF2B5EF4-FFF2-40B4-BE49-F238E27FC236}">
                <a16:creationId xmlns:a16="http://schemas.microsoft.com/office/drawing/2014/main" id="{E41194DF-D90E-1BF1-3D4B-F727FD3D5D63}"/>
              </a:ext>
            </a:extLst>
          </p:cNvPr>
          <p:cNvSpPr/>
          <p:nvPr/>
        </p:nvSpPr>
        <p:spPr>
          <a:xfrm rot="958259" flipV="1">
            <a:off x="-428516" y="2919333"/>
            <a:ext cx="3411956" cy="3056497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291"/>
              <a:gd name="connsiteY0" fmla="*/ 11568 h 11568"/>
              <a:gd name="connsiteX1" fmla="*/ 2291 w 10291"/>
              <a:gd name="connsiteY1" fmla="*/ 0 h 11568"/>
              <a:gd name="connsiteX2" fmla="*/ 10291 w 10291"/>
              <a:gd name="connsiteY2" fmla="*/ 0 h 11568"/>
              <a:gd name="connsiteX3" fmla="*/ 8291 w 10291"/>
              <a:gd name="connsiteY3" fmla="*/ 10000 h 11568"/>
              <a:gd name="connsiteX4" fmla="*/ 0 w 10291"/>
              <a:gd name="connsiteY4" fmla="*/ 11568 h 11568"/>
              <a:gd name="connsiteX0" fmla="*/ 0 w 10556"/>
              <a:gd name="connsiteY0" fmla="*/ 12769 h 12769"/>
              <a:gd name="connsiteX1" fmla="*/ 2556 w 10556"/>
              <a:gd name="connsiteY1" fmla="*/ 0 h 12769"/>
              <a:gd name="connsiteX2" fmla="*/ 10556 w 10556"/>
              <a:gd name="connsiteY2" fmla="*/ 0 h 12769"/>
              <a:gd name="connsiteX3" fmla="*/ 8556 w 10556"/>
              <a:gd name="connsiteY3" fmla="*/ 10000 h 12769"/>
              <a:gd name="connsiteX4" fmla="*/ 0 w 10556"/>
              <a:gd name="connsiteY4" fmla="*/ 12769 h 12769"/>
              <a:gd name="connsiteX0" fmla="*/ 0 w 10839"/>
              <a:gd name="connsiteY0" fmla="*/ 13945 h 13945"/>
              <a:gd name="connsiteX1" fmla="*/ 2839 w 10839"/>
              <a:gd name="connsiteY1" fmla="*/ 0 h 13945"/>
              <a:gd name="connsiteX2" fmla="*/ 10839 w 10839"/>
              <a:gd name="connsiteY2" fmla="*/ 0 h 13945"/>
              <a:gd name="connsiteX3" fmla="*/ 8839 w 10839"/>
              <a:gd name="connsiteY3" fmla="*/ 10000 h 13945"/>
              <a:gd name="connsiteX4" fmla="*/ 0 w 10839"/>
              <a:gd name="connsiteY4" fmla="*/ 13945 h 13945"/>
              <a:gd name="connsiteX0" fmla="*/ 0 w 10917"/>
              <a:gd name="connsiteY0" fmla="*/ 14566 h 14566"/>
              <a:gd name="connsiteX1" fmla="*/ 2917 w 10917"/>
              <a:gd name="connsiteY1" fmla="*/ 0 h 14566"/>
              <a:gd name="connsiteX2" fmla="*/ 10917 w 10917"/>
              <a:gd name="connsiteY2" fmla="*/ 0 h 14566"/>
              <a:gd name="connsiteX3" fmla="*/ 8917 w 10917"/>
              <a:gd name="connsiteY3" fmla="*/ 10000 h 14566"/>
              <a:gd name="connsiteX4" fmla="*/ 0 w 10917"/>
              <a:gd name="connsiteY4" fmla="*/ 14566 h 14566"/>
              <a:gd name="connsiteX0" fmla="*/ 0 w 11104"/>
              <a:gd name="connsiteY0" fmla="*/ 15146 h 15146"/>
              <a:gd name="connsiteX1" fmla="*/ 3104 w 11104"/>
              <a:gd name="connsiteY1" fmla="*/ 0 h 15146"/>
              <a:gd name="connsiteX2" fmla="*/ 11104 w 11104"/>
              <a:gd name="connsiteY2" fmla="*/ 0 h 15146"/>
              <a:gd name="connsiteX3" fmla="*/ 9104 w 11104"/>
              <a:gd name="connsiteY3" fmla="*/ 10000 h 15146"/>
              <a:gd name="connsiteX4" fmla="*/ 0 w 11104"/>
              <a:gd name="connsiteY4" fmla="*/ 15146 h 15146"/>
              <a:gd name="connsiteX0" fmla="*/ 0 w 10259"/>
              <a:gd name="connsiteY0" fmla="*/ 11415 h 11415"/>
              <a:gd name="connsiteX1" fmla="*/ 2259 w 10259"/>
              <a:gd name="connsiteY1" fmla="*/ 0 h 11415"/>
              <a:gd name="connsiteX2" fmla="*/ 10259 w 10259"/>
              <a:gd name="connsiteY2" fmla="*/ 0 h 11415"/>
              <a:gd name="connsiteX3" fmla="*/ 8259 w 10259"/>
              <a:gd name="connsiteY3" fmla="*/ 10000 h 11415"/>
              <a:gd name="connsiteX4" fmla="*/ 0 w 10259"/>
              <a:gd name="connsiteY4" fmla="*/ 11415 h 11415"/>
              <a:gd name="connsiteX0" fmla="*/ 0 w 9896"/>
              <a:gd name="connsiteY0" fmla="*/ 10038 h 10038"/>
              <a:gd name="connsiteX1" fmla="*/ 1896 w 9896"/>
              <a:gd name="connsiteY1" fmla="*/ 0 h 10038"/>
              <a:gd name="connsiteX2" fmla="*/ 9896 w 9896"/>
              <a:gd name="connsiteY2" fmla="*/ 0 h 10038"/>
              <a:gd name="connsiteX3" fmla="*/ 7896 w 9896"/>
              <a:gd name="connsiteY3" fmla="*/ 10000 h 10038"/>
              <a:gd name="connsiteX4" fmla="*/ 0 w 9896"/>
              <a:gd name="connsiteY4" fmla="*/ 10038 h 10038"/>
              <a:gd name="connsiteX0" fmla="*/ 0 w 10452"/>
              <a:gd name="connsiteY0" fmla="*/ 11323 h 11323"/>
              <a:gd name="connsiteX1" fmla="*/ 2368 w 10452"/>
              <a:gd name="connsiteY1" fmla="*/ 0 h 11323"/>
              <a:gd name="connsiteX2" fmla="*/ 10452 w 10452"/>
              <a:gd name="connsiteY2" fmla="*/ 0 h 11323"/>
              <a:gd name="connsiteX3" fmla="*/ 8431 w 10452"/>
              <a:gd name="connsiteY3" fmla="*/ 9962 h 11323"/>
              <a:gd name="connsiteX4" fmla="*/ 0 w 10452"/>
              <a:gd name="connsiteY4" fmla="*/ 11323 h 11323"/>
              <a:gd name="connsiteX0" fmla="*/ 0 w 10900"/>
              <a:gd name="connsiteY0" fmla="*/ 12864 h 12864"/>
              <a:gd name="connsiteX1" fmla="*/ 2816 w 10900"/>
              <a:gd name="connsiteY1" fmla="*/ 0 h 12864"/>
              <a:gd name="connsiteX2" fmla="*/ 10900 w 10900"/>
              <a:gd name="connsiteY2" fmla="*/ 0 h 12864"/>
              <a:gd name="connsiteX3" fmla="*/ 8879 w 10900"/>
              <a:gd name="connsiteY3" fmla="*/ 9962 h 12864"/>
              <a:gd name="connsiteX4" fmla="*/ 0 w 10900"/>
              <a:gd name="connsiteY4" fmla="*/ 12864 h 12864"/>
              <a:gd name="connsiteX0" fmla="*/ 0 w 10886"/>
              <a:gd name="connsiteY0" fmla="*/ 13275 h 13275"/>
              <a:gd name="connsiteX1" fmla="*/ 2802 w 10886"/>
              <a:gd name="connsiteY1" fmla="*/ 0 h 13275"/>
              <a:gd name="connsiteX2" fmla="*/ 10886 w 10886"/>
              <a:gd name="connsiteY2" fmla="*/ 0 h 13275"/>
              <a:gd name="connsiteX3" fmla="*/ 8865 w 10886"/>
              <a:gd name="connsiteY3" fmla="*/ 9962 h 13275"/>
              <a:gd name="connsiteX4" fmla="*/ 0 w 10886"/>
              <a:gd name="connsiteY4" fmla="*/ 13275 h 1327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877 w 10898"/>
              <a:gd name="connsiteY3" fmla="*/ 9962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4 w 10898"/>
              <a:gd name="connsiteY3" fmla="*/ 963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55 w 10898"/>
              <a:gd name="connsiteY3" fmla="*/ 940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85 w 10898"/>
              <a:gd name="connsiteY3" fmla="*/ 905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80 w 10898"/>
              <a:gd name="connsiteY3" fmla="*/ 919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1 w 10898"/>
              <a:gd name="connsiteY3" fmla="*/ 931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6 w 10898"/>
              <a:gd name="connsiteY3" fmla="*/ 937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3 w 10898"/>
              <a:gd name="connsiteY3" fmla="*/ 9398 h 13815"/>
              <a:gd name="connsiteX4" fmla="*/ 0 w 10898"/>
              <a:gd name="connsiteY4" fmla="*/ 13815 h 1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" h="13815">
                <a:moveTo>
                  <a:pt x="0" y="13815"/>
                </a:moveTo>
                <a:lnTo>
                  <a:pt x="2814" y="0"/>
                </a:lnTo>
                <a:lnTo>
                  <a:pt x="10898" y="0"/>
                </a:lnTo>
                <a:lnTo>
                  <a:pt x="9003" y="9398"/>
                </a:lnTo>
                <a:lnTo>
                  <a:pt x="0" y="13815"/>
                </a:lnTo>
                <a:close/>
              </a:path>
            </a:pathLst>
          </a:custGeom>
          <a:gradFill flip="none" rotWithShape="1">
            <a:gsLst>
              <a:gs pos="27000">
                <a:srgbClr val="D4D4D4">
                  <a:alpha val="20000"/>
                </a:srgbClr>
              </a:gs>
              <a:gs pos="18000">
                <a:srgbClr val="CAD1D4">
                  <a:alpha val="1961"/>
                </a:srgbClr>
              </a:gs>
              <a:gs pos="50000">
                <a:srgbClr val="C0C0C0">
                  <a:alpha val="76000"/>
                  <a:lumMod val="80000"/>
                </a:srgbClr>
              </a:gs>
              <a:gs pos="0">
                <a:schemeClr val="bg1">
                  <a:lumMod val="85000"/>
                  <a:alpha val="0"/>
                </a:schemeClr>
              </a:gs>
              <a:gs pos="59000">
                <a:srgbClr val="939393"/>
              </a:gs>
              <a:gs pos="52000">
                <a:srgbClr val="828282"/>
              </a:gs>
              <a:gs pos="82000">
                <a:schemeClr val="bg1">
                  <a:lumMod val="75000"/>
                </a:schemeClr>
              </a:gs>
            </a:gsLst>
            <a:lin ang="63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22E693B6-E99C-9633-B4C6-1023F408522E}"/>
              </a:ext>
            </a:extLst>
          </p:cNvPr>
          <p:cNvSpPr/>
          <p:nvPr/>
        </p:nvSpPr>
        <p:spPr>
          <a:xfrm>
            <a:off x="53245" y="279731"/>
            <a:ext cx="10396658" cy="4080205"/>
          </a:xfrm>
          <a:custGeom>
            <a:avLst/>
            <a:gdLst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13" fmla="*/ 461848 w 10092827"/>
              <a:gd name="connsiteY13" fmla="*/ 5958411 h 6154354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0" fmla="*/ 2014876 w 10092827"/>
              <a:gd name="connsiteY0" fmla="*/ 6096296 h 6800240"/>
              <a:gd name="connsiteX1" fmla="*/ 1985848 w 10092827"/>
              <a:gd name="connsiteY1" fmla="*/ 2866868 h 6800240"/>
              <a:gd name="connsiteX2" fmla="*/ 2820419 w 10092827"/>
              <a:gd name="connsiteY2" fmla="*/ 1495268 h 6800240"/>
              <a:gd name="connsiteX3" fmla="*/ 4511334 w 10092827"/>
              <a:gd name="connsiteY3" fmla="*/ 1161439 h 6800240"/>
              <a:gd name="connsiteX4" fmla="*/ 6006305 w 10092827"/>
              <a:gd name="connsiteY4" fmla="*/ 1821839 h 6800240"/>
              <a:gd name="connsiteX5" fmla="*/ 9888876 w 10092827"/>
              <a:gd name="connsiteY5" fmla="*/ 1858125 h 6800240"/>
              <a:gd name="connsiteX6" fmla="*/ 9228476 w 10092827"/>
              <a:gd name="connsiteY6" fmla="*/ 689725 h 6800240"/>
              <a:gd name="connsiteX7" fmla="*/ 6485276 w 10092827"/>
              <a:gd name="connsiteY7" fmla="*/ 646182 h 6800240"/>
              <a:gd name="connsiteX8" fmla="*/ 4649219 w 10092827"/>
              <a:gd name="connsiteY8" fmla="*/ 116411 h 6800240"/>
              <a:gd name="connsiteX9" fmla="*/ 1492362 w 10092827"/>
              <a:gd name="connsiteY9" fmla="*/ 159954 h 6800240"/>
              <a:gd name="connsiteX10" fmla="*/ 157048 w 10092827"/>
              <a:gd name="connsiteY10" fmla="*/ 1792811 h 6800240"/>
              <a:gd name="connsiteX11" fmla="*/ 26419 w 10092827"/>
              <a:gd name="connsiteY11" fmla="*/ 6154354 h 6800240"/>
              <a:gd name="connsiteX12" fmla="*/ 831962 w 10092827"/>
              <a:gd name="connsiteY12" fmla="*/ 6800240 h 6800240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0" fmla="*/ 1908035 w 9985986"/>
              <a:gd name="connsiteY0" fmla="*/ 6096296 h 6219669"/>
              <a:gd name="connsiteX1" fmla="*/ 1879007 w 9985986"/>
              <a:gd name="connsiteY1" fmla="*/ 2866868 h 6219669"/>
              <a:gd name="connsiteX2" fmla="*/ 2713578 w 9985986"/>
              <a:gd name="connsiteY2" fmla="*/ 1495268 h 6219669"/>
              <a:gd name="connsiteX3" fmla="*/ 4404493 w 9985986"/>
              <a:gd name="connsiteY3" fmla="*/ 1161439 h 6219669"/>
              <a:gd name="connsiteX4" fmla="*/ 5899464 w 9985986"/>
              <a:gd name="connsiteY4" fmla="*/ 1821839 h 6219669"/>
              <a:gd name="connsiteX5" fmla="*/ 9782035 w 9985986"/>
              <a:gd name="connsiteY5" fmla="*/ 1858125 h 6219669"/>
              <a:gd name="connsiteX6" fmla="*/ 9121635 w 9985986"/>
              <a:gd name="connsiteY6" fmla="*/ 689725 h 6219669"/>
              <a:gd name="connsiteX7" fmla="*/ 6378435 w 9985986"/>
              <a:gd name="connsiteY7" fmla="*/ 646182 h 6219669"/>
              <a:gd name="connsiteX8" fmla="*/ 4542378 w 9985986"/>
              <a:gd name="connsiteY8" fmla="*/ 116411 h 6219669"/>
              <a:gd name="connsiteX9" fmla="*/ 1385521 w 9985986"/>
              <a:gd name="connsiteY9" fmla="*/ 159954 h 6219669"/>
              <a:gd name="connsiteX10" fmla="*/ 50207 w 9985986"/>
              <a:gd name="connsiteY10" fmla="*/ 1792811 h 6219669"/>
              <a:gd name="connsiteX11" fmla="*/ 260663 w 9985986"/>
              <a:gd name="connsiteY11" fmla="*/ 6219669 h 6219669"/>
              <a:gd name="connsiteX0" fmla="*/ 1793893 w 9871844"/>
              <a:gd name="connsiteY0" fmla="*/ 6111104 h 6234477"/>
              <a:gd name="connsiteX1" fmla="*/ 1764865 w 9871844"/>
              <a:gd name="connsiteY1" fmla="*/ 2881676 h 6234477"/>
              <a:gd name="connsiteX2" fmla="*/ 2599436 w 9871844"/>
              <a:gd name="connsiteY2" fmla="*/ 1510076 h 6234477"/>
              <a:gd name="connsiteX3" fmla="*/ 4290351 w 9871844"/>
              <a:gd name="connsiteY3" fmla="*/ 1176247 h 6234477"/>
              <a:gd name="connsiteX4" fmla="*/ 5785322 w 9871844"/>
              <a:gd name="connsiteY4" fmla="*/ 1836647 h 6234477"/>
              <a:gd name="connsiteX5" fmla="*/ 9667893 w 9871844"/>
              <a:gd name="connsiteY5" fmla="*/ 1872933 h 6234477"/>
              <a:gd name="connsiteX6" fmla="*/ 9007493 w 9871844"/>
              <a:gd name="connsiteY6" fmla="*/ 704533 h 6234477"/>
              <a:gd name="connsiteX7" fmla="*/ 6264293 w 9871844"/>
              <a:gd name="connsiteY7" fmla="*/ 660990 h 6234477"/>
              <a:gd name="connsiteX8" fmla="*/ 4428236 w 9871844"/>
              <a:gd name="connsiteY8" fmla="*/ 131219 h 6234477"/>
              <a:gd name="connsiteX9" fmla="*/ 1271379 w 9871844"/>
              <a:gd name="connsiteY9" fmla="*/ 174762 h 6234477"/>
              <a:gd name="connsiteX10" fmla="*/ 66694 w 9871844"/>
              <a:gd name="connsiteY10" fmla="*/ 2018076 h 6234477"/>
              <a:gd name="connsiteX11" fmla="*/ 146521 w 9871844"/>
              <a:gd name="connsiteY11" fmla="*/ 6234477 h 6234477"/>
              <a:gd name="connsiteX0" fmla="*/ 1809514 w 9887465"/>
              <a:gd name="connsiteY0" fmla="*/ 6111104 h 6365105"/>
              <a:gd name="connsiteX1" fmla="*/ 1780486 w 9887465"/>
              <a:gd name="connsiteY1" fmla="*/ 2881676 h 6365105"/>
              <a:gd name="connsiteX2" fmla="*/ 2615057 w 9887465"/>
              <a:gd name="connsiteY2" fmla="*/ 1510076 h 6365105"/>
              <a:gd name="connsiteX3" fmla="*/ 4305972 w 9887465"/>
              <a:gd name="connsiteY3" fmla="*/ 1176247 h 6365105"/>
              <a:gd name="connsiteX4" fmla="*/ 5800943 w 9887465"/>
              <a:gd name="connsiteY4" fmla="*/ 1836647 h 6365105"/>
              <a:gd name="connsiteX5" fmla="*/ 9683514 w 9887465"/>
              <a:gd name="connsiteY5" fmla="*/ 1872933 h 6365105"/>
              <a:gd name="connsiteX6" fmla="*/ 9023114 w 9887465"/>
              <a:gd name="connsiteY6" fmla="*/ 704533 h 6365105"/>
              <a:gd name="connsiteX7" fmla="*/ 6279914 w 9887465"/>
              <a:gd name="connsiteY7" fmla="*/ 660990 h 6365105"/>
              <a:gd name="connsiteX8" fmla="*/ 4443857 w 9887465"/>
              <a:gd name="connsiteY8" fmla="*/ 131219 h 6365105"/>
              <a:gd name="connsiteX9" fmla="*/ 1287000 w 9887465"/>
              <a:gd name="connsiteY9" fmla="*/ 174762 h 6365105"/>
              <a:gd name="connsiteX10" fmla="*/ 82315 w 9887465"/>
              <a:gd name="connsiteY10" fmla="*/ 2018076 h 6365105"/>
              <a:gd name="connsiteX11" fmla="*/ 104084 w 9887465"/>
              <a:gd name="connsiteY11" fmla="*/ 6365105 h 6365105"/>
              <a:gd name="connsiteX0" fmla="*/ 1809514 w 9887465"/>
              <a:gd name="connsiteY0" fmla="*/ 6111104 h 6372362"/>
              <a:gd name="connsiteX1" fmla="*/ 1780486 w 9887465"/>
              <a:gd name="connsiteY1" fmla="*/ 2881676 h 6372362"/>
              <a:gd name="connsiteX2" fmla="*/ 2615057 w 9887465"/>
              <a:gd name="connsiteY2" fmla="*/ 1510076 h 6372362"/>
              <a:gd name="connsiteX3" fmla="*/ 4305972 w 9887465"/>
              <a:gd name="connsiteY3" fmla="*/ 1176247 h 6372362"/>
              <a:gd name="connsiteX4" fmla="*/ 5800943 w 9887465"/>
              <a:gd name="connsiteY4" fmla="*/ 1836647 h 6372362"/>
              <a:gd name="connsiteX5" fmla="*/ 9683514 w 9887465"/>
              <a:gd name="connsiteY5" fmla="*/ 1872933 h 6372362"/>
              <a:gd name="connsiteX6" fmla="*/ 9023114 w 9887465"/>
              <a:gd name="connsiteY6" fmla="*/ 704533 h 6372362"/>
              <a:gd name="connsiteX7" fmla="*/ 6279914 w 9887465"/>
              <a:gd name="connsiteY7" fmla="*/ 660990 h 6372362"/>
              <a:gd name="connsiteX8" fmla="*/ 4443857 w 9887465"/>
              <a:gd name="connsiteY8" fmla="*/ 131219 h 6372362"/>
              <a:gd name="connsiteX9" fmla="*/ 1287000 w 9887465"/>
              <a:gd name="connsiteY9" fmla="*/ 174762 h 6372362"/>
              <a:gd name="connsiteX10" fmla="*/ 82315 w 9887465"/>
              <a:gd name="connsiteY10" fmla="*/ 2018076 h 6372362"/>
              <a:gd name="connsiteX11" fmla="*/ 104084 w 9887465"/>
              <a:gd name="connsiteY11" fmla="*/ 6372362 h 6372362"/>
              <a:gd name="connsiteX0" fmla="*/ 1809514 w 9887465"/>
              <a:gd name="connsiteY0" fmla="*/ 6111104 h 6379619"/>
              <a:gd name="connsiteX1" fmla="*/ 1780486 w 9887465"/>
              <a:gd name="connsiteY1" fmla="*/ 2881676 h 6379619"/>
              <a:gd name="connsiteX2" fmla="*/ 2615057 w 9887465"/>
              <a:gd name="connsiteY2" fmla="*/ 1510076 h 6379619"/>
              <a:gd name="connsiteX3" fmla="*/ 4305972 w 9887465"/>
              <a:gd name="connsiteY3" fmla="*/ 1176247 h 6379619"/>
              <a:gd name="connsiteX4" fmla="*/ 5800943 w 9887465"/>
              <a:gd name="connsiteY4" fmla="*/ 1836647 h 6379619"/>
              <a:gd name="connsiteX5" fmla="*/ 9683514 w 9887465"/>
              <a:gd name="connsiteY5" fmla="*/ 1872933 h 6379619"/>
              <a:gd name="connsiteX6" fmla="*/ 9023114 w 9887465"/>
              <a:gd name="connsiteY6" fmla="*/ 704533 h 6379619"/>
              <a:gd name="connsiteX7" fmla="*/ 6279914 w 9887465"/>
              <a:gd name="connsiteY7" fmla="*/ 660990 h 6379619"/>
              <a:gd name="connsiteX8" fmla="*/ 4443857 w 9887465"/>
              <a:gd name="connsiteY8" fmla="*/ 131219 h 6379619"/>
              <a:gd name="connsiteX9" fmla="*/ 1287000 w 9887465"/>
              <a:gd name="connsiteY9" fmla="*/ 174762 h 6379619"/>
              <a:gd name="connsiteX10" fmla="*/ 82315 w 9887465"/>
              <a:gd name="connsiteY10" fmla="*/ 2018076 h 6379619"/>
              <a:gd name="connsiteX11" fmla="*/ 104084 w 9887465"/>
              <a:gd name="connsiteY11" fmla="*/ 6379619 h 6379619"/>
              <a:gd name="connsiteX0" fmla="*/ 1733763 w 9811714"/>
              <a:gd name="connsiteY0" fmla="*/ 6111104 h 6379619"/>
              <a:gd name="connsiteX1" fmla="*/ 1704735 w 9811714"/>
              <a:gd name="connsiteY1" fmla="*/ 2881676 h 6379619"/>
              <a:gd name="connsiteX2" fmla="*/ 2539306 w 9811714"/>
              <a:gd name="connsiteY2" fmla="*/ 1510076 h 6379619"/>
              <a:gd name="connsiteX3" fmla="*/ 4230221 w 9811714"/>
              <a:gd name="connsiteY3" fmla="*/ 1176247 h 6379619"/>
              <a:gd name="connsiteX4" fmla="*/ 5725192 w 9811714"/>
              <a:gd name="connsiteY4" fmla="*/ 1836647 h 6379619"/>
              <a:gd name="connsiteX5" fmla="*/ 9607763 w 9811714"/>
              <a:gd name="connsiteY5" fmla="*/ 1872933 h 6379619"/>
              <a:gd name="connsiteX6" fmla="*/ 8947363 w 9811714"/>
              <a:gd name="connsiteY6" fmla="*/ 704533 h 6379619"/>
              <a:gd name="connsiteX7" fmla="*/ 6204163 w 9811714"/>
              <a:gd name="connsiteY7" fmla="*/ 660990 h 6379619"/>
              <a:gd name="connsiteX8" fmla="*/ 4368106 w 9811714"/>
              <a:gd name="connsiteY8" fmla="*/ 131219 h 6379619"/>
              <a:gd name="connsiteX9" fmla="*/ 1211249 w 9811714"/>
              <a:gd name="connsiteY9" fmla="*/ 174762 h 6379619"/>
              <a:gd name="connsiteX10" fmla="*/ 6564 w 9811714"/>
              <a:gd name="connsiteY10" fmla="*/ 2018076 h 6379619"/>
              <a:gd name="connsiteX11" fmla="*/ 28333 w 9811714"/>
              <a:gd name="connsiteY11" fmla="*/ 6379619 h 6379619"/>
              <a:gd name="connsiteX0" fmla="*/ 1807347 w 9885298"/>
              <a:gd name="connsiteY0" fmla="*/ 6111104 h 6394133"/>
              <a:gd name="connsiteX1" fmla="*/ 1778319 w 9885298"/>
              <a:gd name="connsiteY1" fmla="*/ 2881676 h 6394133"/>
              <a:gd name="connsiteX2" fmla="*/ 2612890 w 9885298"/>
              <a:gd name="connsiteY2" fmla="*/ 1510076 h 6394133"/>
              <a:gd name="connsiteX3" fmla="*/ 4303805 w 9885298"/>
              <a:gd name="connsiteY3" fmla="*/ 1176247 h 6394133"/>
              <a:gd name="connsiteX4" fmla="*/ 5798776 w 9885298"/>
              <a:gd name="connsiteY4" fmla="*/ 1836647 h 6394133"/>
              <a:gd name="connsiteX5" fmla="*/ 9681347 w 9885298"/>
              <a:gd name="connsiteY5" fmla="*/ 1872933 h 6394133"/>
              <a:gd name="connsiteX6" fmla="*/ 9020947 w 9885298"/>
              <a:gd name="connsiteY6" fmla="*/ 704533 h 6394133"/>
              <a:gd name="connsiteX7" fmla="*/ 6277747 w 9885298"/>
              <a:gd name="connsiteY7" fmla="*/ 660990 h 6394133"/>
              <a:gd name="connsiteX8" fmla="*/ 4441690 w 9885298"/>
              <a:gd name="connsiteY8" fmla="*/ 131219 h 6394133"/>
              <a:gd name="connsiteX9" fmla="*/ 1284833 w 9885298"/>
              <a:gd name="connsiteY9" fmla="*/ 174762 h 6394133"/>
              <a:gd name="connsiteX10" fmla="*/ 80148 w 9885298"/>
              <a:gd name="connsiteY10" fmla="*/ 2018076 h 6394133"/>
              <a:gd name="connsiteX11" fmla="*/ 109174 w 9885298"/>
              <a:gd name="connsiteY11" fmla="*/ 6394133 h 6394133"/>
              <a:gd name="connsiteX0" fmla="*/ 1727280 w 9805231"/>
              <a:gd name="connsiteY0" fmla="*/ 6111104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13052"/>
              <a:gd name="connsiteY0" fmla="*/ 6379618 h 6394133"/>
              <a:gd name="connsiteX1" fmla="*/ 1458767 w 9813052"/>
              <a:gd name="connsiteY1" fmla="*/ 2867162 h 6394133"/>
              <a:gd name="connsiteX2" fmla="*/ 2032080 w 9813052"/>
              <a:gd name="connsiteY2" fmla="*/ 1669733 h 6394133"/>
              <a:gd name="connsiteX3" fmla="*/ 3599624 w 9813052"/>
              <a:gd name="connsiteY3" fmla="*/ 1502819 h 6394133"/>
              <a:gd name="connsiteX4" fmla="*/ 5609852 w 9813052"/>
              <a:gd name="connsiteY4" fmla="*/ 2344647 h 6394133"/>
              <a:gd name="connsiteX5" fmla="*/ 9601280 w 9813052"/>
              <a:gd name="connsiteY5" fmla="*/ 1872933 h 6394133"/>
              <a:gd name="connsiteX6" fmla="*/ 8940880 w 9813052"/>
              <a:gd name="connsiteY6" fmla="*/ 704533 h 6394133"/>
              <a:gd name="connsiteX7" fmla="*/ 6197680 w 9813052"/>
              <a:gd name="connsiteY7" fmla="*/ 660990 h 6394133"/>
              <a:gd name="connsiteX8" fmla="*/ 4361623 w 9813052"/>
              <a:gd name="connsiteY8" fmla="*/ 131219 h 6394133"/>
              <a:gd name="connsiteX9" fmla="*/ 1204766 w 9813052"/>
              <a:gd name="connsiteY9" fmla="*/ 174762 h 6394133"/>
              <a:gd name="connsiteX10" fmla="*/ 81 w 9813052"/>
              <a:gd name="connsiteY10" fmla="*/ 2018076 h 6394133"/>
              <a:gd name="connsiteX11" fmla="*/ 29107 w 9813052"/>
              <a:gd name="connsiteY11" fmla="*/ 6394133 h 6394133"/>
              <a:gd name="connsiteX0" fmla="*/ 1466022 w 9806904"/>
              <a:gd name="connsiteY0" fmla="*/ 6379618 h 6394133"/>
              <a:gd name="connsiteX1" fmla="*/ 1458767 w 9806904"/>
              <a:gd name="connsiteY1" fmla="*/ 2867162 h 6394133"/>
              <a:gd name="connsiteX2" fmla="*/ 2032080 w 9806904"/>
              <a:gd name="connsiteY2" fmla="*/ 1669733 h 6394133"/>
              <a:gd name="connsiteX3" fmla="*/ 3599624 w 9806904"/>
              <a:gd name="connsiteY3" fmla="*/ 1502819 h 6394133"/>
              <a:gd name="connsiteX4" fmla="*/ 5609852 w 9806904"/>
              <a:gd name="connsiteY4" fmla="*/ 2344647 h 6394133"/>
              <a:gd name="connsiteX5" fmla="*/ 9594023 w 9806904"/>
              <a:gd name="connsiteY5" fmla="*/ 2221275 h 6394133"/>
              <a:gd name="connsiteX6" fmla="*/ 8940880 w 9806904"/>
              <a:gd name="connsiteY6" fmla="*/ 704533 h 6394133"/>
              <a:gd name="connsiteX7" fmla="*/ 6197680 w 9806904"/>
              <a:gd name="connsiteY7" fmla="*/ 660990 h 6394133"/>
              <a:gd name="connsiteX8" fmla="*/ 4361623 w 9806904"/>
              <a:gd name="connsiteY8" fmla="*/ 131219 h 6394133"/>
              <a:gd name="connsiteX9" fmla="*/ 1204766 w 9806904"/>
              <a:gd name="connsiteY9" fmla="*/ 174762 h 6394133"/>
              <a:gd name="connsiteX10" fmla="*/ 81 w 9806904"/>
              <a:gd name="connsiteY10" fmla="*/ 2018076 h 6394133"/>
              <a:gd name="connsiteX11" fmla="*/ 29107 w 9806904"/>
              <a:gd name="connsiteY11" fmla="*/ 6394133 h 6394133"/>
              <a:gd name="connsiteX0" fmla="*/ 1466022 w 9892049"/>
              <a:gd name="connsiteY0" fmla="*/ 6379618 h 6394133"/>
              <a:gd name="connsiteX1" fmla="*/ 1458767 w 9892049"/>
              <a:gd name="connsiteY1" fmla="*/ 2867162 h 6394133"/>
              <a:gd name="connsiteX2" fmla="*/ 2032080 w 9892049"/>
              <a:gd name="connsiteY2" fmla="*/ 1669733 h 6394133"/>
              <a:gd name="connsiteX3" fmla="*/ 3599624 w 9892049"/>
              <a:gd name="connsiteY3" fmla="*/ 1502819 h 6394133"/>
              <a:gd name="connsiteX4" fmla="*/ 5609852 w 9892049"/>
              <a:gd name="connsiteY4" fmla="*/ 2344647 h 6394133"/>
              <a:gd name="connsiteX5" fmla="*/ 9594023 w 9892049"/>
              <a:gd name="connsiteY5" fmla="*/ 2221275 h 6394133"/>
              <a:gd name="connsiteX6" fmla="*/ 8940880 w 9892049"/>
              <a:gd name="connsiteY6" fmla="*/ 704533 h 6394133"/>
              <a:gd name="connsiteX7" fmla="*/ 6197680 w 9892049"/>
              <a:gd name="connsiteY7" fmla="*/ 660990 h 6394133"/>
              <a:gd name="connsiteX8" fmla="*/ 4361623 w 9892049"/>
              <a:gd name="connsiteY8" fmla="*/ 131219 h 6394133"/>
              <a:gd name="connsiteX9" fmla="*/ 1204766 w 9892049"/>
              <a:gd name="connsiteY9" fmla="*/ 174762 h 6394133"/>
              <a:gd name="connsiteX10" fmla="*/ 81 w 9892049"/>
              <a:gd name="connsiteY10" fmla="*/ 2018076 h 6394133"/>
              <a:gd name="connsiteX11" fmla="*/ 29107 w 9892049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758649"/>
              <a:gd name="connsiteY0" fmla="*/ 6379618 h 6394133"/>
              <a:gd name="connsiteX1" fmla="*/ 1458767 w 9758649"/>
              <a:gd name="connsiteY1" fmla="*/ 2867162 h 6394133"/>
              <a:gd name="connsiteX2" fmla="*/ 2032080 w 9758649"/>
              <a:gd name="connsiteY2" fmla="*/ 1669733 h 6394133"/>
              <a:gd name="connsiteX3" fmla="*/ 3599624 w 9758649"/>
              <a:gd name="connsiteY3" fmla="*/ 1502819 h 6394133"/>
              <a:gd name="connsiteX4" fmla="*/ 5602595 w 9758649"/>
              <a:gd name="connsiteY4" fmla="*/ 2047104 h 6394133"/>
              <a:gd name="connsiteX5" fmla="*/ 9535966 w 9758649"/>
              <a:gd name="connsiteY5" fmla="*/ 2054360 h 6394133"/>
              <a:gd name="connsiteX6" fmla="*/ 8940880 w 9758649"/>
              <a:gd name="connsiteY6" fmla="*/ 704533 h 6394133"/>
              <a:gd name="connsiteX7" fmla="*/ 6197680 w 9758649"/>
              <a:gd name="connsiteY7" fmla="*/ 660990 h 6394133"/>
              <a:gd name="connsiteX8" fmla="*/ 4361623 w 9758649"/>
              <a:gd name="connsiteY8" fmla="*/ 131219 h 6394133"/>
              <a:gd name="connsiteX9" fmla="*/ 1204766 w 9758649"/>
              <a:gd name="connsiteY9" fmla="*/ 174762 h 6394133"/>
              <a:gd name="connsiteX10" fmla="*/ 81 w 9758649"/>
              <a:gd name="connsiteY10" fmla="*/ 2018076 h 6394133"/>
              <a:gd name="connsiteX11" fmla="*/ 29107 w 9758649"/>
              <a:gd name="connsiteY11" fmla="*/ 6394133 h 6394133"/>
              <a:gd name="connsiteX0" fmla="*/ 1466022 w 9622995"/>
              <a:gd name="connsiteY0" fmla="*/ 6379618 h 6394133"/>
              <a:gd name="connsiteX1" fmla="*/ 1458767 w 9622995"/>
              <a:gd name="connsiteY1" fmla="*/ 2867162 h 6394133"/>
              <a:gd name="connsiteX2" fmla="*/ 2032080 w 9622995"/>
              <a:gd name="connsiteY2" fmla="*/ 1669733 h 6394133"/>
              <a:gd name="connsiteX3" fmla="*/ 3599624 w 9622995"/>
              <a:gd name="connsiteY3" fmla="*/ 1502819 h 6394133"/>
              <a:gd name="connsiteX4" fmla="*/ 5602595 w 9622995"/>
              <a:gd name="connsiteY4" fmla="*/ 2047104 h 6394133"/>
              <a:gd name="connsiteX5" fmla="*/ 9369051 w 9622995"/>
              <a:gd name="connsiteY5" fmla="*/ 2039845 h 6394133"/>
              <a:gd name="connsiteX6" fmla="*/ 8940880 w 9622995"/>
              <a:gd name="connsiteY6" fmla="*/ 704533 h 6394133"/>
              <a:gd name="connsiteX7" fmla="*/ 6197680 w 9622995"/>
              <a:gd name="connsiteY7" fmla="*/ 660990 h 6394133"/>
              <a:gd name="connsiteX8" fmla="*/ 4361623 w 9622995"/>
              <a:gd name="connsiteY8" fmla="*/ 131219 h 6394133"/>
              <a:gd name="connsiteX9" fmla="*/ 1204766 w 9622995"/>
              <a:gd name="connsiteY9" fmla="*/ 174762 h 6394133"/>
              <a:gd name="connsiteX10" fmla="*/ 81 w 9622995"/>
              <a:gd name="connsiteY10" fmla="*/ 2018076 h 6394133"/>
              <a:gd name="connsiteX11" fmla="*/ 29107 w 9622995"/>
              <a:gd name="connsiteY11" fmla="*/ 6394133 h 6394133"/>
              <a:gd name="connsiteX0" fmla="*/ 1466022 w 9668123"/>
              <a:gd name="connsiteY0" fmla="*/ 6379618 h 6394133"/>
              <a:gd name="connsiteX1" fmla="*/ 1458767 w 9668123"/>
              <a:gd name="connsiteY1" fmla="*/ 2867162 h 6394133"/>
              <a:gd name="connsiteX2" fmla="*/ 2032080 w 9668123"/>
              <a:gd name="connsiteY2" fmla="*/ 1669733 h 6394133"/>
              <a:gd name="connsiteX3" fmla="*/ 3599624 w 9668123"/>
              <a:gd name="connsiteY3" fmla="*/ 1502819 h 6394133"/>
              <a:gd name="connsiteX4" fmla="*/ 5602595 w 9668123"/>
              <a:gd name="connsiteY4" fmla="*/ 2047104 h 6394133"/>
              <a:gd name="connsiteX5" fmla="*/ 9369051 w 9668123"/>
              <a:gd name="connsiteY5" fmla="*/ 2039845 h 6394133"/>
              <a:gd name="connsiteX6" fmla="*/ 8940880 w 9668123"/>
              <a:gd name="connsiteY6" fmla="*/ 704533 h 6394133"/>
              <a:gd name="connsiteX7" fmla="*/ 6197680 w 9668123"/>
              <a:gd name="connsiteY7" fmla="*/ 660990 h 6394133"/>
              <a:gd name="connsiteX8" fmla="*/ 4361623 w 9668123"/>
              <a:gd name="connsiteY8" fmla="*/ 131219 h 6394133"/>
              <a:gd name="connsiteX9" fmla="*/ 1204766 w 9668123"/>
              <a:gd name="connsiteY9" fmla="*/ 174762 h 6394133"/>
              <a:gd name="connsiteX10" fmla="*/ 81 w 9668123"/>
              <a:gd name="connsiteY10" fmla="*/ 2018076 h 6394133"/>
              <a:gd name="connsiteX11" fmla="*/ 29107 w 9668123"/>
              <a:gd name="connsiteY11" fmla="*/ 6394133 h 6394133"/>
              <a:gd name="connsiteX0" fmla="*/ 1466022 w 9795780"/>
              <a:gd name="connsiteY0" fmla="*/ 6379618 h 6394133"/>
              <a:gd name="connsiteX1" fmla="*/ 1458767 w 9795780"/>
              <a:gd name="connsiteY1" fmla="*/ 2867162 h 6394133"/>
              <a:gd name="connsiteX2" fmla="*/ 2032080 w 9795780"/>
              <a:gd name="connsiteY2" fmla="*/ 1669733 h 6394133"/>
              <a:gd name="connsiteX3" fmla="*/ 3599624 w 9795780"/>
              <a:gd name="connsiteY3" fmla="*/ 1502819 h 6394133"/>
              <a:gd name="connsiteX4" fmla="*/ 5602595 w 9795780"/>
              <a:gd name="connsiteY4" fmla="*/ 2047104 h 6394133"/>
              <a:gd name="connsiteX5" fmla="*/ 9369051 w 9795780"/>
              <a:gd name="connsiteY5" fmla="*/ 2039845 h 6394133"/>
              <a:gd name="connsiteX6" fmla="*/ 9354537 w 9795780"/>
              <a:gd name="connsiteY6" fmla="*/ 602933 h 6394133"/>
              <a:gd name="connsiteX7" fmla="*/ 6197680 w 9795780"/>
              <a:gd name="connsiteY7" fmla="*/ 660990 h 6394133"/>
              <a:gd name="connsiteX8" fmla="*/ 4361623 w 9795780"/>
              <a:gd name="connsiteY8" fmla="*/ 131219 h 6394133"/>
              <a:gd name="connsiteX9" fmla="*/ 1204766 w 9795780"/>
              <a:gd name="connsiteY9" fmla="*/ 174762 h 6394133"/>
              <a:gd name="connsiteX10" fmla="*/ 81 w 9795780"/>
              <a:gd name="connsiteY10" fmla="*/ 2018076 h 6394133"/>
              <a:gd name="connsiteX11" fmla="*/ 29107 w 9795780"/>
              <a:gd name="connsiteY11" fmla="*/ 6394133 h 6394133"/>
              <a:gd name="connsiteX0" fmla="*/ 1466022 w 9823161"/>
              <a:gd name="connsiteY0" fmla="*/ 6379618 h 6394133"/>
              <a:gd name="connsiteX1" fmla="*/ 1458767 w 9823161"/>
              <a:gd name="connsiteY1" fmla="*/ 2867162 h 6394133"/>
              <a:gd name="connsiteX2" fmla="*/ 2032080 w 9823161"/>
              <a:gd name="connsiteY2" fmla="*/ 1669733 h 6394133"/>
              <a:gd name="connsiteX3" fmla="*/ 3599624 w 9823161"/>
              <a:gd name="connsiteY3" fmla="*/ 1502819 h 6394133"/>
              <a:gd name="connsiteX4" fmla="*/ 5602595 w 9823161"/>
              <a:gd name="connsiteY4" fmla="*/ 2047104 h 6394133"/>
              <a:gd name="connsiteX5" fmla="*/ 9369051 w 9823161"/>
              <a:gd name="connsiteY5" fmla="*/ 2039845 h 6394133"/>
              <a:gd name="connsiteX6" fmla="*/ 9405337 w 9823161"/>
              <a:gd name="connsiteY6" fmla="*/ 1299619 h 6394133"/>
              <a:gd name="connsiteX7" fmla="*/ 6197680 w 9823161"/>
              <a:gd name="connsiteY7" fmla="*/ 660990 h 6394133"/>
              <a:gd name="connsiteX8" fmla="*/ 4361623 w 9823161"/>
              <a:gd name="connsiteY8" fmla="*/ 131219 h 6394133"/>
              <a:gd name="connsiteX9" fmla="*/ 1204766 w 9823161"/>
              <a:gd name="connsiteY9" fmla="*/ 174762 h 6394133"/>
              <a:gd name="connsiteX10" fmla="*/ 81 w 9823161"/>
              <a:gd name="connsiteY10" fmla="*/ 2018076 h 6394133"/>
              <a:gd name="connsiteX11" fmla="*/ 29107 w 9823161"/>
              <a:gd name="connsiteY11" fmla="*/ 6394133 h 6394133"/>
              <a:gd name="connsiteX0" fmla="*/ 1466022 w 9855955"/>
              <a:gd name="connsiteY0" fmla="*/ 6379618 h 6394133"/>
              <a:gd name="connsiteX1" fmla="*/ 1458767 w 9855955"/>
              <a:gd name="connsiteY1" fmla="*/ 2867162 h 6394133"/>
              <a:gd name="connsiteX2" fmla="*/ 2032080 w 9855955"/>
              <a:gd name="connsiteY2" fmla="*/ 1669733 h 6394133"/>
              <a:gd name="connsiteX3" fmla="*/ 3599624 w 9855955"/>
              <a:gd name="connsiteY3" fmla="*/ 1502819 h 6394133"/>
              <a:gd name="connsiteX4" fmla="*/ 5602595 w 9855955"/>
              <a:gd name="connsiteY4" fmla="*/ 2047104 h 6394133"/>
              <a:gd name="connsiteX5" fmla="*/ 9369051 w 9855955"/>
              <a:gd name="connsiteY5" fmla="*/ 2039845 h 6394133"/>
              <a:gd name="connsiteX6" fmla="*/ 9405337 w 9855955"/>
              <a:gd name="connsiteY6" fmla="*/ 1299619 h 6394133"/>
              <a:gd name="connsiteX7" fmla="*/ 6197680 w 9855955"/>
              <a:gd name="connsiteY7" fmla="*/ 660990 h 6394133"/>
              <a:gd name="connsiteX8" fmla="*/ 4361623 w 9855955"/>
              <a:gd name="connsiteY8" fmla="*/ 131219 h 6394133"/>
              <a:gd name="connsiteX9" fmla="*/ 1204766 w 9855955"/>
              <a:gd name="connsiteY9" fmla="*/ 174762 h 6394133"/>
              <a:gd name="connsiteX10" fmla="*/ 81 w 9855955"/>
              <a:gd name="connsiteY10" fmla="*/ 2018076 h 6394133"/>
              <a:gd name="connsiteX11" fmla="*/ 29107 w 9855955"/>
              <a:gd name="connsiteY11" fmla="*/ 6394133 h 6394133"/>
              <a:gd name="connsiteX0" fmla="*/ 1466022 w 9872070"/>
              <a:gd name="connsiteY0" fmla="*/ 6379618 h 6394133"/>
              <a:gd name="connsiteX1" fmla="*/ 1458767 w 9872070"/>
              <a:gd name="connsiteY1" fmla="*/ 2867162 h 6394133"/>
              <a:gd name="connsiteX2" fmla="*/ 2032080 w 9872070"/>
              <a:gd name="connsiteY2" fmla="*/ 1669733 h 6394133"/>
              <a:gd name="connsiteX3" fmla="*/ 3599624 w 9872070"/>
              <a:gd name="connsiteY3" fmla="*/ 1502819 h 6394133"/>
              <a:gd name="connsiteX4" fmla="*/ 5602595 w 9872070"/>
              <a:gd name="connsiteY4" fmla="*/ 2047104 h 6394133"/>
              <a:gd name="connsiteX5" fmla="*/ 9369051 w 9872070"/>
              <a:gd name="connsiteY5" fmla="*/ 2039845 h 6394133"/>
              <a:gd name="connsiteX6" fmla="*/ 9405337 w 9872070"/>
              <a:gd name="connsiteY6" fmla="*/ 1299619 h 6394133"/>
              <a:gd name="connsiteX7" fmla="*/ 6197680 w 9872070"/>
              <a:gd name="connsiteY7" fmla="*/ 660990 h 6394133"/>
              <a:gd name="connsiteX8" fmla="*/ 4361623 w 9872070"/>
              <a:gd name="connsiteY8" fmla="*/ 131219 h 6394133"/>
              <a:gd name="connsiteX9" fmla="*/ 1204766 w 9872070"/>
              <a:gd name="connsiteY9" fmla="*/ 174762 h 6394133"/>
              <a:gd name="connsiteX10" fmla="*/ 81 w 9872070"/>
              <a:gd name="connsiteY10" fmla="*/ 2018076 h 6394133"/>
              <a:gd name="connsiteX11" fmla="*/ 29107 w 9872070"/>
              <a:gd name="connsiteY11" fmla="*/ 6394133 h 6394133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904900"/>
              <a:gd name="connsiteY0" fmla="*/ 6415590 h 6430105"/>
              <a:gd name="connsiteX1" fmla="*/ 1458767 w 9904900"/>
              <a:gd name="connsiteY1" fmla="*/ 2903134 h 6430105"/>
              <a:gd name="connsiteX2" fmla="*/ 2032080 w 9904900"/>
              <a:gd name="connsiteY2" fmla="*/ 1705705 h 6430105"/>
              <a:gd name="connsiteX3" fmla="*/ 3599624 w 9904900"/>
              <a:gd name="connsiteY3" fmla="*/ 1538791 h 6430105"/>
              <a:gd name="connsiteX4" fmla="*/ 5602595 w 9904900"/>
              <a:gd name="connsiteY4" fmla="*/ 2083076 h 6430105"/>
              <a:gd name="connsiteX5" fmla="*/ 9369051 w 9904900"/>
              <a:gd name="connsiteY5" fmla="*/ 2075817 h 6430105"/>
              <a:gd name="connsiteX6" fmla="*/ 9405337 w 9904900"/>
              <a:gd name="connsiteY6" fmla="*/ 1335591 h 6430105"/>
              <a:gd name="connsiteX7" fmla="*/ 6596823 w 9904900"/>
              <a:gd name="connsiteY7" fmla="*/ 1342847 h 6430105"/>
              <a:gd name="connsiteX8" fmla="*/ 4361623 w 9904900"/>
              <a:gd name="connsiteY8" fmla="*/ 167191 h 6430105"/>
              <a:gd name="connsiteX9" fmla="*/ 1204766 w 9904900"/>
              <a:gd name="connsiteY9" fmla="*/ 210734 h 6430105"/>
              <a:gd name="connsiteX10" fmla="*/ 81 w 9904900"/>
              <a:gd name="connsiteY10" fmla="*/ 2054048 h 6430105"/>
              <a:gd name="connsiteX11" fmla="*/ 29107 w 9904900"/>
              <a:gd name="connsiteY11" fmla="*/ 6430105 h 6430105"/>
              <a:gd name="connsiteX0" fmla="*/ 1466022 w 9904900"/>
              <a:gd name="connsiteY0" fmla="*/ 6358517 h 6373032"/>
              <a:gd name="connsiteX1" fmla="*/ 1458767 w 9904900"/>
              <a:gd name="connsiteY1" fmla="*/ 2846061 h 6373032"/>
              <a:gd name="connsiteX2" fmla="*/ 2032080 w 9904900"/>
              <a:gd name="connsiteY2" fmla="*/ 1648632 h 6373032"/>
              <a:gd name="connsiteX3" fmla="*/ 3599624 w 9904900"/>
              <a:gd name="connsiteY3" fmla="*/ 1481718 h 6373032"/>
              <a:gd name="connsiteX4" fmla="*/ 5602595 w 9904900"/>
              <a:gd name="connsiteY4" fmla="*/ 2026003 h 6373032"/>
              <a:gd name="connsiteX5" fmla="*/ 9369051 w 9904900"/>
              <a:gd name="connsiteY5" fmla="*/ 2018744 h 6373032"/>
              <a:gd name="connsiteX6" fmla="*/ 9405337 w 9904900"/>
              <a:gd name="connsiteY6" fmla="*/ 1278518 h 6373032"/>
              <a:gd name="connsiteX7" fmla="*/ 6596823 w 9904900"/>
              <a:gd name="connsiteY7" fmla="*/ 1285774 h 6373032"/>
              <a:gd name="connsiteX8" fmla="*/ 4361623 w 9904900"/>
              <a:gd name="connsiteY8" fmla="*/ 233490 h 6373032"/>
              <a:gd name="connsiteX9" fmla="*/ 1204766 w 9904900"/>
              <a:gd name="connsiteY9" fmla="*/ 153661 h 6373032"/>
              <a:gd name="connsiteX10" fmla="*/ 81 w 9904900"/>
              <a:gd name="connsiteY10" fmla="*/ 1996975 h 6373032"/>
              <a:gd name="connsiteX11" fmla="*/ 29107 w 9904900"/>
              <a:gd name="connsiteY11" fmla="*/ 6373032 h 6373032"/>
              <a:gd name="connsiteX0" fmla="*/ 1547158 w 9986036"/>
              <a:gd name="connsiteY0" fmla="*/ 6313207 h 6327722"/>
              <a:gd name="connsiteX1" fmla="*/ 1539903 w 9986036"/>
              <a:gd name="connsiteY1" fmla="*/ 2800751 h 6327722"/>
              <a:gd name="connsiteX2" fmla="*/ 2113216 w 9986036"/>
              <a:gd name="connsiteY2" fmla="*/ 1603322 h 6327722"/>
              <a:gd name="connsiteX3" fmla="*/ 3680760 w 9986036"/>
              <a:gd name="connsiteY3" fmla="*/ 1436408 h 6327722"/>
              <a:gd name="connsiteX4" fmla="*/ 5683731 w 9986036"/>
              <a:gd name="connsiteY4" fmla="*/ 1980693 h 6327722"/>
              <a:gd name="connsiteX5" fmla="*/ 9450187 w 9986036"/>
              <a:gd name="connsiteY5" fmla="*/ 1973434 h 6327722"/>
              <a:gd name="connsiteX6" fmla="*/ 9486473 w 9986036"/>
              <a:gd name="connsiteY6" fmla="*/ 1233208 h 6327722"/>
              <a:gd name="connsiteX7" fmla="*/ 6677959 w 9986036"/>
              <a:gd name="connsiteY7" fmla="*/ 1240464 h 6327722"/>
              <a:gd name="connsiteX8" fmla="*/ 4442759 w 9986036"/>
              <a:gd name="connsiteY8" fmla="*/ 188180 h 6327722"/>
              <a:gd name="connsiteX9" fmla="*/ 1300417 w 9986036"/>
              <a:gd name="connsiteY9" fmla="*/ 173665 h 6327722"/>
              <a:gd name="connsiteX10" fmla="*/ 81217 w 9986036"/>
              <a:gd name="connsiteY10" fmla="*/ 1951665 h 6327722"/>
              <a:gd name="connsiteX11" fmla="*/ 110243 w 9986036"/>
              <a:gd name="connsiteY11" fmla="*/ 6327722 h 6327722"/>
              <a:gd name="connsiteX0" fmla="*/ 1547158 w 9986036"/>
              <a:gd name="connsiteY0" fmla="*/ 6208879 h 6223394"/>
              <a:gd name="connsiteX1" fmla="*/ 1539903 w 9986036"/>
              <a:gd name="connsiteY1" fmla="*/ 2696423 h 6223394"/>
              <a:gd name="connsiteX2" fmla="*/ 2113216 w 9986036"/>
              <a:gd name="connsiteY2" fmla="*/ 1498994 h 6223394"/>
              <a:gd name="connsiteX3" fmla="*/ 3680760 w 9986036"/>
              <a:gd name="connsiteY3" fmla="*/ 1332080 h 6223394"/>
              <a:gd name="connsiteX4" fmla="*/ 5683731 w 9986036"/>
              <a:gd name="connsiteY4" fmla="*/ 1876365 h 6223394"/>
              <a:gd name="connsiteX5" fmla="*/ 9450187 w 9986036"/>
              <a:gd name="connsiteY5" fmla="*/ 1869106 h 6223394"/>
              <a:gd name="connsiteX6" fmla="*/ 9486473 w 9986036"/>
              <a:gd name="connsiteY6" fmla="*/ 1128880 h 6223394"/>
              <a:gd name="connsiteX7" fmla="*/ 6677959 w 9986036"/>
              <a:gd name="connsiteY7" fmla="*/ 1136136 h 6223394"/>
              <a:gd name="connsiteX8" fmla="*/ 4442759 w 9986036"/>
              <a:gd name="connsiteY8" fmla="*/ 83852 h 6223394"/>
              <a:gd name="connsiteX9" fmla="*/ 1300417 w 9986036"/>
              <a:gd name="connsiteY9" fmla="*/ 69337 h 6223394"/>
              <a:gd name="connsiteX10" fmla="*/ 81217 w 9986036"/>
              <a:gd name="connsiteY10" fmla="*/ 1847337 h 6223394"/>
              <a:gd name="connsiteX11" fmla="*/ 110243 w 9986036"/>
              <a:gd name="connsiteY11" fmla="*/ 6223394 h 6223394"/>
              <a:gd name="connsiteX0" fmla="*/ 1547158 w 9986036"/>
              <a:gd name="connsiteY0" fmla="*/ 6143351 h 6157866"/>
              <a:gd name="connsiteX1" fmla="*/ 1539903 w 9986036"/>
              <a:gd name="connsiteY1" fmla="*/ 2630895 h 6157866"/>
              <a:gd name="connsiteX2" fmla="*/ 2113216 w 9986036"/>
              <a:gd name="connsiteY2" fmla="*/ 1433466 h 6157866"/>
              <a:gd name="connsiteX3" fmla="*/ 3680760 w 9986036"/>
              <a:gd name="connsiteY3" fmla="*/ 1266552 h 6157866"/>
              <a:gd name="connsiteX4" fmla="*/ 5683731 w 9986036"/>
              <a:gd name="connsiteY4" fmla="*/ 1810837 h 6157866"/>
              <a:gd name="connsiteX5" fmla="*/ 9450187 w 9986036"/>
              <a:gd name="connsiteY5" fmla="*/ 1803578 h 6157866"/>
              <a:gd name="connsiteX6" fmla="*/ 9486473 w 9986036"/>
              <a:gd name="connsiteY6" fmla="*/ 1063352 h 6157866"/>
              <a:gd name="connsiteX7" fmla="*/ 6677959 w 9986036"/>
              <a:gd name="connsiteY7" fmla="*/ 1070608 h 6157866"/>
              <a:gd name="connsiteX8" fmla="*/ 4442759 w 9986036"/>
              <a:gd name="connsiteY8" fmla="*/ 18324 h 6157866"/>
              <a:gd name="connsiteX9" fmla="*/ 1300417 w 9986036"/>
              <a:gd name="connsiteY9" fmla="*/ 3809 h 6157866"/>
              <a:gd name="connsiteX10" fmla="*/ 81217 w 9986036"/>
              <a:gd name="connsiteY10" fmla="*/ 1781809 h 6157866"/>
              <a:gd name="connsiteX11" fmla="*/ 110243 w 9986036"/>
              <a:gd name="connsiteY11" fmla="*/ 6157866 h 6157866"/>
              <a:gd name="connsiteX0" fmla="*/ 1587839 w 10026717"/>
              <a:gd name="connsiteY0" fmla="*/ 6211571 h 6226086"/>
              <a:gd name="connsiteX1" fmla="*/ 1580584 w 10026717"/>
              <a:gd name="connsiteY1" fmla="*/ 2699115 h 6226086"/>
              <a:gd name="connsiteX2" fmla="*/ 2153897 w 10026717"/>
              <a:gd name="connsiteY2" fmla="*/ 1501686 h 6226086"/>
              <a:gd name="connsiteX3" fmla="*/ 3721441 w 10026717"/>
              <a:gd name="connsiteY3" fmla="*/ 1334772 h 6226086"/>
              <a:gd name="connsiteX4" fmla="*/ 5724412 w 10026717"/>
              <a:gd name="connsiteY4" fmla="*/ 1879057 h 6226086"/>
              <a:gd name="connsiteX5" fmla="*/ 9490868 w 10026717"/>
              <a:gd name="connsiteY5" fmla="*/ 1871798 h 6226086"/>
              <a:gd name="connsiteX6" fmla="*/ 9527154 w 10026717"/>
              <a:gd name="connsiteY6" fmla="*/ 1131572 h 6226086"/>
              <a:gd name="connsiteX7" fmla="*/ 6718640 w 10026717"/>
              <a:gd name="connsiteY7" fmla="*/ 1138828 h 6226086"/>
              <a:gd name="connsiteX8" fmla="*/ 4483440 w 10026717"/>
              <a:gd name="connsiteY8" fmla="*/ 86544 h 6226086"/>
              <a:gd name="connsiteX9" fmla="*/ 1892640 w 10026717"/>
              <a:gd name="connsiteY9" fmla="*/ 64772 h 6226086"/>
              <a:gd name="connsiteX10" fmla="*/ 121898 w 10026717"/>
              <a:gd name="connsiteY10" fmla="*/ 1850029 h 6226086"/>
              <a:gd name="connsiteX11" fmla="*/ 150924 w 10026717"/>
              <a:gd name="connsiteY11" fmla="*/ 6226086 h 6226086"/>
              <a:gd name="connsiteX0" fmla="*/ 1587839 w 10026717"/>
              <a:gd name="connsiteY0" fmla="*/ 6146799 h 6161314"/>
              <a:gd name="connsiteX1" fmla="*/ 1580584 w 10026717"/>
              <a:gd name="connsiteY1" fmla="*/ 2634343 h 6161314"/>
              <a:gd name="connsiteX2" fmla="*/ 2153897 w 10026717"/>
              <a:gd name="connsiteY2" fmla="*/ 1436914 h 6161314"/>
              <a:gd name="connsiteX3" fmla="*/ 3721441 w 10026717"/>
              <a:gd name="connsiteY3" fmla="*/ 1270000 h 6161314"/>
              <a:gd name="connsiteX4" fmla="*/ 5724412 w 10026717"/>
              <a:gd name="connsiteY4" fmla="*/ 1814285 h 6161314"/>
              <a:gd name="connsiteX5" fmla="*/ 9490868 w 10026717"/>
              <a:gd name="connsiteY5" fmla="*/ 1807026 h 6161314"/>
              <a:gd name="connsiteX6" fmla="*/ 9527154 w 10026717"/>
              <a:gd name="connsiteY6" fmla="*/ 1066800 h 6161314"/>
              <a:gd name="connsiteX7" fmla="*/ 6718640 w 10026717"/>
              <a:gd name="connsiteY7" fmla="*/ 1074056 h 6161314"/>
              <a:gd name="connsiteX8" fmla="*/ 4483440 w 10026717"/>
              <a:gd name="connsiteY8" fmla="*/ 21772 h 6161314"/>
              <a:gd name="connsiteX9" fmla="*/ 1892640 w 10026717"/>
              <a:gd name="connsiteY9" fmla="*/ 0 h 6161314"/>
              <a:gd name="connsiteX10" fmla="*/ 121898 w 10026717"/>
              <a:gd name="connsiteY10" fmla="*/ 1785257 h 6161314"/>
              <a:gd name="connsiteX11" fmla="*/ 150924 w 10026717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602053 w 10057256"/>
              <a:gd name="connsiteY0" fmla="*/ 6146799 h 6146799"/>
              <a:gd name="connsiteX1" fmla="*/ 1594798 w 10057256"/>
              <a:gd name="connsiteY1" fmla="*/ 2634343 h 6146799"/>
              <a:gd name="connsiteX2" fmla="*/ 2168111 w 10057256"/>
              <a:gd name="connsiteY2" fmla="*/ 1436914 h 6146799"/>
              <a:gd name="connsiteX3" fmla="*/ 3735655 w 10057256"/>
              <a:gd name="connsiteY3" fmla="*/ 1270000 h 6146799"/>
              <a:gd name="connsiteX4" fmla="*/ 5426569 w 10057256"/>
              <a:gd name="connsiteY4" fmla="*/ 1814285 h 6146799"/>
              <a:gd name="connsiteX5" fmla="*/ 9505082 w 10057256"/>
              <a:gd name="connsiteY5" fmla="*/ 1807026 h 6146799"/>
              <a:gd name="connsiteX6" fmla="*/ 9541368 w 10057256"/>
              <a:gd name="connsiteY6" fmla="*/ 1066800 h 6146799"/>
              <a:gd name="connsiteX7" fmla="*/ 6732854 w 10057256"/>
              <a:gd name="connsiteY7" fmla="*/ 1074056 h 6146799"/>
              <a:gd name="connsiteX8" fmla="*/ 4497654 w 10057256"/>
              <a:gd name="connsiteY8" fmla="*/ 21772 h 6146799"/>
              <a:gd name="connsiteX9" fmla="*/ 1906854 w 10057256"/>
              <a:gd name="connsiteY9" fmla="*/ 0 h 6146799"/>
              <a:gd name="connsiteX10" fmla="*/ 136112 w 10057256"/>
              <a:gd name="connsiteY10" fmla="*/ 1785257 h 6146799"/>
              <a:gd name="connsiteX11" fmla="*/ 121595 w 10057256"/>
              <a:gd name="connsiteY11" fmla="*/ 2467428 h 6146799"/>
              <a:gd name="connsiteX0" fmla="*/ 1481619 w 9936822"/>
              <a:gd name="connsiteY0" fmla="*/ 6146799 h 6146799"/>
              <a:gd name="connsiteX1" fmla="*/ 1474364 w 9936822"/>
              <a:gd name="connsiteY1" fmla="*/ 2634343 h 6146799"/>
              <a:gd name="connsiteX2" fmla="*/ 2047677 w 9936822"/>
              <a:gd name="connsiteY2" fmla="*/ 1436914 h 6146799"/>
              <a:gd name="connsiteX3" fmla="*/ 3615221 w 9936822"/>
              <a:gd name="connsiteY3" fmla="*/ 1270000 h 6146799"/>
              <a:gd name="connsiteX4" fmla="*/ 5306135 w 9936822"/>
              <a:gd name="connsiteY4" fmla="*/ 1814285 h 6146799"/>
              <a:gd name="connsiteX5" fmla="*/ 9384648 w 9936822"/>
              <a:gd name="connsiteY5" fmla="*/ 1807026 h 6146799"/>
              <a:gd name="connsiteX6" fmla="*/ 9420934 w 9936822"/>
              <a:gd name="connsiteY6" fmla="*/ 1066800 h 6146799"/>
              <a:gd name="connsiteX7" fmla="*/ 6612420 w 9936822"/>
              <a:gd name="connsiteY7" fmla="*/ 1074056 h 6146799"/>
              <a:gd name="connsiteX8" fmla="*/ 4377220 w 9936822"/>
              <a:gd name="connsiteY8" fmla="*/ 21772 h 6146799"/>
              <a:gd name="connsiteX9" fmla="*/ 1786420 w 9936822"/>
              <a:gd name="connsiteY9" fmla="*/ 0 h 6146799"/>
              <a:gd name="connsiteX10" fmla="*/ 15678 w 9936822"/>
              <a:gd name="connsiteY10" fmla="*/ 1785257 h 6146799"/>
              <a:gd name="connsiteX11" fmla="*/ 1161 w 9936822"/>
              <a:gd name="connsiteY11" fmla="*/ 2467428 h 6146799"/>
              <a:gd name="connsiteX0" fmla="*/ 1480458 w 9935661"/>
              <a:gd name="connsiteY0" fmla="*/ 6146799 h 6146799"/>
              <a:gd name="connsiteX1" fmla="*/ 1473203 w 9935661"/>
              <a:gd name="connsiteY1" fmla="*/ 2634343 h 6146799"/>
              <a:gd name="connsiteX2" fmla="*/ 2046516 w 9935661"/>
              <a:gd name="connsiteY2" fmla="*/ 1436914 h 6146799"/>
              <a:gd name="connsiteX3" fmla="*/ 3614060 w 9935661"/>
              <a:gd name="connsiteY3" fmla="*/ 1270000 h 6146799"/>
              <a:gd name="connsiteX4" fmla="*/ 5304974 w 9935661"/>
              <a:gd name="connsiteY4" fmla="*/ 1814285 h 6146799"/>
              <a:gd name="connsiteX5" fmla="*/ 9383487 w 9935661"/>
              <a:gd name="connsiteY5" fmla="*/ 1807026 h 6146799"/>
              <a:gd name="connsiteX6" fmla="*/ 9419773 w 9935661"/>
              <a:gd name="connsiteY6" fmla="*/ 1066800 h 6146799"/>
              <a:gd name="connsiteX7" fmla="*/ 6611259 w 9935661"/>
              <a:gd name="connsiteY7" fmla="*/ 1074056 h 6146799"/>
              <a:gd name="connsiteX8" fmla="*/ 4376059 w 9935661"/>
              <a:gd name="connsiteY8" fmla="*/ 21772 h 6146799"/>
              <a:gd name="connsiteX9" fmla="*/ 1785259 w 9935661"/>
              <a:gd name="connsiteY9" fmla="*/ 0 h 6146799"/>
              <a:gd name="connsiteX10" fmla="*/ 14517 w 9935661"/>
              <a:gd name="connsiteY10" fmla="*/ 1785257 h 6146799"/>
              <a:gd name="connsiteX11" fmla="*/ 0 w 9935661"/>
              <a:gd name="connsiteY11" fmla="*/ 2467428 h 6146799"/>
              <a:gd name="connsiteX0" fmla="*/ 1480458 w 9935661"/>
              <a:gd name="connsiteY0" fmla="*/ 6158195 h 6158195"/>
              <a:gd name="connsiteX1" fmla="*/ 1473203 w 9935661"/>
              <a:gd name="connsiteY1" fmla="*/ 2645739 h 6158195"/>
              <a:gd name="connsiteX2" fmla="*/ 2046516 w 9935661"/>
              <a:gd name="connsiteY2" fmla="*/ 1448310 h 6158195"/>
              <a:gd name="connsiteX3" fmla="*/ 3614060 w 9935661"/>
              <a:gd name="connsiteY3" fmla="*/ 1281396 h 6158195"/>
              <a:gd name="connsiteX4" fmla="*/ 5304974 w 9935661"/>
              <a:gd name="connsiteY4" fmla="*/ 1825681 h 6158195"/>
              <a:gd name="connsiteX5" fmla="*/ 9383487 w 9935661"/>
              <a:gd name="connsiteY5" fmla="*/ 1818422 h 6158195"/>
              <a:gd name="connsiteX6" fmla="*/ 9419773 w 9935661"/>
              <a:gd name="connsiteY6" fmla="*/ 1078196 h 6158195"/>
              <a:gd name="connsiteX7" fmla="*/ 6611259 w 9935661"/>
              <a:gd name="connsiteY7" fmla="*/ 1085452 h 6158195"/>
              <a:gd name="connsiteX8" fmla="*/ 4376059 w 9935661"/>
              <a:gd name="connsiteY8" fmla="*/ 33168 h 6158195"/>
              <a:gd name="connsiteX9" fmla="*/ 1785259 w 9935661"/>
              <a:gd name="connsiteY9" fmla="*/ 11396 h 6158195"/>
              <a:gd name="connsiteX10" fmla="*/ 14517 w 9935661"/>
              <a:gd name="connsiteY10" fmla="*/ 1796653 h 6158195"/>
              <a:gd name="connsiteX11" fmla="*/ 0 w 9935661"/>
              <a:gd name="connsiteY11" fmla="*/ 2478824 h 615819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2191658 w 9935661"/>
              <a:gd name="connsiteY0" fmla="*/ 6173987 h 6173987"/>
              <a:gd name="connsiteX1" fmla="*/ 1473203 w 9935661"/>
              <a:gd name="connsiteY1" fmla="*/ 2639759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935661"/>
              <a:gd name="connsiteY0" fmla="*/ 6173987 h 6173987"/>
              <a:gd name="connsiteX1" fmla="*/ 2184403 w 9935661"/>
              <a:gd name="connsiteY1" fmla="*/ 2654273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046516 w 9891001"/>
              <a:gd name="connsiteY2" fmla="*/ 1442330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274460 w 9891001"/>
              <a:gd name="connsiteY3" fmla="*/ 1268159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827678"/>
              <a:gd name="connsiteY0" fmla="*/ 3815415 h 3815415"/>
              <a:gd name="connsiteX1" fmla="*/ 2191660 w 9827678"/>
              <a:gd name="connsiteY1" fmla="*/ 2654273 h 3815415"/>
              <a:gd name="connsiteX2" fmla="*/ 2743202 w 9827678"/>
              <a:gd name="connsiteY2" fmla="*/ 1471358 h 3815415"/>
              <a:gd name="connsiteX3" fmla="*/ 4347032 w 9827678"/>
              <a:gd name="connsiteY3" fmla="*/ 1304445 h 3815415"/>
              <a:gd name="connsiteX4" fmla="*/ 5834745 w 9827678"/>
              <a:gd name="connsiteY4" fmla="*/ 1826958 h 3815415"/>
              <a:gd name="connsiteX5" fmla="*/ 9383487 w 9827678"/>
              <a:gd name="connsiteY5" fmla="*/ 1819699 h 3815415"/>
              <a:gd name="connsiteX6" fmla="*/ 9419773 w 9827678"/>
              <a:gd name="connsiteY6" fmla="*/ 1072216 h 3815415"/>
              <a:gd name="connsiteX7" fmla="*/ 6611259 w 9827678"/>
              <a:gd name="connsiteY7" fmla="*/ 1079472 h 3815415"/>
              <a:gd name="connsiteX8" fmla="*/ 4376059 w 9827678"/>
              <a:gd name="connsiteY8" fmla="*/ 27188 h 3815415"/>
              <a:gd name="connsiteX9" fmla="*/ 1785259 w 9827678"/>
              <a:gd name="connsiteY9" fmla="*/ 5416 h 3815415"/>
              <a:gd name="connsiteX10" fmla="*/ 14517 w 9827678"/>
              <a:gd name="connsiteY10" fmla="*/ 1790673 h 3815415"/>
              <a:gd name="connsiteX11" fmla="*/ 0 w 9827678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704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603194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835423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186567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1308 w 9897421"/>
              <a:gd name="connsiteY4" fmla="*/ 1865085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64343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48807"/>
              <a:gd name="connsiteY0" fmla="*/ 3338285 h 3338285"/>
              <a:gd name="connsiteX1" fmla="*/ 2183595 w 9848807"/>
              <a:gd name="connsiteY1" fmla="*/ 2590799 h 3338285"/>
              <a:gd name="connsiteX2" fmla="*/ 3061708 w 9848807"/>
              <a:gd name="connsiteY2" fmla="*/ 1357085 h 3338285"/>
              <a:gd name="connsiteX3" fmla="*/ 4019653 w 9848807"/>
              <a:gd name="connsiteY3" fmla="*/ 1349829 h 3338285"/>
              <a:gd name="connsiteX4" fmla="*/ 6218565 w 9848807"/>
              <a:gd name="connsiteY4" fmla="*/ 1857828 h 3338285"/>
              <a:gd name="connsiteX5" fmla="*/ 9375422 w 9848807"/>
              <a:gd name="connsiteY5" fmla="*/ 1872340 h 3338285"/>
              <a:gd name="connsiteX6" fmla="*/ 9411708 w 9848807"/>
              <a:gd name="connsiteY6" fmla="*/ 1074057 h 3338285"/>
              <a:gd name="connsiteX7" fmla="*/ 7220052 w 9848807"/>
              <a:gd name="connsiteY7" fmla="*/ 1030513 h 3338285"/>
              <a:gd name="connsiteX8" fmla="*/ 4367994 w 9848807"/>
              <a:gd name="connsiteY8" fmla="*/ 0 h 3338285"/>
              <a:gd name="connsiteX9" fmla="*/ 1777194 w 9848807"/>
              <a:gd name="connsiteY9" fmla="*/ 7257 h 3338285"/>
              <a:gd name="connsiteX10" fmla="*/ 6452 w 9848807"/>
              <a:gd name="connsiteY10" fmla="*/ 1792514 h 3338285"/>
              <a:gd name="connsiteX11" fmla="*/ 6449 w 9848807"/>
              <a:gd name="connsiteY11" fmla="*/ 2285999 h 3338285"/>
              <a:gd name="connsiteX0" fmla="*/ 2176336 w 9617474"/>
              <a:gd name="connsiteY0" fmla="*/ 3338285 h 3338285"/>
              <a:gd name="connsiteX1" fmla="*/ 2183595 w 9617474"/>
              <a:gd name="connsiteY1" fmla="*/ 2590799 h 3338285"/>
              <a:gd name="connsiteX2" fmla="*/ 3061708 w 9617474"/>
              <a:gd name="connsiteY2" fmla="*/ 1357085 h 3338285"/>
              <a:gd name="connsiteX3" fmla="*/ 4019653 w 9617474"/>
              <a:gd name="connsiteY3" fmla="*/ 1349829 h 3338285"/>
              <a:gd name="connsiteX4" fmla="*/ 6218565 w 9617474"/>
              <a:gd name="connsiteY4" fmla="*/ 1857828 h 3338285"/>
              <a:gd name="connsiteX5" fmla="*/ 9375422 w 9617474"/>
              <a:gd name="connsiteY5" fmla="*/ 1872340 h 3338285"/>
              <a:gd name="connsiteX6" fmla="*/ 9411708 w 9617474"/>
              <a:gd name="connsiteY6" fmla="*/ 1074057 h 3338285"/>
              <a:gd name="connsiteX7" fmla="*/ 7220052 w 9617474"/>
              <a:gd name="connsiteY7" fmla="*/ 1030513 h 3338285"/>
              <a:gd name="connsiteX8" fmla="*/ 4367994 w 9617474"/>
              <a:gd name="connsiteY8" fmla="*/ 0 h 3338285"/>
              <a:gd name="connsiteX9" fmla="*/ 1777194 w 9617474"/>
              <a:gd name="connsiteY9" fmla="*/ 7257 h 3338285"/>
              <a:gd name="connsiteX10" fmla="*/ 6452 w 9617474"/>
              <a:gd name="connsiteY10" fmla="*/ 1792514 h 3338285"/>
              <a:gd name="connsiteX11" fmla="*/ 6449 w 9617474"/>
              <a:gd name="connsiteY11" fmla="*/ 2285999 h 3338285"/>
              <a:gd name="connsiteX0" fmla="*/ 2176336 w 9740774"/>
              <a:gd name="connsiteY0" fmla="*/ 3338285 h 3338285"/>
              <a:gd name="connsiteX1" fmla="*/ 2183595 w 9740774"/>
              <a:gd name="connsiteY1" fmla="*/ 2590799 h 3338285"/>
              <a:gd name="connsiteX2" fmla="*/ 3061708 w 9740774"/>
              <a:gd name="connsiteY2" fmla="*/ 1357085 h 3338285"/>
              <a:gd name="connsiteX3" fmla="*/ 4019653 w 9740774"/>
              <a:gd name="connsiteY3" fmla="*/ 1349829 h 3338285"/>
              <a:gd name="connsiteX4" fmla="*/ 6218565 w 9740774"/>
              <a:gd name="connsiteY4" fmla="*/ 1857828 h 3338285"/>
              <a:gd name="connsiteX5" fmla="*/ 9375422 w 9740774"/>
              <a:gd name="connsiteY5" fmla="*/ 1872340 h 3338285"/>
              <a:gd name="connsiteX6" fmla="*/ 9411708 w 9740774"/>
              <a:gd name="connsiteY6" fmla="*/ 1074057 h 3338285"/>
              <a:gd name="connsiteX7" fmla="*/ 7220052 w 9740774"/>
              <a:gd name="connsiteY7" fmla="*/ 1030513 h 3338285"/>
              <a:gd name="connsiteX8" fmla="*/ 4367994 w 9740774"/>
              <a:gd name="connsiteY8" fmla="*/ 0 h 3338285"/>
              <a:gd name="connsiteX9" fmla="*/ 1777194 w 9740774"/>
              <a:gd name="connsiteY9" fmla="*/ 7257 h 3338285"/>
              <a:gd name="connsiteX10" fmla="*/ 6452 w 9740774"/>
              <a:gd name="connsiteY10" fmla="*/ 1792514 h 3338285"/>
              <a:gd name="connsiteX11" fmla="*/ 6449 w 9740774"/>
              <a:gd name="connsiteY11" fmla="*/ 2285999 h 3338285"/>
              <a:gd name="connsiteX0" fmla="*/ 2176336 w 9730179"/>
              <a:gd name="connsiteY0" fmla="*/ 3338285 h 3338285"/>
              <a:gd name="connsiteX1" fmla="*/ 2183595 w 9730179"/>
              <a:gd name="connsiteY1" fmla="*/ 2590799 h 3338285"/>
              <a:gd name="connsiteX2" fmla="*/ 3061708 w 9730179"/>
              <a:gd name="connsiteY2" fmla="*/ 1357085 h 3338285"/>
              <a:gd name="connsiteX3" fmla="*/ 4019653 w 9730179"/>
              <a:gd name="connsiteY3" fmla="*/ 1349829 h 3338285"/>
              <a:gd name="connsiteX4" fmla="*/ 6218565 w 9730179"/>
              <a:gd name="connsiteY4" fmla="*/ 1857828 h 3338285"/>
              <a:gd name="connsiteX5" fmla="*/ 9375422 w 9730179"/>
              <a:gd name="connsiteY5" fmla="*/ 1872340 h 3338285"/>
              <a:gd name="connsiteX6" fmla="*/ 9411708 w 9730179"/>
              <a:gd name="connsiteY6" fmla="*/ 1074057 h 3338285"/>
              <a:gd name="connsiteX7" fmla="*/ 7220052 w 9730179"/>
              <a:gd name="connsiteY7" fmla="*/ 1030513 h 3338285"/>
              <a:gd name="connsiteX8" fmla="*/ 4367994 w 9730179"/>
              <a:gd name="connsiteY8" fmla="*/ 0 h 3338285"/>
              <a:gd name="connsiteX9" fmla="*/ 1777194 w 9730179"/>
              <a:gd name="connsiteY9" fmla="*/ 7257 h 3338285"/>
              <a:gd name="connsiteX10" fmla="*/ 6452 w 9730179"/>
              <a:gd name="connsiteY10" fmla="*/ 1792514 h 3338285"/>
              <a:gd name="connsiteX11" fmla="*/ 6449 w 9730179"/>
              <a:gd name="connsiteY11" fmla="*/ 2285999 h 3338285"/>
              <a:gd name="connsiteX0" fmla="*/ 2176336 w 9759395"/>
              <a:gd name="connsiteY0" fmla="*/ 3338285 h 3338285"/>
              <a:gd name="connsiteX1" fmla="*/ 2183595 w 9759395"/>
              <a:gd name="connsiteY1" fmla="*/ 2590799 h 3338285"/>
              <a:gd name="connsiteX2" fmla="*/ 3061708 w 9759395"/>
              <a:gd name="connsiteY2" fmla="*/ 1357085 h 3338285"/>
              <a:gd name="connsiteX3" fmla="*/ 4019653 w 9759395"/>
              <a:gd name="connsiteY3" fmla="*/ 1349829 h 3338285"/>
              <a:gd name="connsiteX4" fmla="*/ 6218565 w 9759395"/>
              <a:gd name="connsiteY4" fmla="*/ 1857828 h 3338285"/>
              <a:gd name="connsiteX5" fmla="*/ 9375422 w 9759395"/>
              <a:gd name="connsiteY5" fmla="*/ 1872340 h 3338285"/>
              <a:gd name="connsiteX6" fmla="*/ 9411708 w 9759395"/>
              <a:gd name="connsiteY6" fmla="*/ 1074057 h 3338285"/>
              <a:gd name="connsiteX7" fmla="*/ 7220052 w 9759395"/>
              <a:gd name="connsiteY7" fmla="*/ 1030513 h 3338285"/>
              <a:gd name="connsiteX8" fmla="*/ 4367994 w 9759395"/>
              <a:gd name="connsiteY8" fmla="*/ 0 h 3338285"/>
              <a:gd name="connsiteX9" fmla="*/ 1777194 w 9759395"/>
              <a:gd name="connsiteY9" fmla="*/ 7257 h 3338285"/>
              <a:gd name="connsiteX10" fmla="*/ 6452 w 9759395"/>
              <a:gd name="connsiteY10" fmla="*/ 1792514 h 3338285"/>
              <a:gd name="connsiteX11" fmla="*/ 6449 w 9759395"/>
              <a:gd name="connsiteY11" fmla="*/ 2285999 h 3338285"/>
              <a:gd name="connsiteX0" fmla="*/ 2176336 w 9770679"/>
              <a:gd name="connsiteY0" fmla="*/ 3338285 h 3338285"/>
              <a:gd name="connsiteX1" fmla="*/ 2183595 w 9770679"/>
              <a:gd name="connsiteY1" fmla="*/ 2590799 h 3338285"/>
              <a:gd name="connsiteX2" fmla="*/ 3061708 w 9770679"/>
              <a:gd name="connsiteY2" fmla="*/ 1357085 h 3338285"/>
              <a:gd name="connsiteX3" fmla="*/ 4019653 w 9770679"/>
              <a:gd name="connsiteY3" fmla="*/ 1349829 h 3338285"/>
              <a:gd name="connsiteX4" fmla="*/ 6218565 w 9770679"/>
              <a:gd name="connsiteY4" fmla="*/ 1857828 h 3338285"/>
              <a:gd name="connsiteX5" fmla="*/ 9375422 w 9770679"/>
              <a:gd name="connsiteY5" fmla="*/ 1872340 h 3338285"/>
              <a:gd name="connsiteX6" fmla="*/ 9411708 w 9770679"/>
              <a:gd name="connsiteY6" fmla="*/ 1074057 h 3338285"/>
              <a:gd name="connsiteX7" fmla="*/ 7220052 w 9770679"/>
              <a:gd name="connsiteY7" fmla="*/ 1030513 h 3338285"/>
              <a:gd name="connsiteX8" fmla="*/ 4367994 w 9770679"/>
              <a:gd name="connsiteY8" fmla="*/ 0 h 3338285"/>
              <a:gd name="connsiteX9" fmla="*/ 1777194 w 9770679"/>
              <a:gd name="connsiteY9" fmla="*/ 7257 h 3338285"/>
              <a:gd name="connsiteX10" fmla="*/ 6452 w 9770679"/>
              <a:gd name="connsiteY10" fmla="*/ 1792514 h 3338285"/>
              <a:gd name="connsiteX11" fmla="*/ 6449 w 9770679"/>
              <a:gd name="connsiteY11" fmla="*/ 2285999 h 3338285"/>
              <a:gd name="connsiteX0" fmla="*/ 2176336 w 9603515"/>
              <a:gd name="connsiteY0" fmla="*/ 3338285 h 3338285"/>
              <a:gd name="connsiteX1" fmla="*/ 2183595 w 9603515"/>
              <a:gd name="connsiteY1" fmla="*/ 2590799 h 3338285"/>
              <a:gd name="connsiteX2" fmla="*/ 3061708 w 9603515"/>
              <a:gd name="connsiteY2" fmla="*/ 1357085 h 3338285"/>
              <a:gd name="connsiteX3" fmla="*/ 4019653 w 9603515"/>
              <a:gd name="connsiteY3" fmla="*/ 1349829 h 3338285"/>
              <a:gd name="connsiteX4" fmla="*/ 6218565 w 9603515"/>
              <a:gd name="connsiteY4" fmla="*/ 1857828 h 3338285"/>
              <a:gd name="connsiteX5" fmla="*/ 9375422 w 9603515"/>
              <a:gd name="connsiteY5" fmla="*/ 1872340 h 3338285"/>
              <a:gd name="connsiteX6" fmla="*/ 9411708 w 9603515"/>
              <a:gd name="connsiteY6" fmla="*/ 1074057 h 3338285"/>
              <a:gd name="connsiteX7" fmla="*/ 7220052 w 9603515"/>
              <a:gd name="connsiteY7" fmla="*/ 1030513 h 3338285"/>
              <a:gd name="connsiteX8" fmla="*/ 4367994 w 9603515"/>
              <a:gd name="connsiteY8" fmla="*/ 0 h 3338285"/>
              <a:gd name="connsiteX9" fmla="*/ 1777194 w 9603515"/>
              <a:gd name="connsiteY9" fmla="*/ 7257 h 3338285"/>
              <a:gd name="connsiteX10" fmla="*/ 6452 w 9603515"/>
              <a:gd name="connsiteY10" fmla="*/ 1792514 h 3338285"/>
              <a:gd name="connsiteX11" fmla="*/ 6449 w 9603515"/>
              <a:gd name="connsiteY11" fmla="*/ 2285999 h 3338285"/>
              <a:gd name="connsiteX0" fmla="*/ 2176336 w 9778128"/>
              <a:gd name="connsiteY0" fmla="*/ 3338285 h 3338285"/>
              <a:gd name="connsiteX1" fmla="*/ 2183595 w 9778128"/>
              <a:gd name="connsiteY1" fmla="*/ 2590799 h 3338285"/>
              <a:gd name="connsiteX2" fmla="*/ 3061708 w 9778128"/>
              <a:gd name="connsiteY2" fmla="*/ 1357085 h 3338285"/>
              <a:gd name="connsiteX3" fmla="*/ 4019653 w 9778128"/>
              <a:gd name="connsiteY3" fmla="*/ 1349829 h 3338285"/>
              <a:gd name="connsiteX4" fmla="*/ 6218565 w 9778128"/>
              <a:gd name="connsiteY4" fmla="*/ 1857828 h 3338285"/>
              <a:gd name="connsiteX5" fmla="*/ 9375422 w 9778128"/>
              <a:gd name="connsiteY5" fmla="*/ 1872340 h 3338285"/>
              <a:gd name="connsiteX6" fmla="*/ 9411708 w 9778128"/>
              <a:gd name="connsiteY6" fmla="*/ 1074057 h 3338285"/>
              <a:gd name="connsiteX7" fmla="*/ 7220052 w 9778128"/>
              <a:gd name="connsiteY7" fmla="*/ 1030513 h 3338285"/>
              <a:gd name="connsiteX8" fmla="*/ 4367994 w 9778128"/>
              <a:gd name="connsiteY8" fmla="*/ 0 h 3338285"/>
              <a:gd name="connsiteX9" fmla="*/ 1777194 w 9778128"/>
              <a:gd name="connsiteY9" fmla="*/ 7257 h 3338285"/>
              <a:gd name="connsiteX10" fmla="*/ 6452 w 9778128"/>
              <a:gd name="connsiteY10" fmla="*/ 1792514 h 3338285"/>
              <a:gd name="connsiteX11" fmla="*/ 6449 w 9778128"/>
              <a:gd name="connsiteY11" fmla="*/ 2285999 h 33382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7573 w 9780315"/>
              <a:gd name="connsiteY0" fmla="*/ 4671785 h 4671785"/>
              <a:gd name="connsiteX1" fmla="*/ 2192132 w 9780315"/>
              <a:gd name="connsiteY1" fmla="*/ 2590799 h 4671785"/>
              <a:gd name="connsiteX2" fmla="*/ 3063895 w 9780315"/>
              <a:gd name="connsiteY2" fmla="*/ 1357085 h 4671785"/>
              <a:gd name="connsiteX3" fmla="*/ 4021840 w 9780315"/>
              <a:gd name="connsiteY3" fmla="*/ 1349829 h 4671785"/>
              <a:gd name="connsiteX4" fmla="*/ 6220752 w 9780315"/>
              <a:gd name="connsiteY4" fmla="*/ 1857828 h 4671785"/>
              <a:gd name="connsiteX5" fmla="*/ 9377609 w 9780315"/>
              <a:gd name="connsiteY5" fmla="*/ 1872340 h 4671785"/>
              <a:gd name="connsiteX6" fmla="*/ 9413895 w 9780315"/>
              <a:gd name="connsiteY6" fmla="*/ 1074057 h 4671785"/>
              <a:gd name="connsiteX7" fmla="*/ 7222239 w 9780315"/>
              <a:gd name="connsiteY7" fmla="*/ 1030513 h 4671785"/>
              <a:gd name="connsiteX8" fmla="*/ 4370181 w 9780315"/>
              <a:gd name="connsiteY8" fmla="*/ 0 h 4671785"/>
              <a:gd name="connsiteX9" fmla="*/ 1779381 w 9780315"/>
              <a:gd name="connsiteY9" fmla="*/ 7257 h 4671785"/>
              <a:gd name="connsiteX10" fmla="*/ 8639 w 9780315"/>
              <a:gd name="connsiteY10" fmla="*/ 1792514 h 4671785"/>
              <a:gd name="connsiteX11" fmla="*/ 2286 w 9780315"/>
              <a:gd name="connsiteY11" fmla="*/ 3003549 h 4671785"/>
              <a:gd name="connsiteX0" fmla="*/ 2191234 w 9773976"/>
              <a:gd name="connsiteY0" fmla="*/ 4671785 h 4671785"/>
              <a:gd name="connsiteX1" fmla="*/ 2185793 w 9773976"/>
              <a:gd name="connsiteY1" fmla="*/ 2590799 h 4671785"/>
              <a:gd name="connsiteX2" fmla="*/ 3057556 w 9773976"/>
              <a:gd name="connsiteY2" fmla="*/ 1357085 h 4671785"/>
              <a:gd name="connsiteX3" fmla="*/ 4015501 w 9773976"/>
              <a:gd name="connsiteY3" fmla="*/ 1349829 h 4671785"/>
              <a:gd name="connsiteX4" fmla="*/ 6214413 w 9773976"/>
              <a:gd name="connsiteY4" fmla="*/ 1857828 h 4671785"/>
              <a:gd name="connsiteX5" fmla="*/ 9371270 w 9773976"/>
              <a:gd name="connsiteY5" fmla="*/ 1872340 h 4671785"/>
              <a:gd name="connsiteX6" fmla="*/ 9407556 w 9773976"/>
              <a:gd name="connsiteY6" fmla="*/ 1074057 h 4671785"/>
              <a:gd name="connsiteX7" fmla="*/ 7215900 w 9773976"/>
              <a:gd name="connsiteY7" fmla="*/ 1030513 h 4671785"/>
              <a:gd name="connsiteX8" fmla="*/ 4363842 w 9773976"/>
              <a:gd name="connsiteY8" fmla="*/ 0 h 4671785"/>
              <a:gd name="connsiteX9" fmla="*/ 1773042 w 9773976"/>
              <a:gd name="connsiteY9" fmla="*/ 7257 h 4671785"/>
              <a:gd name="connsiteX10" fmla="*/ 2300 w 9773976"/>
              <a:gd name="connsiteY10" fmla="*/ 1792514 h 4671785"/>
              <a:gd name="connsiteX11" fmla="*/ 46747 w 9773976"/>
              <a:gd name="connsiteY11" fmla="*/ 3124199 h 4671785"/>
              <a:gd name="connsiteX0" fmla="*/ 2194069 w 9776811"/>
              <a:gd name="connsiteY0" fmla="*/ 4671785 h 4671785"/>
              <a:gd name="connsiteX1" fmla="*/ 2188628 w 9776811"/>
              <a:gd name="connsiteY1" fmla="*/ 2590799 h 4671785"/>
              <a:gd name="connsiteX2" fmla="*/ 3060391 w 9776811"/>
              <a:gd name="connsiteY2" fmla="*/ 1357085 h 4671785"/>
              <a:gd name="connsiteX3" fmla="*/ 4018336 w 9776811"/>
              <a:gd name="connsiteY3" fmla="*/ 1349829 h 4671785"/>
              <a:gd name="connsiteX4" fmla="*/ 6217248 w 9776811"/>
              <a:gd name="connsiteY4" fmla="*/ 1857828 h 4671785"/>
              <a:gd name="connsiteX5" fmla="*/ 9374105 w 9776811"/>
              <a:gd name="connsiteY5" fmla="*/ 1872340 h 4671785"/>
              <a:gd name="connsiteX6" fmla="*/ 9410391 w 9776811"/>
              <a:gd name="connsiteY6" fmla="*/ 1074057 h 4671785"/>
              <a:gd name="connsiteX7" fmla="*/ 7218735 w 9776811"/>
              <a:gd name="connsiteY7" fmla="*/ 1030513 h 4671785"/>
              <a:gd name="connsiteX8" fmla="*/ 4366677 w 9776811"/>
              <a:gd name="connsiteY8" fmla="*/ 0 h 4671785"/>
              <a:gd name="connsiteX9" fmla="*/ 1775877 w 9776811"/>
              <a:gd name="connsiteY9" fmla="*/ 7257 h 4671785"/>
              <a:gd name="connsiteX10" fmla="*/ 5135 w 9776811"/>
              <a:gd name="connsiteY10" fmla="*/ 1792514 h 4671785"/>
              <a:gd name="connsiteX11" fmla="*/ 11482 w 9776811"/>
              <a:gd name="connsiteY11" fmla="*/ 3124199 h 4671785"/>
              <a:gd name="connsiteX0" fmla="*/ 2168669 w 9776811"/>
              <a:gd name="connsiteY0" fmla="*/ 4493985 h 4493985"/>
              <a:gd name="connsiteX1" fmla="*/ 2188628 w 9776811"/>
              <a:gd name="connsiteY1" fmla="*/ 2590799 h 4493985"/>
              <a:gd name="connsiteX2" fmla="*/ 3060391 w 9776811"/>
              <a:gd name="connsiteY2" fmla="*/ 1357085 h 4493985"/>
              <a:gd name="connsiteX3" fmla="*/ 4018336 w 9776811"/>
              <a:gd name="connsiteY3" fmla="*/ 1349829 h 4493985"/>
              <a:gd name="connsiteX4" fmla="*/ 6217248 w 9776811"/>
              <a:gd name="connsiteY4" fmla="*/ 1857828 h 4493985"/>
              <a:gd name="connsiteX5" fmla="*/ 9374105 w 9776811"/>
              <a:gd name="connsiteY5" fmla="*/ 1872340 h 4493985"/>
              <a:gd name="connsiteX6" fmla="*/ 9410391 w 9776811"/>
              <a:gd name="connsiteY6" fmla="*/ 1074057 h 4493985"/>
              <a:gd name="connsiteX7" fmla="*/ 7218735 w 9776811"/>
              <a:gd name="connsiteY7" fmla="*/ 1030513 h 4493985"/>
              <a:gd name="connsiteX8" fmla="*/ 4366677 w 9776811"/>
              <a:gd name="connsiteY8" fmla="*/ 0 h 4493985"/>
              <a:gd name="connsiteX9" fmla="*/ 1775877 w 9776811"/>
              <a:gd name="connsiteY9" fmla="*/ 7257 h 4493985"/>
              <a:gd name="connsiteX10" fmla="*/ 5135 w 9776811"/>
              <a:gd name="connsiteY10" fmla="*/ 1792514 h 4493985"/>
              <a:gd name="connsiteX11" fmla="*/ 11482 w 9776811"/>
              <a:gd name="connsiteY11" fmla="*/ 3124199 h 4493985"/>
              <a:gd name="connsiteX0" fmla="*/ 2187719 w 9776811"/>
              <a:gd name="connsiteY0" fmla="*/ 4411435 h 4411435"/>
              <a:gd name="connsiteX1" fmla="*/ 2188628 w 9776811"/>
              <a:gd name="connsiteY1" fmla="*/ 2590799 h 4411435"/>
              <a:gd name="connsiteX2" fmla="*/ 3060391 w 9776811"/>
              <a:gd name="connsiteY2" fmla="*/ 1357085 h 4411435"/>
              <a:gd name="connsiteX3" fmla="*/ 4018336 w 9776811"/>
              <a:gd name="connsiteY3" fmla="*/ 1349829 h 4411435"/>
              <a:gd name="connsiteX4" fmla="*/ 6217248 w 9776811"/>
              <a:gd name="connsiteY4" fmla="*/ 1857828 h 4411435"/>
              <a:gd name="connsiteX5" fmla="*/ 9374105 w 9776811"/>
              <a:gd name="connsiteY5" fmla="*/ 1872340 h 4411435"/>
              <a:gd name="connsiteX6" fmla="*/ 9410391 w 9776811"/>
              <a:gd name="connsiteY6" fmla="*/ 1074057 h 4411435"/>
              <a:gd name="connsiteX7" fmla="*/ 7218735 w 9776811"/>
              <a:gd name="connsiteY7" fmla="*/ 1030513 h 4411435"/>
              <a:gd name="connsiteX8" fmla="*/ 4366677 w 9776811"/>
              <a:gd name="connsiteY8" fmla="*/ 0 h 4411435"/>
              <a:gd name="connsiteX9" fmla="*/ 1775877 w 9776811"/>
              <a:gd name="connsiteY9" fmla="*/ 7257 h 4411435"/>
              <a:gd name="connsiteX10" fmla="*/ 5135 w 9776811"/>
              <a:gd name="connsiteY10" fmla="*/ 1792514 h 4411435"/>
              <a:gd name="connsiteX11" fmla="*/ 11482 w 9776811"/>
              <a:gd name="connsiteY11" fmla="*/ 3124199 h 4411435"/>
              <a:gd name="connsiteX0" fmla="*/ 2194069 w 9776811"/>
              <a:gd name="connsiteY0" fmla="*/ 4297135 h 4297135"/>
              <a:gd name="connsiteX1" fmla="*/ 2188628 w 9776811"/>
              <a:gd name="connsiteY1" fmla="*/ 2590799 h 4297135"/>
              <a:gd name="connsiteX2" fmla="*/ 3060391 w 9776811"/>
              <a:gd name="connsiteY2" fmla="*/ 1357085 h 4297135"/>
              <a:gd name="connsiteX3" fmla="*/ 4018336 w 9776811"/>
              <a:gd name="connsiteY3" fmla="*/ 1349829 h 4297135"/>
              <a:gd name="connsiteX4" fmla="*/ 6217248 w 9776811"/>
              <a:gd name="connsiteY4" fmla="*/ 1857828 h 4297135"/>
              <a:gd name="connsiteX5" fmla="*/ 9374105 w 9776811"/>
              <a:gd name="connsiteY5" fmla="*/ 1872340 h 4297135"/>
              <a:gd name="connsiteX6" fmla="*/ 9410391 w 9776811"/>
              <a:gd name="connsiteY6" fmla="*/ 1074057 h 4297135"/>
              <a:gd name="connsiteX7" fmla="*/ 7218735 w 9776811"/>
              <a:gd name="connsiteY7" fmla="*/ 1030513 h 4297135"/>
              <a:gd name="connsiteX8" fmla="*/ 4366677 w 9776811"/>
              <a:gd name="connsiteY8" fmla="*/ 0 h 4297135"/>
              <a:gd name="connsiteX9" fmla="*/ 1775877 w 9776811"/>
              <a:gd name="connsiteY9" fmla="*/ 7257 h 4297135"/>
              <a:gd name="connsiteX10" fmla="*/ 5135 w 9776811"/>
              <a:gd name="connsiteY10" fmla="*/ 1792514 h 4297135"/>
              <a:gd name="connsiteX11" fmla="*/ 11482 w 9776811"/>
              <a:gd name="connsiteY11" fmla="*/ 3124199 h 4297135"/>
              <a:gd name="connsiteX0" fmla="*/ 2162319 w 9776811"/>
              <a:gd name="connsiteY0" fmla="*/ 4055835 h 4055835"/>
              <a:gd name="connsiteX1" fmla="*/ 2188628 w 9776811"/>
              <a:gd name="connsiteY1" fmla="*/ 2590799 h 4055835"/>
              <a:gd name="connsiteX2" fmla="*/ 3060391 w 9776811"/>
              <a:gd name="connsiteY2" fmla="*/ 1357085 h 4055835"/>
              <a:gd name="connsiteX3" fmla="*/ 4018336 w 9776811"/>
              <a:gd name="connsiteY3" fmla="*/ 1349829 h 4055835"/>
              <a:gd name="connsiteX4" fmla="*/ 6217248 w 9776811"/>
              <a:gd name="connsiteY4" fmla="*/ 1857828 h 4055835"/>
              <a:gd name="connsiteX5" fmla="*/ 9374105 w 9776811"/>
              <a:gd name="connsiteY5" fmla="*/ 1872340 h 4055835"/>
              <a:gd name="connsiteX6" fmla="*/ 9410391 w 9776811"/>
              <a:gd name="connsiteY6" fmla="*/ 1074057 h 4055835"/>
              <a:gd name="connsiteX7" fmla="*/ 7218735 w 9776811"/>
              <a:gd name="connsiteY7" fmla="*/ 1030513 h 4055835"/>
              <a:gd name="connsiteX8" fmla="*/ 4366677 w 9776811"/>
              <a:gd name="connsiteY8" fmla="*/ 0 h 4055835"/>
              <a:gd name="connsiteX9" fmla="*/ 1775877 w 9776811"/>
              <a:gd name="connsiteY9" fmla="*/ 7257 h 4055835"/>
              <a:gd name="connsiteX10" fmla="*/ 5135 w 9776811"/>
              <a:gd name="connsiteY10" fmla="*/ 1792514 h 4055835"/>
              <a:gd name="connsiteX11" fmla="*/ 11482 w 9776811"/>
              <a:gd name="connsiteY11" fmla="*/ 3124199 h 4055835"/>
              <a:gd name="connsiteX0" fmla="*/ 2187719 w 9776811"/>
              <a:gd name="connsiteY0" fmla="*/ 4062185 h 4062185"/>
              <a:gd name="connsiteX1" fmla="*/ 2188628 w 9776811"/>
              <a:gd name="connsiteY1" fmla="*/ 2590799 h 4062185"/>
              <a:gd name="connsiteX2" fmla="*/ 3060391 w 9776811"/>
              <a:gd name="connsiteY2" fmla="*/ 1357085 h 4062185"/>
              <a:gd name="connsiteX3" fmla="*/ 4018336 w 9776811"/>
              <a:gd name="connsiteY3" fmla="*/ 1349829 h 4062185"/>
              <a:gd name="connsiteX4" fmla="*/ 6217248 w 9776811"/>
              <a:gd name="connsiteY4" fmla="*/ 1857828 h 4062185"/>
              <a:gd name="connsiteX5" fmla="*/ 9374105 w 9776811"/>
              <a:gd name="connsiteY5" fmla="*/ 1872340 h 4062185"/>
              <a:gd name="connsiteX6" fmla="*/ 9410391 w 9776811"/>
              <a:gd name="connsiteY6" fmla="*/ 1074057 h 4062185"/>
              <a:gd name="connsiteX7" fmla="*/ 7218735 w 9776811"/>
              <a:gd name="connsiteY7" fmla="*/ 1030513 h 4062185"/>
              <a:gd name="connsiteX8" fmla="*/ 4366677 w 9776811"/>
              <a:gd name="connsiteY8" fmla="*/ 0 h 4062185"/>
              <a:gd name="connsiteX9" fmla="*/ 1775877 w 9776811"/>
              <a:gd name="connsiteY9" fmla="*/ 7257 h 4062185"/>
              <a:gd name="connsiteX10" fmla="*/ 5135 w 9776811"/>
              <a:gd name="connsiteY10" fmla="*/ 1792514 h 4062185"/>
              <a:gd name="connsiteX11" fmla="*/ 11482 w 9776811"/>
              <a:gd name="connsiteY11" fmla="*/ 3124199 h 406218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3124199 h 392883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2901949 h 3928835"/>
              <a:gd name="connsiteX0" fmla="*/ 2172703 w 9774495"/>
              <a:gd name="connsiteY0" fmla="*/ 3928835 h 3928835"/>
              <a:gd name="connsiteX1" fmla="*/ 2186312 w 9774495"/>
              <a:gd name="connsiteY1" fmla="*/ 2590799 h 3928835"/>
              <a:gd name="connsiteX2" fmla="*/ 3058075 w 9774495"/>
              <a:gd name="connsiteY2" fmla="*/ 1357085 h 3928835"/>
              <a:gd name="connsiteX3" fmla="*/ 4016020 w 9774495"/>
              <a:gd name="connsiteY3" fmla="*/ 1349829 h 3928835"/>
              <a:gd name="connsiteX4" fmla="*/ 6214932 w 9774495"/>
              <a:gd name="connsiteY4" fmla="*/ 1857828 h 3928835"/>
              <a:gd name="connsiteX5" fmla="*/ 9371789 w 9774495"/>
              <a:gd name="connsiteY5" fmla="*/ 1872340 h 3928835"/>
              <a:gd name="connsiteX6" fmla="*/ 9408075 w 9774495"/>
              <a:gd name="connsiteY6" fmla="*/ 1074057 h 3928835"/>
              <a:gd name="connsiteX7" fmla="*/ 7216419 w 9774495"/>
              <a:gd name="connsiteY7" fmla="*/ 1030513 h 3928835"/>
              <a:gd name="connsiteX8" fmla="*/ 4364361 w 9774495"/>
              <a:gd name="connsiteY8" fmla="*/ 0 h 3928835"/>
              <a:gd name="connsiteX9" fmla="*/ 1773561 w 9774495"/>
              <a:gd name="connsiteY9" fmla="*/ 7257 h 3928835"/>
              <a:gd name="connsiteX10" fmla="*/ 2819 w 9774495"/>
              <a:gd name="connsiteY10" fmla="*/ 1792514 h 3928835"/>
              <a:gd name="connsiteX11" fmla="*/ 34566 w 9774495"/>
              <a:gd name="connsiteY11" fmla="*/ 316864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244849 h 3928835"/>
              <a:gd name="connsiteX0" fmla="*/ 2174146 w 9775938"/>
              <a:gd name="connsiteY0" fmla="*/ 3928835 h 3928835"/>
              <a:gd name="connsiteX1" fmla="*/ 2187755 w 9775938"/>
              <a:gd name="connsiteY1" fmla="*/ 2590799 h 3928835"/>
              <a:gd name="connsiteX2" fmla="*/ 3059518 w 9775938"/>
              <a:gd name="connsiteY2" fmla="*/ 1357085 h 3928835"/>
              <a:gd name="connsiteX3" fmla="*/ 4017463 w 9775938"/>
              <a:gd name="connsiteY3" fmla="*/ 1349829 h 3928835"/>
              <a:gd name="connsiteX4" fmla="*/ 6216375 w 9775938"/>
              <a:gd name="connsiteY4" fmla="*/ 1857828 h 3928835"/>
              <a:gd name="connsiteX5" fmla="*/ 9373232 w 9775938"/>
              <a:gd name="connsiteY5" fmla="*/ 1872340 h 3928835"/>
              <a:gd name="connsiteX6" fmla="*/ 9409518 w 9775938"/>
              <a:gd name="connsiteY6" fmla="*/ 1074057 h 3928835"/>
              <a:gd name="connsiteX7" fmla="*/ 7217862 w 9775938"/>
              <a:gd name="connsiteY7" fmla="*/ 1030513 h 3928835"/>
              <a:gd name="connsiteX8" fmla="*/ 4365804 w 9775938"/>
              <a:gd name="connsiteY8" fmla="*/ 0 h 3928835"/>
              <a:gd name="connsiteX9" fmla="*/ 1775004 w 9775938"/>
              <a:gd name="connsiteY9" fmla="*/ 7257 h 3928835"/>
              <a:gd name="connsiteX10" fmla="*/ 4262 w 9775938"/>
              <a:gd name="connsiteY10" fmla="*/ 1792514 h 3928835"/>
              <a:gd name="connsiteX11" fmla="*/ 16959 w 9775938"/>
              <a:gd name="connsiteY11" fmla="*/ 33400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2638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1876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368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24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0479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717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884385 h 3884385"/>
              <a:gd name="connsiteX1" fmla="*/ 2187134 w 9775317"/>
              <a:gd name="connsiteY1" fmla="*/ 2590799 h 3884385"/>
              <a:gd name="connsiteX2" fmla="*/ 3058897 w 9775317"/>
              <a:gd name="connsiteY2" fmla="*/ 1357085 h 3884385"/>
              <a:gd name="connsiteX3" fmla="*/ 4016842 w 9775317"/>
              <a:gd name="connsiteY3" fmla="*/ 1349829 h 3884385"/>
              <a:gd name="connsiteX4" fmla="*/ 6215754 w 9775317"/>
              <a:gd name="connsiteY4" fmla="*/ 1857828 h 3884385"/>
              <a:gd name="connsiteX5" fmla="*/ 9372611 w 9775317"/>
              <a:gd name="connsiteY5" fmla="*/ 1872340 h 3884385"/>
              <a:gd name="connsiteX6" fmla="*/ 9408897 w 9775317"/>
              <a:gd name="connsiteY6" fmla="*/ 1074057 h 3884385"/>
              <a:gd name="connsiteX7" fmla="*/ 7217241 w 9775317"/>
              <a:gd name="connsiteY7" fmla="*/ 1030513 h 3884385"/>
              <a:gd name="connsiteX8" fmla="*/ 4365183 w 9775317"/>
              <a:gd name="connsiteY8" fmla="*/ 0 h 3884385"/>
              <a:gd name="connsiteX9" fmla="*/ 1774383 w 9775317"/>
              <a:gd name="connsiteY9" fmla="*/ 7257 h 3884385"/>
              <a:gd name="connsiteX10" fmla="*/ 3641 w 9775317"/>
              <a:gd name="connsiteY10" fmla="*/ 1792514 h 3884385"/>
              <a:gd name="connsiteX11" fmla="*/ 22688 w 9775317"/>
              <a:gd name="connsiteY11" fmla="*/ 2997199 h 3884385"/>
              <a:gd name="connsiteX0" fmla="*/ 2173525 w 9775317"/>
              <a:gd name="connsiteY0" fmla="*/ 3846285 h 3846285"/>
              <a:gd name="connsiteX1" fmla="*/ 2187134 w 9775317"/>
              <a:gd name="connsiteY1" fmla="*/ 2590799 h 3846285"/>
              <a:gd name="connsiteX2" fmla="*/ 3058897 w 9775317"/>
              <a:gd name="connsiteY2" fmla="*/ 1357085 h 3846285"/>
              <a:gd name="connsiteX3" fmla="*/ 4016842 w 9775317"/>
              <a:gd name="connsiteY3" fmla="*/ 1349829 h 3846285"/>
              <a:gd name="connsiteX4" fmla="*/ 6215754 w 9775317"/>
              <a:gd name="connsiteY4" fmla="*/ 1857828 h 3846285"/>
              <a:gd name="connsiteX5" fmla="*/ 9372611 w 9775317"/>
              <a:gd name="connsiteY5" fmla="*/ 1872340 h 3846285"/>
              <a:gd name="connsiteX6" fmla="*/ 9408897 w 9775317"/>
              <a:gd name="connsiteY6" fmla="*/ 1074057 h 3846285"/>
              <a:gd name="connsiteX7" fmla="*/ 7217241 w 9775317"/>
              <a:gd name="connsiteY7" fmla="*/ 1030513 h 3846285"/>
              <a:gd name="connsiteX8" fmla="*/ 4365183 w 9775317"/>
              <a:gd name="connsiteY8" fmla="*/ 0 h 3846285"/>
              <a:gd name="connsiteX9" fmla="*/ 1774383 w 9775317"/>
              <a:gd name="connsiteY9" fmla="*/ 7257 h 3846285"/>
              <a:gd name="connsiteX10" fmla="*/ 3641 w 9775317"/>
              <a:gd name="connsiteY10" fmla="*/ 1792514 h 3846285"/>
              <a:gd name="connsiteX11" fmla="*/ 22688 w 9775317"/>
              <a:gd name="connsiteY11" fmla="*/ 2997199 h 3846285"/>
              <a:gd name="connsiteX0" fmla="*/ 2173525 w 9775317"/>
              <a:gd name="connsiteY0" fmla="*/ 3827235 h 3827235"/>
              <a:gd name="connsiteX1" fmla="*/ 2187134 w 9775317"/>
              <a:gd name="connsiteY1" fmla="*/ 2590799 h 3827235"/>
              <a:gd name="connsiteX2" fmla="*/ 3058897 w 9775317"/>
              <a:gd name="connsiteY2" fmla="*/ 1357085 h 3827235"/>
              <a:gd name="connsiteX3" fmla="*/ 4016842 w 9775317"/>
              <a:gd name="connsiteY3" fmla="*/ 1349829 h 3827235"/>
              <a:gd name="connsiteX4" fmla="*/ 6215754 w 9775317"/>
              <a:gd name="connsiteY4" fmla="*/ 1857828 h 3827235"/>
              <a:gd name="connsiteX5" fmla="*/ 9372611 w 9775317"/>
              <a:gd name="connsiteY5" fmla="*/ 1872340 h 3827235"/>
              <a:gd name="connsiteX6" fmla="*/ 9408897 w 9775317"/>
              <a:gd name="connsiteY6" fmla="*/ 1074057 h 3827235"/>
              <a:gd name="connsiteX7" fmla="*/ 7217241 w 9775317"/>
              <a:gd name="connsiteY7" fmla="*/ 1030513 h 3827235"/>
              <a:gd name="connsiteX8" fmla="*/ 4365183 w 9775317"/>
              <a:gd name="connsiteY8" fmla="*/ 0 h 3827235"/>
              <a:gd name="connsiteX9" fmla="*/ 1774383 w 9775317"/>
              <a:gd name="connsiteY9" fmla="*/ 7257 h 3827235"/>
              <a:gd name="connsiteX10" fmla="*/ 3641 w 9775317"/>
              <a:gd name="connsiteY10" fmla="*/ 1792514 h 3827235"/>
              <a:gd name="connsiteX11" fmla="*/ 22688 w 9775317"/>
              <a:gd name="connsiteY11" fmla="*/ 2997199 h 3827235"/>
              <a:gd name="connsiteX0" fmla="*/ 2189400 w 9775317"/>
              <a:gd name="connsiteY0" fmla="*/ 3808185 h 3808185"/>
              <a:gd name="connsiteX1" fmla="*/ 2187134 w 9775317"/>
              <a:gd name="connsiteY1" fmla="*/ 2590799 h 3808185"/>
              <a:gd name="connsiteX2" fmla="*/ 3058897 w 9775317"/>
              <a:gd name="connsiteY2" fmla="*/ 1357085 h 3808185"/>
              <a:gd name="connsiteX3" fmla="*/ 4016842 w 9775317"/>
              <a:gd name="connsiteY3" fmla="*/ 1349829 h 3808185"/>
              <a:gd name="connsiteX4" fmla="*/ 6215754 w 9775317"/>
              <a:gd name="connsiteY4" fmla="*/ 1857828 h 3808185"/>
              <a:gd name="connsiteX5" fmla="*/ 9372611 w 9775317"/>
              <a:gd name="connsiteY5" fmla="*/ 1872340 h 3808185"/>
              <a:gd name="connsiteX6" fmla="*/ 9408897 w 9775317"/>
              <a:gd name="connsiteY6" fmla="*/ 1074057 h 3808185"/>
              <a:gd name="connsiteX7" fmla="*/ 7217241 w 9775317"/>
              <a:gd name="connsiteY7" fmla="*/ 1030513 h 3808185"/>
              <a:gd name="connsiteX8" fmla="*/ 4365183 w 9775317"/>
              <a:gd name="connsiteY8" fmla="*/ 0 h 3808185"/>
              <a:gd name="connsiteX9" fmla="*/ 1774383 w 9775317"/>
              <a:gd name="connsiteY9" fmla="*/ 7257 h 3808185"/>
              <a:gd name="connsiteX10" fmla="*/ 3641 w 9775317"/>
              <a:gd name="connsiteY10" fmla="*/ 1792514 h 3808185"/>
              <a:gd name="connsiteX11" fmla="*/ 22688 w 9775317"/>
              <a:gd name="connsiteY11" fmla="*/ 2997199 h 3808185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297021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47673"/>
              <a:gd name="connsiteY0" fmla="*/ 3779610 h 3779610"/>
              <a:gd name="connsiteX1" fmla="*/ 2189213 w 9747673"/>
              <a:gd name="connsiteY1" fmla="*/ 2590799 h 3779610"/>
              <a:gd name="connsiteX2" fmla="*/ 3060976 w 9747673"/>
              <a:gd name="connsiteY2" fmla="*/ 1357085 h 3779610"/>
              <a:gd name="connsiteX3" fmla="*/ 4018921 w 9747673"/>
              <a:gd name="connsiteY3" fmla="*/ 1349829 h 3779610"/>
              <a:gd name="connsiteX4" fmla="*/ 6217833 w 9747673"/>
              <a:gd name="connsiteY4" fmla="*/ 1857828 h 3779610"/>
              <a:gd name="connsiteX5" fmla="*/ 9374690 w 9747673"/>
              <a:gd name="connsiteY5" fmla="*/ 1872340 h 3779610"/>
              <a:gd name="connsiteX6" fmla="*/ 9410976 w 9747673"/>
              <a:gd name="connsiteY6" fmla="*/ 1074057 h 3779610"/>
              <a:gd name="connsiteX7" fmla="*/ 7219321 w 9747673"/>
              <a:gd name="connsiteY7" fmla="*/ 1010383 h 3779610"/>
              <a:gd name="connsiteX8" fmla="*/ 4367262 w 9747673"/>
              <a:gd name="connsiteY8" fmla="*/ 0 h 3779610"/>
              <a:gd name="connsiteX9" fmla="*/ 1776462 w 9747673"/>
              <a:gd name="connsiteY9" fmla="*/ 7257 h 3779610"/>
              <a:gd name="connsiteX10" fmla="*/ 5720 w 9747673"/>
              <a:gd name="connsiteY10" fmla="*/ 1792514 h 3779610"/>
              <a:gd name="connsiteX11" fmla="*/ 8892 w 9747673"/>
              <a:gd name="connsiteY11" fmla="*/ 3027362 h 3779610"/>
              <a:gd name="connsiteX0" fmla="*/ 2191479 w 9747673"/>
              <a:gd name="connsiteY0" fmla="*/ 3779610 h 3779610"/>
              <a:gd name="connsiteX1" fmla="*/ 2189213 w 9747673"/>
              <a:gd name="connsiteY1" fmla="*/ 2590799 h 3779610"/>
              <a:gd name="connsiteX2" fmla="*/ 3060976 w 9747673"/>
              <a:gd name="connsiteY2" fmla="*/ 1357085 h 3779610"/>
              <a:gd name="connsiteX3" fmla="*/ 4018921 w 9747673"/>
              <a:gd name="connsiteY3" fmla="*/ 1349829 h 3779610"/>
              <a:gd name="connsiteX4" fmla="*/ 6217833 w 9747673"/>
              <a:gd name="connsiteY4" fmla="*/ 1857828 h 3779610"/>
              <a:gd name="connsiteX5" fmla="*/ 9374690 w 9747673"/>
              <a:gd name="connsiteY5" fmla="*/ 1872340 h 3779610"/>
              <a:gd name="connsiteX6" fmla="*/ 9410976 w 9747673"/>
              <a:gd name="connsiteY6" fmla="*/ 1074057 h 3779610"/>
              <a:gd name="connsiteX7" fmla="*/ 7219321 w 9747673"/>
              <a:gd name="connsiteY7" fmla="*/ 1030513 h 3779610"/>
              <a:gd name="connsiteX8" fmla="*/ 4367262 w 9747673"/>
              <a:gd name="connsiteY8" fmla="*/ 0 h 3779610"/>
              <a:gd name="connsiteX9" fmla="*/ 1776462 w 9747673"/>
              <a:gd name="connsiteY9" fmla="*/ 7257 h 3779610"/>
              <a:gd name="connsiteX10" fmla="*/ 5720 w 9747673"/>
              <a:gd name="connsiteY10" fmla="*/ 1792514 h 3779610"/>
              <a:gd name="connsiteX11" fmla="*/ 8892 w 9747673"/>
              <a:gd name="connsiteY11" fmla="*/ 3027362 h 3779610"/>
              <a:gd name="connsiteX0" fmla="*/ 2191479 w 9638501"/>
              <a:gd name="connsiteY0" fmla="*/ 3779610 h 3779610"/>
              <a:gd name="connsiteX1" fmla="*/ 2189213 w 9638501"/>
              <a:gd name="connsiteY1" fmla="*/ 2590799 h 3779610"/>
              <a:gd name="connsiteX2" fmla="*/ 3060976 w 9638501"/>
              <a:gd name="connsiteY2" fmla="*/ 1357085 h 3779610"/>
              <a:gd name="connsiteX3" fmla="*/ 4018921 w 9638501"/>
              <a:gd name="connsiteY3" fmla="*/ 1349829 h 3779610"/>
              <a:gd name="connsiteX4" fmla="*/ 6217833 w 9638501"/>
              <a:gd name="connsiteY4" fmla="*/ 1857828 h 3779610"/>
              <a:gd name="connsiteX5" fmla="*/ 9374690 w 9638501"/>
              <a:gd name="connsiteY5" fmla="*/ 1872340 h 3779610"/>
              <a:gd name="connsiteX6" fmla="*/ 9410976 w 9638501"/>
              <a:gd name="connsiteY6" fmla="*/ 1074057 h 3779610"/>
              <a:gd name="connsiteX7" fmla="*/ 7219321 w 9638501"/>
              <a:gd name="connsiteY7" fmla="*/ 1030513 h 3779610"/>
              <a:gd name="connsiteX8" fmla="*/ 4367262 w 9638501"/>
              <a:gd name="connsiteY8" fmla="*/ 0 h 3779610"/>
              <a:gd name="connsiteX9" fmla="*/ 1776462 w 9638501"/>
              <a:gd name="connsiteY9" fmla="*/ 7257 h 3779610"/>
              <a:gd name="connsiteX10" fmla="*/ 5720 w 9638501"/>
              <a:gd name="connsiteY10" fmla="*/ 1792514 h 3779610"/>
              <a:gd name="connsiteX11" fmla="*/ 8892 w 9638501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12899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38990"/>
              <a:gd name="connsiteY0" fmla="*/ 3779610 h 3779610"/>
              <a:gd name="connsiteX1" fmla="*/ 2189213 w 9738990"/>
              <a:gd name="connsiteY1" fmla="*/ 2590799 h 3779610"/>
              <a:gd name="connsiteX2" fmla="*/ 3060976 w 9738990"/>
              <a:gd name="connsiteY2" fmla="*/ 1357085 h 3779610"/>
              <a:gd name="connsiteX3" fmla="*/ 4018921 w 9738990"/>
              <a:gd name="connsiteY3" fmla="*/ 1349829 h 3779610"/>
              <a:gd name="connsiteX4" fmla="*/ 6217833 w 9738990"/>
              <a:gd name="connsiteY4" fmla="*/ 1857828 h 3779610"/>
              <a:gd name="connsiteX5" fmla="*/ 9374690 w 9738990"/>
              <a:gd name="connsiteY5" fmla="*/ 1872340 h 3779610"/>
              <a:gd name="connsiteX6" fmla="*/ 9408041 w 9738990"/>
              <a:gd name="connsiteY6" fmla="*/ 1059379 h 3779610"/>
              <a:gd name="connsiteX7" fmla="*/ 7219321 w 9738990"/>
              <a:gd name="connsiteY7" fmla="*/ 1012899 h 3779610"/>
              <a:gd name="connsiteX8" fmla="*/ 4367262 w 9738990"/>
              <a:gd name="connsiteY8" fmla="*/ 0 h 3779610"/>
              <a:gd name="connsiteX9" fmla="*/ 1776462 w 9738990"/>
              <a:gd name="connsiteY9" fmla="*/ 7257 h 3779610"/>
              <a:gd name="connsiteX10" fmla="*/ 5720 w 9738990"/>
              <a:gd name="connsiteY10" fmla="*/ 1792514 h 3779610"/>
              <a:gd name="connsiteX11" fmla="*/ 8892 w 9738990"/>
              <a:gd name="connsiteY11" fmla="*/ 3027362 h 3779610"/>
              <a:gd name="connsiteX0" fmla="*/ 2191479 w 9737730"/>
              <a:gd name="connsiteY0" fmla="*/ 3779610 h 3779610"/>
              <a:gd name="connsiteX1" fmla="*/ 2189213 w 9737730"/>
              <a:gd name="connsiteY1" fmla="*/ 2590799 h 3779610"/>
              <a:gd name="connsiteX2" fmla="*/ 3060976 w 9737730"/>
              <a:gd name="connsiteY2" fmla="*/ 1357085 h 3779610"/>
              <a:gd name="connsiteX3" fmla="*/ 4018921 w 9737730"/>
              <a:gd name="connsiteY3" fmla="*/ 1349829 h 3779610"/>
              <a:gd name="connsiteX4" fmla="*/ 6217833 w 9737730"/>
              <a:gd name="connsiteY4" fmla="*/ 1857828 h 3779610"/>
              <a:gd name="connsiteX5" fmla="*/ 9374690 w 9737730"/>
              <a:gd name="connsiteY5" fmla="*/ 1872340 h 3779610"/>
              <a:gd name="connsiteX6" fmla="*/ 9405106 w 9737730"/>
              <a:gd name="connsiteY6" fmla="*/ 1050572 h 3779610"/>
              <a:gd name="connsiteX7" fmla="*/ 7219321 w 9737730"/>
              <a:gd name="connsiteY7" fmla="*/ 1012899 h 3779610"/>
              <a:gd name="connsiteX8" fmla="*/ 4367262 w 9737730"/>
              <a:gd name="connsiteY8" fmla="*/ 0 h 3779610"/>
              <a:gd name="connsiteX9" fmla="*/ 1776462 w 9737730"/>
              <a:gd name="connsiteY9" fmla="*/ 7257 h 3779610"/>
              <a:gd name="connsiteX10" fmla="*/ 5720 w 9737730"/>
              <a:gd name="connsiteY10" fmla="*/ 1792514 h 3779610"/>
              <a:gd name="connsiteX11" fmla="*/ 8892 w 9737730"/>
              <a:gd name="connsiteY11" fmla="*/ 3027362 h 3779610"/>
              <a:gd name="connsiteX0" fmla="*/ 2191479 w 9737730"/>
              <a:gd name="connsiteY0" fmla="*/ 3779610 h 3779610"/>
              <a:gd name="connsiteX1" fmla="*/ 2189213 w 9737730"/>
              <a:gd name="connsiteY1" fmla="*/ 2590799 h 3779610"/>
              <a:gd name="connsiteX2" fmla="*/ 3060976 w 9737730"/>
              <a:gd name="connsiteY2" fmla="*/ 1357085 h 3779610"/>
              <a:gd name="connsiteX3" fmla="*/ 4018921 w 9737730"/>
              <a:gd name="connsiteY3" fmla="*/ 1349829 h 3779610"/>
              <a:gd name="connsiteX4" fmla="*/ 6217833 w 9737730"/>
              <a:gd name="connsiteY4" fmla="*/ 1857828 h 3779610"/>
              <a:gd name="connsiteX5" fmla="*/ 9374690 w 9737730"/>
              <a:gd name="connsiteY5" fmla="*/ 1872340 h 3779610"/>
              <a:gd name="connsiteX6" fmla="*/ 9405106 w 9737730"/>
              <a:gd name="connsiteY6" fmla="*/ 1050572 h 3779610"/>
              <a:gd name="connsiteX7" fmla="*/ 7219321 w 9737730"/>
              <a:gd name="connsiteY7" fmla="*/ 1012899 h 3779610"/>
              <a:gd name="connsiteX8" fmla="*/ 4367262 w 9737730"/>
              <a:gd name="connsiteY8" fmla="*/ 0 h 3779610"/>
              <a:gd name="connsiteX9" fmla="*/ 1776462 w 9737730"/>
              <a:gd name="connsiteY9" fmla="*/ 7257 h 3779610"/>
              <a:gd name="connsiteX10" fmla="*/ 5720 w 9737730"/>
              <a:gd name="connsiteY10" fmla="*/ 1792514 h 3779610"/>
              <a:gd name="connsiteX11" fmla="*/ 8892 w 9737730"/>
              <a:gd name="connsiteY11" fmla="*/ 3027362 h 3779610"/>
              <a:gd name="connsiteX0" fmla="*/ 2191479 w 9753780"/>
              <a:gd name="connsiteY0" fmla="*/ 3779610 h 3779610"/>
              <a:gd name="connsiteX1" fmla="*/ 2189213 w 9753780"/>
              <a:gd name="connsiteY1" fmla="*/ 2590799 h 3779610"/>
              <a:gd name="connsiteX2" fmla="*/ 3060976 w 9753780"/>
              <a:gd name="connsiteY2" fmla="*/ 1357085 h 3779610"/>
              <a:gd name="connsiteX3" fmla="*/ 4018921 w 9753780"/>
              <a:gd name="connsiteY3" fmla="*/ 1349829 h 3779610"/>
              <a:gd name="connsiteX4" fmla="*/ 6217833 w 9753780"/>
              <a:gd name="connsiteY4" fmla="*/ 1857828 h 3779610"/>
              <a:gd name="connsiteX5" fmla="*/ 9374690 w 9753780"/>
              <a:gd name="connsiteY5" fmla="*/ 1872340 h 3779610"/>
              <a:gd name="connsiteX6" fmla="*/ 9405106 w 9753780"/>
              <a:gd name="connsiteY6" fmla="*/ 1050572 h 3779610"/>
              <a:gd name="connsiteX7" fmla="*/ 7219321 w 9753780"/>
              <a:gd name="connsiteY7" fmla="*/ 1012899 h 3779610"/>
              <a:gd name="connsiteX8" fmla="*/ 4367262 w 9753780"/>
              <a:gd name="connsiteY8" fmla="*/ 0 h 3779610"/>
              <a:gd name="connsiteX9" fmla="*/ 1776462 w 9753780"/>
              <a:gd name="connsiteY9" fmla="*/ 7257 h 3779610"/>
              <a:gd name="connsiteX10" fmla="*/ 5720 w 9753780"/>
              <a:gd name="connsiteY10" fmla="*/ 1792514 h 3779610"/>
              <a:gd name="connsiteX11" fmla="*/ 8892 w 9753780"/>
              <a:gd name="connsiteY11" fmla="*/ 3027362 h 3779610"/>
              <a:gd name="connsiteX0" fmla="*/ 2191479 w 9723760"/>
              <a:gd name="connsiteY0" fmla="*/ 3779610 h 3779610"/>
              <a:gd name="connsiteX1" fmla="*/ 2189213 w 9723760"/>
              <a:gd name="connsiteY1" fmla="*/ 2590799 h 3779610"/>
              <a:gd name="connsiteX2" fmla="*/ 3060976 w 9723760"/>
              <a:gd name="connsiteY2" fmla="*/ 1357085 h 3779610"/>
              <a:gd name="connsiteX3" fmla="*/ 4018921 w 9723760"/>
              <a:gd name="connsiteY3" fmla="*/ 1349829 h 3779610"/>
              <a:gd name="connsiteX4" fmla="*/ 6217833 w 9723760"/>
              <a:gd name="connsiteY4" fmla="*/ 1857828 h 3779610"/>
              <a:gd name="connsiteX5" fmla="*/ 9374690 w 9723760"/>
              <a:gd name="connsiteY5" fmla="*/ 1872340 h 3779610"/>
              <a:gd name="connsiteX6" fmla="*/ 9405106 w 9723760"/>
              <a:gd name="connsiteY6" fmla="*/ 1050572 h 3779610"/>
              <a:gd name="connsiteX7" fmla="*/ 7219321 w 9723760"/>
              <a:gd name="connsiteY7" fmla="*/ 1012899 h 3779610"/>
              <a:gd name="connsiteX8" fmla="*/ 4367262 w 9723760"/>
              <a:gd name="connsiteY8" fmla="*/ 0 h 3779610"/>
              <a:gd name="connsiteX9" fmla="*/ 1776462 w 9723760"/>
              <a:gd name="connsiteY9" fmla="*/ 7257 h 3779610"/>
              <a:gd name="connsiteX10" fmla="*/ 5720 w 9723760"/>
              <a:gd name="connsiteY10" fmla="*/ 1792514 h 3779610"/>
              <a:gd name="connsiteX11" fmla="*/ 8892 w 9723760"/>
              <a:gd name="connsiteY11" fmla="*/ 3027362 h 3779610"/>
              <a:gd name="connsiteX0" fmla="*/ 2191479 w 9703577"/>
              <a:gd name="connsiteY0" fmla="*/ 3779610 h 3779610"/>
              <a:gd name="connsiteX1" fmla="*/ 2189213 w 9703577"/>
              <a:gd name="connsiteY1" fmla="*/ 2590799 h 3779610"/>
              <a:gd name="connsiteX2" fmla="*/ 3060976 w 9703577"/>
              <a:gd name="connsiteY2" fmla="*/ 1357085 h 3779610"/>
              <a:gd name="connsiteX3" fmla="*/ 4018921 w 9703577"/>
              <a:gd name="connsiteY3" fmla="*/ 1349829 h 3779610"/>
              <a:gd name="connsiteX4" fmla="*/ 6217833 w 9703577"/>
              <a:gd name="connsiteY4" fmla="*/ 1857828 h 3779610"/>
              <a:gd name="connsiteX5" fmla="*/ 9374690 w 9703577"/>
              <a:gd name="connsiteY5" fmla="*/ 1872340 h 3779610"/>
              <a:gd name="connsiteX6" fmla="*/ 9405106 w 9703577"/>
              <a:gd name="connsiteY6" fmla="*/ 1050572 h 3779610"/>
              <a:gd name="connsiteX7" fmla="*/ 7219321 w 9703577"/>
              <a:gd name="connsiteY7" fmla="*/ 1012899 h 3779610"/>
              <a:gd name="connsiteX8" fmla="*/ 4367262 w 9703577"/>
              <a:gd name="connsiteY8" fmla="*/ 0 h 3779610"/>
              <a:gd name="connsiteX9" fmla="*/ 1776462 w 9703577"/>
              <a:gd name="connsiteY9" fmla="*/ 7257 h 3779610"/>
              <a:gd name="connsiteX10" fmla="*/ 5720 w 9703577"/>
              <a:gd name="connsiteY10" fmla="*/ 1792514 h 3779610"/>
              <a:gd name="connsiteX11" fmla="*/ 8892 w 9703577"/>
              <a:gd name="connsiteY11" fmla="*/ 3027362 h 3779610"/>
              <a:gd name="connsiteX0" fmla="*/ 2191479 w 9706546"/>
              <a:gd name="connsiteY0" fmla="*/ 3779610 h 3779610"/>
              <a:gd name="connsiteX1" fmla="*/ 2189213 w 9706546"/>
              <a:gd name="connsiteY1" fmla="*/ 2590799 h 3779610"/>
              <a:gd name="connsiteX2" fmla="*/ 3060976 w 9706546"/>
              <a:gd name="connsiteY2" fmla="*/ 1357085 h 3779610"/>
              <a:gd name="connsiteX3" fmla="*/ 4018921 w 9706546"/>
              <a:gd name="connsiteY3" fmla="*/ 1349829 h 3779610"/>
              <a:gd name="connsiteX4" fmla="*/ 6217833 w 9706546"/>
              <a:gd name="connsiteY4" fmla="*/ 1857828 h 3779610"/>
              <a:gd name="connsiteX5" fmla="*/ 9380562 w 9706546"/>
              <a:gd name="connsiteY5" fmla="*/ 1975087 h 3779610"/>
              <a:gd name="connsiteX6" fmla="*/ 9405106 w 9706546"/>
              <a:gd name="connsiteY6" fmla="*/ 1050572 h 3779610"/>
              <a:gd name="connsiteX7" fmla="*/ 7219321 w 9706546"/>
              <a:gd name="connsiteY7" fmla="*/ 1012899 h 3779610"/>
              <a:gd name="connsiteX8" fmla="*/ 4367262 w 9706546"/>
              <a:gd name="connsiteY8" fmla="*/ 0 h 3779610"/>
              <a:gd name="connsiteX9" fmla="*/ 1776462 w 9706546"/>
              <a:gd name="connsiteY9" fmla="*/ 7257 h 3779610"/>
              <a:gd name="connsiteX10" fmla="*/ 5720 w 9706546"/>
              <a:gd name="connsiteY10" fmla="*/ 1792514 h 3779610"/>
              <a:gd name="connsiteX11" fmla="*/ 8892 w 9706546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7833 w 9758210"/>
              <a:gd name="connsiteY4" fmla="*/ 1857828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7833 w 9758210"/>
              <a:gd name="connsiteY4" fmla="*/ 1857828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0670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31219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33988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31219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99735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53797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80218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65540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285419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77590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65848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56956 w 9749318"/>
              <a:gd name="connsiteY0" fmla="*/ 3771782 h 3771782"/>
              <a:gd name="connsiteX1" fmla="*/ 2256648 w 9749318"/>
              <a:gd name="connsiteY1" fmla="*/ 2590799 h 3771782"/>
              <a:gd name="connsiteX2" fmla="*/ 3113732 w 9749318"/>
              <a:gd name="connsiteY2" fmla="*/ 1404055 h 3771782"/>
              <a:gd name="connsiteX3" fmla="*/ 4010029 w 9749318"/>
              <a:gd name="connsiteY3" fmla="*/ 1408542 h 3771782"/>
              <a:gd name="connsiteX4" fmla="*/ 6206005 w 9749318"/>
              <a:gd name="connsiteY4" fmla="*/ 1913605 h 3771782"/>
              <a:gd name="connsiteX5" fmla="*/ 9371670 w 9749318"/>
              <a:gd name="connsiteY5" fmla="*/ 1936924 h 3771782"/>
              <a:gd name="connsiteX6" fmla="*/ 9396214 w 9749318"/>
              <a:gd name="connsiteY6" fmla="*/ 1050572 h 3771782"/>
              <a:gd name="connsiteX7" fmla="*/ 7210429 w 9749318"/>
              <a:gd name="connsiteY7" fmla="*/ 1012899 h 3771782"/>
              <a:gd name="connsiteX8" fmla="*/ 4358370 w 9749318"/>
              <a:gd name="connsiteY8" fmla="*/ 0 h 3771782"/>
              <a:gd name="connsiteX9" fmla="*/ 1767570 w 9749318"/>
              <a:gd name="connsiteY9" fmla="*/ 7257 h 3771782"/>
              <a:gd name="connsiteX10" fmla="*/ 39884 w 9749318"/>
              <a:gd name="connsiteY10" fmla="*/ 1796428 h 3771782"/>
              <a:gd name="connsiteX11" fmla="*/ 0 w 9749318"/>
              <a:gd name="connsiteY11" fmla="*/ 3027362 h 3771782"/>
              <a:gd name="connsiteX0" fmla="*/ 2233471 w 9725833"/>
              <a:gd name="connsiteY0" fmla="*/ 3771782 h 3771782"/>
              <a:gd name="connsiteX1" fmla="*/ 2233163 w 9725833"/>
              <a:gd name="connsiteY1" fmla="*/ 2590799 h 3771782"/>
              <a:gd name="connsiteX2" fmla="*/ 3090247 w 9725833"/>
              <a:gd name="connsiteY2" fmla="*/ 1404055 h 3771782"/>
              <a:gd name="connsiteX3" fmla="*/ 3986544 w 9725833"/>
              <a:gd name="connsiteY3" fmla="*/ 1408542 h 3771782"/>
              <a:gd name="connsiteX4" fmla="*/ 6182520 w 9725833"/>
              <a:gd name="connsiteY4" fmla="*/ 1913605 h 3771782"/>
              <a:gd name="connsiteX5" fmla="*/ 9348185 w 9725833"/>
              <a:gd name="connsiteY5" fmla="*/ 1936924 h 3771782"/>
              <a:gd name="connsiteX6" fmla="*/ 9372729 w 9725833"/>
              <a:gd name="connsiteY6" fmla="*/ 1050572 h 3771782"/>
              <a:gd name="connsiteX7" fmla="*/ 7186944 w 9725833"/>
              <a:gd name="connsiteY7" fmla="*/ 1012899 h 3771782"/>
              <a:gd name="connsiteX8" fmla="*/ 4334885 w 9725833"/>
              <a:gd name="connsiteY8" fmla="*/ 0 h 3771782"/>
              <a:gd name="connsiteX9" fmla="*/ 1744085 w 9725833"/>
              <a:gd name="connsiteY9" fmla="*/ 7257 h 3771782"/>
              <a:gd name="connsiteX10" fmla="*/ 16399 w 9725833"/>
              <a:gd name="connsiteY10" fmla="*/ 1796428 h 3771782"/>
              <a:gd name="connsiteX11" fmla="*/ 0 w 9725833"/>
              <a:gd name="connsiteY11" fmla="*/ 3027362 h 3771782"/>
              <a:gd name="connsiteX0" fmla="*/ 2223722 w 9716084"/>
              <a:gd name="connsiteY0" fmla="*/ 3771782 h 3771782"/>
              <a:gd name="connsiteX1" fmla="*/ 2223414 w 9716084"/>
              <a:gd name="connsiteY1" fmla="*/ 2590799 h 3771782"/>
              <a:gd name="connsiteX2" fmla="*/ 3080498 w 9716084"/>
              <a:gd name="connsiteY2" fmla="*/ 1404055 h 3771782"/>
              <a:gd name="connsiteX3" fmla="*/ 3976795 w 9716084"/>
              <a:gd name="connsiteY3" fmla="*/ 1408542 h 3771782"/>
              <a:gd name="connsiteX4" fmla="*/ 6172771 w 9716084"/>
              <a:gd name="connsiteY4" fmla="*/ 1913605 h 3771782"/>
              <a:gd name="connsiteX5" fmla="*/ 9338436 w 9716084"/>
              <a:gd name="connsiteY5" fmla="*/ 1936924 h 3771782"/>
              <a:gd name="connsiteX6" fmla="*/ 9362980 w 9716084"/>
              <a:gd name="connsiteY6" fmla="*/ 1050572 h 3771782"/>
              <a:gd name="connsiteX7" fmla="*/ 7177195 w 9716084"/>
              <a:gd name="connsiteY7" fmla="*/ 1012899 h 3771782"/>
              <a:gd name="connsiteX8" fmla="*/ 4325136 w 9716084"/>
              <a:gd name="connsiteY8" fmla="*/ 0 h 3771782"/>
              <a:gd name="connsiteX9" fmla="*/ 1734336 w 9716084"/>
              <a:gd name="connsiteY9" fmla="*/ 7257 h 3771782"/>
              <a:gd name="connsiteX10" fmla="*/ 6650 w 9716084"/>
              <a:gd name="connsiteY10" fmla="*/ 1796428 h 3771782"/>
              <a:gd name="connsiteX11" fmla="*/ 5908 w 9716084"/>
              <a:gd name="connsiteY11" fmla="*/ 3019534 h 3771782"/>
              <a:gd name="connsiteX0" fmla="*/ 2223722 w 9716084"/>
              <a:gd name="connsiteY0" fmla="*/ 3764525 h 3764525"/>
              <a:gd name="connsiteX1" fmla="*/ 2223414 w 9716084"/>
              <a:gd name="connsiteY1" fmla="*/ 2583542 h 3764525"/>
              <a:gd name="connsiteX2" fmla="*/ 3080498 w 9716084"/>
              <a:gd name="connsiteY2" fmla="*/ 1396798 h 3764525"/>
              <a:gd name="connsiteX3" fmla="*/ 3976795 w 9716084"/>
              <a:gd name="connsiteY3" fmla="*/ 1401285 h 3764525"/>
              <a:gd name="connsiteX4" fmla="*/ 6172771 w 9716084"/>
              <a:gd name="connsiteY4" fmla="*/ 1906348 h 3764525"/>
              <a:gd name="connsiteX5" fmla="*/ 9338436 w 9716084"/>
              <a:gd name="connsiteY5" fmla="*/ 1929667 h 3764525"/>
              <a:gd name="connsiteX6" fmla="*/ 9362980 w 9716084"/>
              <a:gd name="connsiteY6" fmla="*/ 1043315 h 3764525"/>
              <a:gd name="connsiteX7" fmla="*/ 7177195 w 9716084"/>
              <a:gd name="connsiteY7" fmla="*/ 1005642 h 3764525"/>
              <a:gd name="connsiteX8" fmla="*/ 4325137 w 9716084"/>
              <a:gd name="connsiteY8" fmla="*/ 6834 h 3764525"/>
              <a:gd name="connsiteX9" fmla="*/ 1734336 w 9716084"/>
              <a:gd name="connsiteY9" fmla="*/ 0 h 3764525"/>
              <a:gd name="connsiteX10" fmla="*/ 6650 w 9716084"/>
              <a:gd name="connsiteY10" fmla="*/ 1789171 h 3764525"/>
              <a:gd name="connsiteX11" fmla="*/ 5908 w 9716084"/>
              <a:gd name="connsiteY11" fmla="*/ 3012277 h 3764525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7195 w 9716084"/>
              <a:gd name="connsiteY7" fmla="*/ 998808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07013 w 9716084"/>
              <a:gd name="connsiteY4" fmla="*/ 1894817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899348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885257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927530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752207"/>
              <a:gd name="connsiteY0" fmla="*/ 3757691 h 3757691"/>
              <a:gd name="connsiteX1" fmla="*/ 2223414 w 9752207"/>
              <a:gd name="connsiteY1" fmla="*/ 2576708 h 3757691"/>
              <a:gd name="connsiteX2" fmla="*/ 3080498 w 9752207"/>
              <a:gd name="connsiteY2" fmla="*/ 1389964 h 3757691"/>
              <a:gd name="connsiteX3" fmla="*/ 3976795 w 9752207"/>
              <a:gd name="connsiteY3" fmla="*/ 1399148 h 3757691"/>
              <a:gd name="connsiteX4" fmla="*/ 6107013 w 9752207"/>
              <a:gd name="connsiteY4" fmla="*/ 1894817 h 3757691"/>
              <a:gd name="connsiteX5" fmla="*/ 9291466 w 9752207"/>
              <a:gd name="connsiteY5" fmla="*/ 1927530 h 3757691"/>
              <a:gd name="connsiteX6" fmla="*/ 9362980 w 9752207"/>
              <a:gd name="connsiteY6" fmla="*/ 1036481 h 3757691"/>
              <a:gd name="connsiteX7" fmla="*/ 7172498 w 9752207"/>
              <a:gd name="connsiteY7" fmla="*/ 1003505 h 3757691"/>
              <a:gd name="connsiteX8" fmla="*/ 4325137 w 9752207"/>
              <a:gd name="connsiteY8" fmla="*/ 0 h 3757691"/>
              <a:gd name="connsiteX9" fmla="*/ 1734336 w 9752207"/>
              <a:gd name="connsiteY9" fmla="*/ 2560 h 3757691"/>
              <a:gd name="connsiteX10" fmla="*/ 6650 w 9752207"/>
              <a:gd name="connsiteY10" fmla="*/ 1782337 h 3757691"/>
              <a:gd name="connsiteX11" fmla="*/ 5908 w 9752207"/>
              <a:gd name="connsiteY11" fmla="*/ 3005443 h 3757691"/>
              <a:gd name="connsiteX0" fmla="*/ 2223722 w 9858186"/>
              <a:gd name="connsiteY0" fmla="*/ 3757691 h 3757691"/>
              <a:gd name="connsiteX1" fmla="*/ 2223414 w 9858186"/>
              <a:gd name="connsiteY1" fmla="*/ 2576708 h 3757691"/>
              <a:gd name="connsiteX2" fmla="*/ 3080498 w 9858186"/>
              <a:gd name="connsiteY2" fmla="*/ 1389964 h 3757691"/>
              <a:gd name="connsiteX3" fmla="*/ 3976795 w 9858186"/>
              <a:gd name="connsiteY3" fmla="*/ 1399148 h 3757691"/>
              <a:gd name="connsiteX4" fmla="*/ 6107013 w 9858186"/>
              <a:gd name="connsiteY4" fmla="*/ 1894817 h 3757691"/>
              <a:gd name="connsiteX5" fmla="*/ 9291466 w 9858186"/>
              <a:gd name="connsiteY5" fmla="*/ 1927530 h 3757691"/>
              <a:gd name="connsiteX6" fmla="*/ 9362980 w 9858186"/>
              <a:gd name="connsiteY6" fmla="*/ 1036481 h 3757691"/>
              <a:gd name="connsiteX7" fmla="*/ 7172498 w 9858186"/>
              <a:gd name="connsiteY7" fmla="*/ 1003505 h 3757691"/>
              <a:gd name="connsiteX8" fmla="*/ 4325137 w 9858186"/>
              <a:gd name="connsiteY8" fmla="*/ 0 h 3757691"/>
              <a:gd name="connsiteX9" fmla="*/ 1734336 w 9858186"/>
              <a:gd name="connsiteY9" fmla="*/ 2560 h 3757691"/>
              <a:gd name="connsiteX10" fmla="*/ 6650 w 9858186"/>
              <a:gd name="connsiteY10" fmla="*/ 1782337 h 3757691"/>
              <a:gd name="connsiteX11" fmla="*/ 5908 w 9858186"/>
              <a:gd name="connsiteY11" fmla="*/ 3005443 h 3757691"/>
              <a:gd name="connsiteX0" fmla="*/ 2223722 w 9912630"/>
              <a:gd name="connsiteY0" fmla="*/ 3757691 h 3757691"/>
              <a:gd name="connsiteX1" fmla="*/ 2223414 w 9912630"/>
              <a:gd name="connsiteY1" fmla="*/ 2576708 h 3757691"/>
              <a:gd name="connsiteX2" fmla="*/ 3080498 w 9912630"/>
              <a:gd name="connsiteY2" fmla="*/ 1389964 h 3757691"/>
              <a:gd name="connsiteX3" fmla="*/ 3976795 w 9912630"/>
              <a:gd name="connsiteY3" fmla="*/ 1399148 h 3757691"/>
              <a:gd name="connsiteX4" fmla="*/ 6107013 w 9912630"/>
              <a:gd name="connsiteY4" fmla="*/ 1894817 h 3757691"/>
              <a:gd name="connsiteX5" fmla="*/ 9291466 w 9912630"/>
              <a:gd name="connsiteY5" fmla="*/ 1927530 h 3757691"/>
              <a:gd name="connsiteX6" fmla="*/ 9362980 w 9912630"/>
              <a:gd name="connsiteY6" fmla="*/ 1036481 h 3757691"/>
              <a:gd name="connsiteX7" fmla="*/ 7172498 w 9912630"/>
              <a:gd name="connsiteY7" fmla="*/ 1003505 h 3757691"/>
              <a:gd name="connsiteX8" fmla="*/ 4325137 w 9912630"/>
              <a:gd name="connsiteY8" fmla="*/ 0 h 3757691"/>
              <a:gd name="connsiteX9" fmla="*/ 1734336 w 9912630"/>
              <a:gd name="connsiteY9" fmla="*/ 2560 h 3757691"/>
              <a:gd name="connsiteX10" fmla="*/ 6650 w 9912630"/>
              <a:gd name="connsiteY10" fmla="*/ 1782337 h 3757691"/>
              <a:gd name="connsiteX11" fmla="*/ 5908 w 9912630"/>
              <a:gd name="connsiteY11" fmla="*/ 3005443 h 3757691"/>
              <a:gd name="connsiteX0" fmla="*/ 2223722 w 9799100"/>
              <a:gd name="connsiteY0" fmla="*/ 3757691 h 3757691"/>
              <a:gd name="connsiteX1" fmla="*/ 2223414 w 9799100"/>
              <a:gd name="connsiteY1" fmla="*/ 2576708 h 3757691"/>
              <a:gd name="connsiteX2" fmla="*/ 3080498 w 9799100"/>
              <a:gd name="connsiteY2" fmla="*/ 1389964 h 3757691"/>
              <a:gd name="connsiteX3" fmla="*/ 3976795 w 9799100"/>
              <a:gd name="connsiteY3" fmla="*/ 1399148 h 3757691"/>
              <a:gd name="connsiteX4" fmla="*/ 6107013 w 9799100"/>
              <a:gd name="connsiteY4" fmla="*/ 1894817 h 3757691"/>
              <a:gd name="connsiteX5" fmla="*/ 9042526 w 9799100"/>
              <a:gd name="connsiteY5" fmla="*/ 1932227 h 3757691"/>
              <a:gd name="connsiteX6" fmla="*/ 9362980 w 9799100"/>
              <a:gd name="connsiteY6" fmla="*/ 1036481 h 3757691"/>
              <a:gd name="connsiteX7" fmla="*/ 7172498 w 9799100"/>
              <a:gd name="connsiteY7" fmla="*/ 1003505 h 3757691"/>
              <a:gd name="connsiteX8" fmla="*/ 4325137 w 9799100"/>
              <a:gd name="connsiteY8" fmla="*/ 0 h 3757691"/>
              <a:gd name="connsiteX9" fmla="*/ 1734336 w 9799100"/>
              <a:gd name="connsiteY9" fmla="*/ 2560 h 3757691"/>
              <a:gd name="connsiteX10" fmla="*/ 6650 w 9799100"/>
              <a:gd name="connsiteY10" fmla="*/ 1782337 h 3757691"/>
              <a:gd name="connsiteX11" fmla="*/ 5908 w 9799100"/>
              <a:gd name="connsiteY11" fmla="*/ 3005443 h 3757691"/>
              <a:gd name="connsiteX0" fmla="*/ 2223722 w 9665970"/>
              <a:gd name="connsiteY0" fmla="*/ 3757691 h 3757691"/>
              <a:gd name="connsiteX1" fmla="*/ 2223414 w 9665970"/>
              <a:gd name="connsiteY1" fmla="*/ 2576708 h 3757691"/>
              <a:gd name="connsiteX2" fmla="*/ 3080498 w 9665970"/>
              <a:gd name="connsiteY2" fmla="*/ 1389964 h 3757691"/>
              <a:gd name="connsiteX3" fmla="*/ 3976795 w 9665970"/>
              <a:gd name="connsiteY3" fmla="*/ 1399148 h 3757691"/>
              <a:gd name="connsiteX4" fmla="*/ 6107013 w 9665970"/>
              <a:gd name="connsiteY4" fmla="*/ 1894817 h 3757691"/>
              <a:gd name="connsiteX5" fmla="*/ 9042526 w 9665970"/>
              <a:gd name="connsiteY5" fmla="*/ 1932227 h 3757691"/>
              <a:gd name="connsiteX6" fmla="*/ 9118737 w 9665970"/>
              <a:gd name="connsiteY6" fmla="*/ 1031784 h 3757691"/>
              <a:gd name="connsiteX7" fmla="*/ 7172498 w 9665970"/>
              <a:gd name="connsiteY7" fmla="*/ 1003505 h 3757691"/>
              <a:gd name="connsiteX8" fmla="*/ 4325137 w 9665970"/>
              <a:gd name="connsiteY8" fmla="*/ 0 h 3757691"/>
              <a:gd name="connsiteX9" fmla="*/ 1734336 w 9665970"/>
              <a:gd name="connsiteY9" fmla="*/ 2560 h 3757691"/>
              <a:gd name="connsiteX10" fmla="*/ 6650 w 9665970"/>
              <a:gd name="connsiteY10" fmla="*/ 1782337 h 3757691"/>
              <a:gd name="connsiteX11" fmla="*/ 5908 w 9665970"/>
              <a:gd name="connsiteY11" fmla="*/ 3005443 h 3757691"/>
              <a:gd name="connsiteX0" fmla="*/ 2223722 w 9641471"/>
              <a:gd name="connsiteY0" fmla="*/ 3757691 h 3757691"/>
              <a:gd name="connsiteX1" fmla="*/ 2223414 w 9641471"/>
              <a:gd name="connsiteY1" fmla="*/ 2576708 h 3757691"/>
              <a:gd name="connsiteX2" fmla="*/ 3080498 w 9641471"/>
              <a:gd name="connsiteY2" fmla="*/ 1389964 h 3757691"/>
              <a:gd name="connsiteX3" fmla="*/ 3976795 w 9641471"/>
              <a:gd name="connsiteY3" fmla="*/ 1399148 h 3757691"/>
              <a:gd name="connsiteX4" fmla="*/ 6107013 w 9641471"/>
              <a:gd name="connsiteY4" fmla="*/ 1894817 h 3757691"/>
              <a:gd name="connsiteX5" fmla="*/ 9042526 w 9641471"/>
              <a:gd name="connsiteY5" fmla="*/ 1932227 h 3757691"/>
              <a:gd name="connsiteX6" fmla="*/ 9067070 w 9641471"/>
              <a:gd name="connsiteY6" fmla="*/ 1031784 h 3757691"/>
              <a:gd name="connsiteX7" fmla="*/ 7172498 w 9641471"/>
              <a:gd name="connsiteY7" fmla="*/ 1003505 h 3757691"/>
              <a:gd name="connsiteX8" fmla="*/ 4325137 w 9641471"/>
              <a:gd name="connsiteY8" fmla="*/ 0 h 3757691"/>
              <a:gd name="connsiteX9" fmla="*/ 1734336 w 9641471"/>
              <a:gd name="connsiteY9" fmla="*/ 2560 h 3757691"/>
              <a:gd name="connsiteX10" fmla="*/ 6650 w 9641471"/>
              <a:gd name="connsiteY10" fmla="*/ 1782337 h 3757691"/>
              <a:gd name="connsiteX11" fmla="*/ 5908 w 9641471"/>
              <a:gd name="connsiteY11" fmla="*/ 3005443 h 3757691"/>
              <a:gd name="connsiteX0" fmla="*/ 2223722 w 9645832"/>
              <a:gd name="connsiteY0" fmla="*/ 3757691 h 3757691"/>
              <a:gd name="connsiteX1" fmla="*/ 2223414 w 9645832"/>
              <a:gd name="connsiteY1" fmla="*/ 2576708 h 3757691"/>
              <a:gd name="connsiteX2" fmla="*/ 3080498 w 9645832"/>
              <a:gd name="connsiteY2" fmla="*/ 1389964 h 3757691"/>
              <a:gd name="connsiteX3" fmla="*/ 3976795 w 9645832"/>
              <a:gd name="connsiteY3" fmla="*/ 1399148 h 3757691"/>
              <a:gd name="connsiteX4" fmla="*/ 6107013 w 9645832"/>
              <a:gd name="connsiteY4" fmla="*/ 1894817 h 3757691"/>
              <a:gd name="connsiteX5" fmla="*/ 9042526 w 9645832"/>
              <a:gd name="connsiteY5" fmla="*/ 1932227 h 3757691"/>
              <a:gd name="connsiteX6" fmla="*/ 9076464 w 9645832"/>
              <a:gd name="connsiteY6" fmla="*/ 1041178 h 3757691"/>
              <a:gd name="connsiteX7" fmla="*/ 7172498 w 9645832"/>
              <a:gd name="connsiteY7" fmla="*/ 1003505 h 3757691"/>
              <a:gd name="connsiteX8" fmla="*/ 4325137 w 9645832"/>
              <a:gd name="connsiteY8" fmla="*/ 0 h 3757691"/>
              <a:gd name="connsiteX9" fmla="*/ 1734336 w 9645832"/>
              <a:gd name="connsiteY9" fmla="*/ 2560 h 3757691"/>
              <a:gd name="connsiteX10" fmla="*/ 6650 w 9645832"/>
              <a:gd name="connsiteY10" fmla="*/ 1782337 h 3757691"/>
              <a:gd name="connsiteX11" fmla="*/ 5908 w 9645832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07013 w 9643330"/>
              <a:gd name="connsiteY4" fmla="*/ 1894817 h 3757691"/>
              <a:gd name="connsiteX5" fmla="*/ 9037829 w 9643330"/>
              <a:gd name="connsiteY5" fmla="*/ 1899348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07013 w 9643330"/>
              <a:gd name="connsiteY4" fmla="*/ 1894817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894817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908908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908908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65464"/>
              <a:gd name="connsiteY0" fmla="*/ 3757691 h 3757691"/>
              <a:gd name="connsiteX1" fmla="*/ 2223414 w 9665464"/>
              <a:gd name="connsiteY1" fmla="*/ 2576708 h 3757691"/>
              <a:gd name="connsiteX2" fmla="*/ 3080498 w 9665464"/>
              <a:gd name="connsiteY2" fmla="*/ 1389964 h 3757691"/>
              <a:gd name="connsiteX3" fmla="*/ 3976795 w 9665464"/>
              <a:gd name="connsiteY3" fmla="*/ 1399148 h 3757691"/>
              <a:gd name="connsiteX4" fmla="*/ 6083528 w 9665464"/>
              <a:gd name="connsiteY4" fmla="*/ 1908908 h 3757691"/>
              <a:gd name="connsiteX5" fmla="*/ 9037829 w 9665464"/>
              <a:gd name="connsiteY5" fmla="*/ 1908742 h 3757691"/>
              <a:gd name="connsiteX6" fmla="*/ 9076464 w 9665464"/>
              <a:gd name="connsiteY6" fmla="*/ 1041178 h 3757691"/>
              <a:gd name="connsiteX7" fmla="*/ 7172498 w 9665464"/>
              <a:gd name="connsiteY7" fmla="*/ 1003505 h 3757691"/>
              <a:gd name="connsiteX8" fmla="*/ 4325137 w 9665464"/>
              <a:gd name="connsiteY8" fmla="*/ 0 h 3757691"/>
              <a:gd name="connsiteX9" fmla="*/ 1734336 w 9665464"/>
              <a:gd name="connsiteY9" fmla="*/ 2560 h 3757691"/>
              <a:gd name="connsiteX10" fmla="*/ 6650 w 9665464"/>
              <a:gd name="connsiteY10" fmla="*/ 1782337 h 3757691"/>
              <a:gd name="connsiteX11" fmla="*/ 5908 w 9665464"/>
              <a:gd name="connsiteY11" fmla="*/ 3005443 h 3757691"/>
              <a:gd name="connsiteX0" fmla="*/ 2223722 w 9704826"/>
              <a:gd name="connsiteY0" fmla="*/ 3757691 h 3757691"/>
              <a:gd name="connsiteX1" fmla="*/ 2223414 w 9704826"/>
              <a:gd name="connsiteY1" fmla="*/ 2576708 h 3757691"/>
              <a:gd name="connsiteX2" fmla="*/ 3080498 w 9704826"/>
              <a:gd name="connsiteY2" fmla="*/ 1389964 h 3757691"/>
              <a:gd name="connsiteX3" fmla="*/ 3976795 w 9704826"/>
              <a:gd name="connsiteY3" fmla="*/ 1399148 h 3757691"/>
              <a:gd name="connsiteX4" fmla="*/ 6083528 w 9704826"/>
              <a:gd name="connsiteY4" fmla="*/ 1908908 h 3757691"/>
              <a:gd name="connsiteX5" fmla="*/ 9108284 w 9704826"/>
              <a:gd name="connsiteY5" fmla="*/ 1899348 h 3757691"/>
              <a:gd name="connsiteX6" fmla="*/ 9076464 w 9704826"/>
              <a:gd name="connsiteY6" fmla="*/ 1041178 h 3757691"/>
              <a:gd name="connsiteX7" fmla="*/ 7172498 w 9704826"/>
              <a:gd name="connsiteY7" fmla="*/ 1003505 h 3757691"/>
              <a:gd name="connsiteX8" fmla="*/ 4325137 w 9704826"/>
              <a:gd name="connsiteY8" fmla="*/ 0 h 3757691"/>
              <a:gd name="connsiteX9" fmla="*/ 1734336 w 9704826"/>
              <a:gd name="connsiteY9" fmla="*/ 2560 h 3757691"/>
              <a:gd name="connsiteX10" fmla="*/ 6650 w 9704826"/>
              <a:gd name="connsiteY10" fmla="*/ 1782337 h 3757691"/>
              <a:gd name="connsiteX11" fmla="*/ 5908 w 9704826"/>
              <a:gd name="connsiteY11" fmla="*/ 3005443 h 3757691"/>
              <a:gd name="connsiteX0" fmla="*/ 2223722 w 9651784"/>
              <a:gd name="connsiteY0" fmla="*/ 3757691 h 3757691"/>
              <a:gd name="connsiteX1" fmla="*/ 2223414 w 9651784"/>
              <a:gd name="connsiteY1" fmla="*/ 2576708 h 3757691"/>
              <a:gd name="connsiteX2" fmla="*/ 3080498 w 9651784"/>
              <a:gd name="connsiteY2" fmla="*/ 1389964 h 3757691"/>
              <a:gd name="connsiteX3" fmla="*/ 3976795 w 9651784"/>
              <a:gd name="connsiteY3" fmla="*/ 1399148 h 3757691"/>
              <a:gd name="connsiteX4" fmla="*/ 6083528 w 9651784"/>
              <a:gd name="connsiteY4" fmla="*/ 1908908 h 3757691"/>
              <a:gd name="connsiteX5" fmla="*/ 9108284 w 9651784"/>
              <a:gd name="connsiteY5" fmla="*/ 1899348 h 3757691"/>
              <a:gd name="connsiteX6" fmla="*/ 9076464 w 9651784"/>
              <a:gd name="connsiteY6" fmla="*/ 1041178 h 3757691"/>
              <a:gd name="connsiteX7" fmla="*/ 7172498 w 9651784"/>
              <a:gd name="connsiteY7" fmla="*/ 1003505 h 3757691"/>
              <a:gd name="connsiteX8" fmla="*/ 4325137 w 9651784"/>
              <a:gd name="connsiteY8" fmla="*/ 0 h 3757691"/>
              <a:gd name="connsiteX9" fmla="*/ 1734336 w 9651784"/>
              <a:gd name="connsiteY9" fmla="*/ 2560 h 3757691"/>
              <a:gd name="connsiteX10" fmla="*/ 6650 w 9651784"/>
              <a:gd name="connsiteY10" fmla="*/ 1782337 h 3757691"/>
              <a:gd name="connsiteX11" fmla="*/ 5908 w 9651784"/>
              <a:gd name="connsiteY11" fmla="*/ 3005443 h 3757691"/>
              <a:gd name="connsiteX0" fmla="*/ 2223722 w 9633196"/>
              <a:gd name="connsiteY0" fmla="*/ 3757691 h 3757691"/>
              <a:gd name="connsiteX1" fmla="*/ 2223414 w 9633196"/>
              <a:gd name="connsiteY1" fmla="*/ 2576708 h 3757691"/>
              <a:gd name="connsiteX2" fmla="*/ 3080498 w 9633196"/>
              <a:gd name="connsiteY2" fmla="*/ 1389964 h 3757691"/>
              <a:gd name="connsiteX3" fmla="*/ 3976795 w 9633196"/>
              <a:gd name="connsiteY3" fmla="*/ 1399148 h 3757691"/>
              <a:gd name="connsiteX4" fmla="*/ 6083528 w 9633196"/>
              <a:gd name="connsiteY4" fmla="*/ 1908908 h 3757691"/>
              <a:gd name="connsiteX5" fmla="*/ 9108284 w 9633196"/>
              <a:gd name="connsiteY5" fmla="*/ 1899348 h 3757691"/>
              <a:gd name="connsiteX6" fmla="*/ 9076464 w 9633196"/>
              <a:gd name="connsiteY6" fmla="*/ 1041178 h 3757691"/>
              <a:gd name="connsiteX7" fmla="*/ 7172498 w 9633196"/>
              <a:gd name="connsiteY7" fmla="*/ 1003505 h 3757691"/>
              <a:gd name="connsiteX8" fmla="*/ 4325137 w 9633196"/>
              <a:gd name="connsiteY8" fmla="*/ 0 h 3757691"/>
              <a:gd name="connsiteX9" fmla="*/ 1734336 w 9633196"/>
              <a:gd name="connsiteY9" fmla="*/ 2560 h 3757691"/>
              <a:gd name="connsiteX10" fmla="*/ 6650 w 9633196"/>
              <a:gd name="connsiteY10" fmla="*/ 1782337 h 3757691"/>
              <a:gd name="connsiteX11" fmla="*/ 5908 w 9633196"/>
              <a:gd name="connsiteY11" fmla="*/ 3005443 h 3757691"/>
              <a:gd name="connsiteX0" fmla="*/ 2223722 w 9650014"/>
              <a:gd name="connsiteY0" fmla="*/ 3757691 h 3757691"/>
              <a:gd name="connsiteX1" fmla="*/ 2223414 w 9650014"/>
              <a:gd name="connsiteY1" fmla="*/ 2576708 h 3757691"/>
              <a:gd name="connsiteX2" fmla="*/ 3080498 w 9650014"/>
              <a:gd name="connsiteY2" fmla="*/ 1389964 h 3757691"/>
              <a:gd name="connsiteX3" fmla="*/ 3976795 w 9650014"/>
              <a:gd name="connsiteY3" fmla="*/ 1399148 h 3757691"/>
              <a:gd name="connsiteX4" fmla="*/ 6083528 w 9650014"/>
              <a:gd name="connsiteY4" fmla="*/ 1908908 h 3757691"/>
              <a:gd name="connsiteX5" fmla="*/ 9108284 w 9650014"/>
              <a:gd name="connsiteY5" fmla="*/ 1899348 h 3757691"/>
              <a:gd name="connsiteX6" fmla="*/ 9076464 w 9650014"/>
              <a:gd name="connsiteY6" fmla="*/ 1041178 h 3757691"/>
              <a:gd name="connsiteX7" fmla="*/ 7172498 w 9650014"/>
              <a:gd name="connsiteY7" fmla="*/ 1003505 h 3757691"/>
              <a:gd name="connsiteX8" fmla="*/ 4325137 w 9650014"/>
              <a:gd name="connsiteY8" fmla="*/ 0 h 3757691"/>
              <a:gd name="connsiteX9" fmla="*/ 1734336 w 9650014"/>
              <a:gd name="connsiteY9" fmla="*/ 2560 h 3757691"/>
              <a:gd name="connsiteX10" fmla="*/ 6650 w 9650014"/>
              <a:gd name="connsiteY10" fmla="*/ 1782337 h 3757691"/>
              <a:gd name="connsiteX11" fmla="*/ 5908 w 9650014"/>
              <a:gd name="connsiteY11" fmla="*/ 3005443 h 3757691"/>
              <a:gd name="connsiteX0" fmla="*/ 2223722 w 9672700"/>
              <a:gd name="connsiteY0" fmla="*/ 3757691 h 3757691"/>
              <a:gd name="connsiteX1" fmla="*/ 2223414 w 9672700"/>
              <a:gd name="connsiteY1" fmla="*/ 2576708 h 3757691"/>
              <a:gd name="connsiteX2" fmla="*/ 3080498 w 9672700"/>
              <a:gd name="connsiteY2" fmla="*/ 1389964 h 3757691"/>
              <a:gd name="connsiteX3" fmla="*/ 3976795 w 9672700"/>
              <a:gd name="connsiteY3" fmla="*/ 1399148 h 3757691"/>
              <a:gd name="connsiteX4" fmla="*/ 6083528 w 9672700"/>
              <a:gd name="connsiteY4" fmla="*/ 1908908 h 3757691"/>
              <a:gd name="connsiteX5" fmla="*/ 9150557 w 9672700"/>
              <a:gd name="connsiteY5" fmla="*/ 1899348 h 3757691"/>
              <a:gd name="connsiteX6" fmla="*/ 9076464 w 9672700"/>
              <a:gd name="connsiteY6" fmla="*/ 1041178 h 3757691"/>
              <a:gd name="connsiteX7" fmla="*/ 7172498 w 9672700"/>
              <a:gd name="connsiteY7" fmla="*/ 1003505 h 3757691"/>
              <a:gd name="connsiteX8" fmla="*/ 4325137 w 9672700"/>
              <a:gd name="connsiteY8" fmla="*/ 0 h 3757691"/>
              <a:gd name="connsiteX9" fmla="*/ 1734336 w 9672700"/>
              <a:gd name="connsiteY9" fmla="*/ 2560 h 3757691"/>
              <a:gd name="connsiteX10" fmla="*/ 6650 w 9672700"/>
              <a:gd name="connsiteY10" fmla="*/ 1782337 h 3757691"/>
              <a:gd name="connsiteX11" fmla="*/ 5908 w 9672700"/>
              <a:gd name="connsiteY11" fmla="*/ 3005443 h 3757691"/>
              <a:gd name="connsiteX0" fmla="*/ 2223722 w 9650476"/>
              <a:gd name="connsiteY0" fmla="*/ 3757691 h 3757691"/>
              <a:gd name="connsiteX1" fmla="*/ 2223414 w 9650476"/>
              <a:gd name="connsiteY1" fmla="*/ 2576708 h 3757691"/>
              <a:gd name="connsiteX2" fmla="*/ 3080498 w 9650476"/>
              <a:gd name="connsiteY2" fmla="*/ 1389964 h 3757691"/>
              <a:gd name="connsiteX3" fmla="*/ 3976795 w 9650476"/>
              <a:gd name="connsiteY3" fmla="*/ 1399148 h 3757691"/>
              <a:gd name="connsiteX4" fmla="*/ 6083528 w 9650476"/>
              <a:gd name="connsiteY4" fmla="*/ 1908908 h 3757691"/>
              <a:gd name="connsiteX5" fmla="*/ 9150557 w 9650476"/>
              <a:gd name="connsiteY5" fmla="*/ 1899348 h 3757691"/>
              <a:gd name="connsiteX6" fmla="*/ 9076464 w 9650476"/>
              <a:gd name="connsiteY6" fmla="*/ 1041178 h 3757691"/>
              <a:gd name="connsiteX7" fmla="*/ 7172498 w 9650476"/>
              <a:gd name="connsiteY7" fmla="*/ 1003505 h 3757691"/>
              <a:gd name="connsiteX8" fmla="*/ 4325137 w 9650476"/>
              <a:gd name="connsiteY8" fmla="*/ 0 h 3757691"/>
              <a:gd name="connsiteX9" fmla="*/ 1734336 w 9650476"/>
              <a:gd name="connsiteY9" fmla="*/ 2560 h 3757691"/>
              <a:gd name="connsiteX10" fmla="*/ 6650 w 9650476"/>
              <a:gd name="connsiteY10" fmla="*/ 1782337 h 3757691"/>
              <a:gd name="connsiteX11" fmla="*/ 5908 w 9650476"/>
              <a:gd name="connsiteY11" fmla="*/ 3005443 h 3757691"/>
              <a:gd name="connsiteX0" fmla="*/ 2223722 w 9626783"/>
              <a:gd name="connsiteY0" fmla="*/ 3757691 h 3757691"/>
              <a:gd name="connsiteX1" fmla="*/ 2223414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23722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704 h 3757704"/>
              <a:gd name="connsiteX1" fmla="*/ 2251596 w 9626783"/>
              <a:gd name="connsiteY1" fmla="*/ 2576721 h 3757704"/>
              <a:gd name="connsiteX2" fmla="*/ 3080498 w 9626783"/>
              <a:gd name="connsiteY2" fmla="*/ 1389977 h 3757704"/>
              <a:gd name="connsiteX3" fmla="*/ 3976795 w 9626783"/>
              <a:gd name="connsiteY3" fmla="*/ 1399161 h 3757704"/>
              <a:gd name="connsiteX4" fmla="*/ 6083528 w 9626783"/>
              <a:gd name="connsiteY4" fmla="*/ 1908921 h 3757704"/>
              <a:gd name="connsiteX5" fmla="*/ 9150557 w 9626783"/>
              <a:gd name="connsiteY5" fmla="*/ 1899361 h 3757704"/>
              <a:gd name="connsiteX6" fmla="*/ 9076464 w 9626783"/>
              <a:gd name="connsiteY6" fmla="*/ 1041191 h 3757704"/>
              <a:gd name="connsiteX7" fmla="*/ 7172498 w 9626783"/>
              <a:gd name="connsiteY7" fmla="*/ 1003518 h 3757704"/>
              <a:gd name="connsiteX8" fmla="*/ 4325137 w 9626783"/>
              <a:gd name="connsiteY8" fmla="*/ 13 h 3757704"/>
              <a:gd name="connsiteX9" fmla="*/ 1734336 w 9626783"/>
              <a:gd name="connsiteY9" fmla="*/ 2573 h 3757704"/>
              <a:gd name="connsiteX10" fmla="*/ 6650 w 9626783"/>
              <a:gd name="connsiteY10" fmla="*/ 1782350 h 3757704"/>
              <a:gd name="connsiteX11" fmla="*/ 5908 w 9626783"/>
              <a:gd name="connsiteY11" fmla="*/ 3005456 h 3757704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72498 w 9626783"/>
              <a:gd name="connsiteY7" fmla="*/ 1000945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72498 w 9626783"/>
              <a:gd name="connsiteY7" fmla="*/ 1000945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30225 w 9626783"/>
              <a:gd name="connsiteY7" fmla="*/ 1005642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30225 w 9626783"/>
              <a:gd name="connsiteY7" fmla="*/ 1005642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41910"/>
              <a:gd name="connsiteY0" fmla="*/ 3755131 h 3755131"/>
              <a:gd name="connsiteX1" fmla="*/ 2251596 w 9641910"/>
              <a:gd name="connsiteY1" fmla="*/ 2574148 h 3755131"/>
              <a:gd name="connsiteX2" fmla="*/ 3080498 w 9641910"/>
              <a:gd name="connsiteY2" fmla="*/ 1387404 h 3755131"/>
              <a:gd name="connsiteX3" fmla="*/ 3976795 w 9641910"/>
              <a:gd name="connsiteY3" fmla="*/ 1396588 h 3755131"/>
              <a:gd name="connsiteX4" fmla="*/ 6083528 w 9641910"/>
              <a:gd name="connsiteY4" fmla="*/ 1906348 h 3755131"/>
              <a:gd name="connsiteX5" fmla="*/ 9150557 w 9641910"/>
              <a:gd name="connsiteY5" fmla="*/ 1896788 h 3755131"/>
              <a:gd name="connsiteX6" fmla="*/ 9076464 w 9641910"/>
              <a:gd name="connsiteY6" fmla="*/ 1038618 h 3755131"/>
              <a:gd name="connsiteX7" fmla="*/ 7130225 w 9641910"/>
              <a:gd name="connsiteY7" fmla="*/ 1005642 h 3755131"/>
              <a:gd name="connsiteX8" fmla="*/ 4376804 w 9641910"/>
              <a:gd name="connsiteY8" fmla="*/ 2137 h 3755131"/>
              <a:gd name="connsiteX9" fmla="*/ 1734336 w 9641910"/>
              <a:gd name="connsiteY9" fmla="*/ 0 h 3755131"/>
              <a:gd name="connsiteX10" fmla="*/ 6650 w 9641910"/>
              <a:gd name="connsiteY10" fmla="*/ 1779777 h 3755131"/>
              <a:gd name="connsiteX11" fmla="*/ 5908 w 9641910"/>
              <a:gd name="connsiteY11" fmla="*/ 3002883 h 3755131"/>
              <a:gd name="connsiteX0" fmla="*/ 2265995 w 9654750"/>
              <a:gd name="connsiteY0" fmla="*/ 3755131 h 3755131"/>
              <a:gd name="connsiteX1" fmla="*/ 2251596 w 9654750"/>
              <a:gd name="connsiteY1" fmla="*/ 2574148 h 3755131"/>
              <a:gd name="connsiteX2" fmla="*/ 3080498 w 9654750"/>
              <a:gd name="connsiteY2" fmla="*/ 1387404 h 3755131"/>
              <a:gd name="connsiteX3" fmla="*/ 3976795 w 9654750"/>
              <a:gd name="connsiteY3" fmla="*/ 1396588 h 3755131"/>
              <a:gd name="connsiteX4" fmla="*/ 6083528 w 9654750"/>
              <a:gd name="connsiteY4" fmla="*/ 1906348 h 3755131"/>
              <a:gd name="connsiteX5" fmla="*/ 9175511 w 9654750"/>
              <a:gd name="connsiteY5" fmla="*/ 1904127 h 3755131"/>
              <a:gd name="connsiteX6" fmla="*/ 9076464 w 9654750"/>
              <a:gd name="connsiteY6" fmla="*/ 1038618 h 3755131"/>
              <a:gd name="connsiteX7" fmla="*/ 7130225 w 9654750"/>
              <a:gd name="connsiteY7" fmla="*/ 1005642 h 3755131"/>
              <a:gd name="connsiteX8" fmla="*/ 4376804 w 9654750"/>
              <a:gd name="connsiteY8" fmla="*/ 2137 h 3755131"/>
              <a:gd name="connsiteX9" fmla="*/ 1734336 w 9654750"/>
              <a:gd name="connsiteY9" fmla="*/ 0 h 3755131"/>
              <a:gd name="connsiteX10" fmla="*/ 6650 w 9654750"/>
              <a:gd name="connsiteY10" fmla="*/ 1779777 h 3755131"/>
              <a:gd name="connsiteX11" fmla="*/ 5908 w 9654750"/>
              <a:gd name="connsiteY11" fmla="*/ 3002883 h 3755131"/>
              <a:gd name="connsiteX0" fmla="*/ 2265995 w 9653986"/>
              <a:gd name="connsiteY0" fmla="*/ 3755131 h 3755131"/>
              <a:gd name="connsiteX1" fmla="*/ 2251596 w 9653986"/>
              <a:gd name="connsiteY1" fmla="*/ 2574148 h 3755131"/>
              <a:gd name="connsiteX2" fmla="*/ 3080498 w 9653986"/>
              <a:gd name="connsiteY2" fmla="*/ 1387404 h 3755131"/>
              <a:gd name="connsiteX3" fmla="*/ 3976795 w 9653986"/>
              <a:gd name="connsiteY3" fmla="*/ 1396588 h 3755131"/>
              <a:gd name="connsiteX4" fmla="*/ 6083528 w 9653986"/>
              <a:gd name="connsiteY4" fmla="*/ 1906348 h 3755131"/>
              <a:gd name="connsiteX5" fmla="*/ 9174043 w 9653986"/>
              <a:gd name="connsiteY5" fmla="*/ 1902660 h 3755131"/>
              <a:gd name="connsiteX6" fmla="*/ 9076464 w 9653986"/>
              <a:gd name="connsiteY6" fmla="*/ 1038618 h 3755131"/>
              <a:gd name="connsiteX7" fmla="*/ 7130225 w 9653986"/>
              <a:gd name="connsiteY7" fmla="*/ 1005642 h 3755131"/>
              <a:gd name="connsiteX8" fmla="*/ 4376804 w 9653986"/>
              <a:gd name="connsiteY8" fmla="*/ 2137 h 3755131"/>
              <a:gd name="connsiteX9" fmla="*/ 1734336 w 9653986"/>
              <a:gd name="connsiteY9" fmla="*/ 0 h 3755131"/>
              <a:gd name="connsiteX10" fmla="*/ 6650 w 9653986"/>
              <a:gd name="connsiteY10" fmla="*/ 1779777 h 3755131"/>
              <a:gd name="connsiteX11" fmla="*/ 5908 w 9653986"/>
              <a:gd name="connsiteY11" fmla="*/ 3002883 h 3755131"/>
              <a:gd name="connsiteX0" fmla="*/ 2265995 w 9640501"/>
              <a:gd name="connsiteY0" fmla="*/ 3755131 h 3755131"/>
              <a:gd name="connsiteX1" fmla="*/ 2251596 w 9640501"/>
              <a:gd name="connsiteY1" fmla="*/ 2574148 h 3755131"/>
              <a:gd name="connsiteX2" fmla="*/ 3080498 w 9640501"/>
              <a:gd name="connsiteY2" fmla="*/ 1387404 h 3755131"/>
              <a:gd name="connsiteX3" fmla="*/ 3976795 w 9640501"/>
              <a:gd name="connsiteY3" fmla="*/ 1396588 h 3755131"/>
              <a:gd name="connsiteX4" fmla="*/ 6083528 w 9640501"/>
              <a:gd name="connsiteY4" fmla="*/ 1906348 h 3755131"/>
              <a:gd name="connsiteX5" fmla="*/ 9174043 w 9640501"/>
              <a:gd name="connsiteY5" fmla="*/ 1902660 h 3755131"/>
              <a:gd name="connsiteX6" fmla="*/ 9076464 w 9640501"/>
              <a:gd name="connsiteY6" fmla="*/ 1038618 h 3755131"/>
              <a:gd name="connsiteX7" fmla="*/ 7130225 w 9640501"/>
              <a:gd name="connsiteY7" fmla="*/ 1005642 h 3755131"/>
              <a:gd name="connsiteX8" fmla="*/ 4376804 w 9640501"/>
              <a:gd name="connsiteY8" fmla="*/ 2137 h 3755131"/>
              <a:gd name="connsiteX9" fmla="*/ 1734336 w 9640501"/>
              <a:gd name="connsiteY9" fmla="*/ 0 h 3755131"/>
              <a:gd name="connsiteX10" fmla="*/ 6650 w 9640501"/>
              <a:gd name="connsiteY10" fmla="*/ 1779777 h 3755131"/>
              <a:gd name="connsiteX11" fmla="*/ 5908 w 9640501"/>
              <a:gd name="connsiteY11" fmla="*/ 3002883 h 3755131"/>
              <a:gd name="connsiteX0" fmla="*/ 2265995 w 9652865"/>
              <a:gd name="connsiteY0" fmla="*/ 3755131 h 3755131"/>
              <a:gd name="connsiteX1" fmla="*/ 2251596 w 9652865"/>
              <a:gd name="connsiteY1" fmla="*/ 2574148 h 3755131"/>
              <a:gd name="connsiteX2" fmla="*/ 3080498 w 9652865"/>
              <a:gd name="connsiteY2" fmla="*/ 1387404 h 3755131"/>
              <a:gd name="connsiteX3" fmla="*/ 3976795 w 9652865"/>
              <a:gd name="connsiteY3" fmla="*/ 1396588 h 3755131"/>
              <a:gd name="connsiteX4" fmla="*/ 6083528 w 9652865"/>
              <a:gd name="connsiteY4" fmla="*/ 1906348 h 3755131"/>
              <a:gd name="connsiteX5" fmla="*/ 9174043 w 9652865"/>
              <a:gd name="connsiteY5" fmla="*/ 1902660 h 3755131"/>
              <a:gd name="connsiteX6" fmla="*/ 9101416 w 9652865"/>
              <a:gd name="connsiteY6" fmla="*/ 1037150 h 3755131"/>
              <a:gd name="connsiteX7" fmla="*/ 7130225 w 9652865"/>
              <a:gd name="connsiteY7" fmla="*/ 1005642 h 3755131"/>
              <a:gd name="connsiteX8" fmla="*/ 4376804 w 9652865"/>
              <a:gd name="connsiteY8" fmla="*/ 2137 h 3755131"/>
              <a:gd name="connsiteX9" fmla="*/ 1734336 w 9652865"/>
              <a:gd name="connsiteY9" fmla="*/ 0 h 3755131"/>
              <a:gd name="connsiteX10" fmla="*/ 6650 w 9652865"/>
              <a:gd name="connsiteY10" fmla="*/ 1779777 h 3755131"/>
              <a:gd name="connsiteX11" fmla="*/ 5908 w 9652865"/>
              <a:gd name="connsiteY11" fmla="*/ 3002883 h 3755131"/>
              <a:gd name="connsiteX0" fmla="*/ 2265995 w 9641882"/>
              <a:gd name="connsiteY0" fmla="*/ 3755131 h 3755131"/>
              <a:gd name="connsiteX1" fmla="*/ 2251596 w 9641882"/>
              <a:gd name="connsiteY1" fmla="*/ 2574148 h 3755131"/>
              <a:gd name="connsiteX2" fmla="*/ 3080498 w 9641882"/>
              <a:gd name="connsiteY2" fmla="*/ 1387404 h 3755131"/>
              <a:gd name="connsiteX3" fmla="*/ 3976795 w 9641882"/>
              <a:gd name="connsiteY3" fmla="*/ 1396588 h 3755131"/>
              <a:gd name="connsiteX4" fmla="*/ 6083528 w 9641882"/>
              <a:gd name="connsiteY4" fmla="*/ 1906348 h 3755131"/>
              <a:gd name="connsiteX5" fmla="*/ 9174043 w 9641882"/>
              <a:gd name="connsiteY5" fmla="*/ 1902660 h 3755131"/>
              <a:gd name="connsiteX6" fmla="*/ 9101416 w 9641882"/>
              <a:gd name="connsiteY6" fmla="*/ 1037150 h 3755131"/>
              <a:gd name="connsiteX7" fmla="*/ 7130225 w 9641882"/>
              <a:gd name="connsiteY7" fmla="*/ 1005642 h 3755131"/>
              <a:gd name="connsiteX8" fmla="*/ 4376804 w 9641882"/>
              <a:gd name="connsiteY8" fmla="*/ 2137 h 3755131"/>
              <a:gd name="connsiteX9" fmla="*/ 1734336 w 9641882"/>
              <a:gd name="connsiteY9" fmla="*/ 0 h 3755131"/>
              <a:gd name="connsiteX10" fmla="*/ 6650 w 9641882"/>
              <a:gd name="connsiteY10" fmla="*/ 1779777 h 3755131"/>
              <a:gd name="connsiteX11" fmla="*/ 5908 w 9641882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87404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30225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87404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390340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90340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402082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402082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9030 w 9632103"/>
              <a:gd name="connsiteY2" fmla="*/ 1409421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3550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6485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10889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9422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7088 h 3757088"/>
              <a:gd name="connsiteX1" fmla="*/ 2250292 w 9630799"/>
              <a:gd name="connsiteY1" fmla="*/ 2576105 h 3757088"/>
              <a:gd name="connsiteX2" fmla="*/ 3076258 w 9630799"/>
              <a:gd name="connsiteY2" fmla="*/ 1411379 h 3757088"/>
              <a:gd name="connsiteX3" fmla="*/ 3975491 w 9630799"/>
              <a:gd name="connsiteY3" fmla="*/ 1410288 h 3757088"/>
              <a:gd name="connsiteX4" fmla="*/ 6082224 w 9630799"/>
              <a:gd name="connsiteY4" fmla="*/ 1908305 h 3757088"/>
              <a:gd name="connsiteX5" fmla="*/ 9172739 w 9630799"/>
              <a:gd name="connsiteY5" fmla="*/ 1904617 h 3757088"/>
              <a:gd name="connsiteX6" fmla="*/ 9100112 w 9630799"/>
              <a:gd name="connsiteY6" fmla="*/ 1039107 h 3757088"/>
              <a:gd name="connsiteX7" fmla="*/ 7148003 w 9630799"/>
              <a:gd name="connsiteY7" fmla="*/ 1007599 h 3757088"/>
              <a:gd name="connsiteX8" fmla="*/ 4375500 w 9630799"/>
              <a:gd name="connsiteY8" fmla="*/ 4094 h 3757088"/>
              <a:gd name="connsiteX9" fmla="*/ 1736947 w 9630799"/>
              <a:gd name="connsiteY9" fmla="*/ 0 h 3757088"/>
              <a:gd name="connsiteX10" fmla="*/ 5346 w 9630799"/>
              <a:gd name="connsiteY10" fmla="*/ 1781734 h 3757088"/>
              <a:gd name="connsiteX11" fmla="*/ 10475 w 9630799"/>
              <a:gd name="connsiteY11" fmla="*/ 3004840 h 3757088"/>
              <a:gd name="connsiteX0" fmla="*/ 2264691 w 9630799"/>
              <a:gd name="connsiteY0" fmla="*/ 3761002 h 3761002"/>
              <a:gd name="connsiteX1" fmla="*/ 2250292 w 9630799"/>
              <a:gd name="connsiteY1" fmla="*/ 2580019 h 3761002"/>
              <a:gd name="connsiteX2" fmla="*/ 3076258 w 9630799"/>
              <a:gd name="connsiteY2" fmla="*/ 1415293 h 3761002"/>
              <a:gd name="connsiteX3" fmla="*/ 3975491 w 9630799"/>
              <a:gd name="connsiteY3" fmla="*/ 1414202 h 3761002"/>
              <a:gd name="connsiteX4" fmla="*/ 6082224 w 9630799"/>
              <a:gd name="connsiteY4" fmla="*/ 1912219 h 3761002"/>
              <a:gd name="connsiteX5" fmla="*/ 9172739 w 9630799"/>
              <a:gd name="connsiteY5" fmla="*/ 1908531 h 3761002"/>
              <a:gd name="connsiteX6" fmla="*/ 9100112 w 9630799"/>
              <a:gd name="connsiteY6" fmla="*/ 1043021 h 3761002"/>
              <a:gd name="connsiteX7" fmla="*/ 7148003 w 9630799"/>
              <a:gd name="connsiteY7" fmla="*/ 1011513 h 3761002"/>
              <a:gd name="connsiteX8" fmla="*/ 4375500 w 9630799"/>
              <a:gd name="connsiteY8" fmla="*/ 8008 h 3761002"/>
              <a:gd name="connsiteX9" fmla="*/ 1736947 w 9630799"/>
              <a:gd name="connsiteY9" fmla="*/ 0 h 3761002"/>
              <a:gd name="connsiteX10" fmla="*/ 5346 w 9630799"/>
              <a:gd name="connsiteY10" fmla="*/ 1785648 h 3761002"/>
              <a:gd name="connsiteX11" fmla="*/ 10475 w 9630799"/>
              <a:gd name="connsiteY11" fmla="*/ 3008754 h 3761002"/>
              <a:gd name="connsiteX0" fmla="*/ 2264691 w 9630799"/>
              <a:gd name="connsiteY0" fmla="*/ 3764749 h 3764749"/>
              <a:gd name="connsiteX1" fmla="*/ 2250292 w 9630799"/>
              <a:gd name="connsiteY1" fmla="*/ 2583766 h 3764749"/>
              <a:gd name="connsiteX2" fmla="*/ 3076258 w 9630799"/>
              <a:gd name="connsiteY2" fmla="*/ 1419040 h 3764749"/>
              <a:gd name="connsiteX3" fmla="*/ 3975491 w 9630799"/>
              <a:gd name="connsiteY3" fmla="*/ 1417949 h 3764749"/>
              <a:gd name="connsiteX4" fmla="*/ 6082224 w 9630799"/>
              <a:gd name="connsiteY4" fmla="*/ 1915966 h 3764749"/>
              <a:gd name="connsiteX5" fmla="*/ 9172739 w 9630799"/>
              <a:gd name="connsiteY5" fmla="*/ 1912278 h 3764749"/>
              <a:gd name="connsiteX6" fmla="*/ 9100112 w 9630799"/>
              <a:gd name="connsiteY6" fmla="*/ 1046768 h 3764749"/>
              <a:gd name="connsiteX7" fmla="*/ 7148003 w 9630799"/>
              <a:gd name="connsiteY7" fmla="*/ 1015260 h 3764749"/>
              <a:gd name="connsiteX8" fmla="*/ 4375501 w 9630799"/>
              <a:gd name="connsiteY8" fmla="*/ 13 h 3764749"/>
              <a:gd name="connsiteX9" fmla="*/ 1736947 w 9630799"/>
              <a:gd name="connsiteY9" fmla="*/ 3747 h 3764749"/>
              <a:gd name="connsiteX10" fmla="*/ 5346 w 9630799"/>
              <a:gd name="connsiteY10" fmla="*/ 1789395 h 3764749"/>
              <a:gd name="connsiteX11" fmla="*/ 10475 w 9630799"/>
              <a:gd name="connsiteY11" fmla="*/ 3012501 h 3764749"/>
              <a:gd name="connsiteX0" fmla="*/ 2264691 w 9630799"/>
              <a:gd name="connsiteY0" fmla="*/ 3762794 h 3762794"/>
              <a:gd name="connsiteX1" fmla="*/ 2250292 w 9630799"/>
              <a:gd name="connsiteY1" fmla="*/ 2581811 h 3762794"/>
              <a:gd name="connsiteX2" fmla="*/ 3076258 w 9630799"/>
              <a:gd name="connsiteY2" fmla="*/ 1417085 h 3762794"/>
              <a:gd name="connsiteX3" fmla="*/ 3975491 w 9630799"/>
              <a:gd name="connsiteY3" fmla="*/ 1415994 h 3762794"/>
              <a:gd name="connsiteX4" fmla="*/ 6082224 w 9630799"/>
              <a:gd name="connsiteY4" fmla="*/ 1914011 h 3762794"/>
              <a:gd name="connsiteX5" fmla="*/ 9172739 w 9630799"/>
              <a:gd name="connsiteY5" fmla="*/ 1910323 h 3762794"/>
              <a:gd name="connsiteX6" fmla="*/ 9100112 w 9630799"/>
              <a:gd name="connsiteY6" fmla="*/ 1044813 h 3762794"/>
              <a:gd name="connsiteX7" fmla="*/ 7148003 w 9630799"/>
              <a:gd name="connsiteY7" fmla="*/ 1013305 h 3762794"/>
              <a:gd name="connsiteX8" fmla="*/ 4342231 w 9630799"/>
              <a:gd name="connsiteY8" fmla="*/ 14 h 3762794"/>
              <a:gd name="connsiteX9" fmla="*/ 1736947 w 9630799"/>
              <a:gd name="connsiteY9" fmla="*/ 1792 h 3762794"/>
              <a:gd name="connsiteX10" fmla="*/ 5346 w 9630799"/>
              <a:gd name="connsiteY10" fmla="*/ 1787440 h 3762794"/>
              <a:gd name="connsiteX11" fmla="*/ 10475 w 9630799"/>
              <a:gd name="connsiteY11" fmla="*/ 3010546 h 3762794"/>
              <a:gd name="connsiteX0" fmla="*/ 2264691 w 9630799"/>
              <a:gd name="connsiteY0" fmla="*/ 3772577 h 3772577"/>
              <a:gd name="connsiteX1" fmla="*/ 2250292 w 9630799"/>
              <a:gd name="connsiteY1" fmla="*/ 2591594 h 3772577"/>
              <a:gd name="connsiteX2" fmla="*/ 3076258 w 9630799"/>
              <a:gd name="connsiteY2" fmla="*/ 1426868 h 3772577"/>
              <a:gd name="connsiteX3" fmla="*/ 3975491 w 9630799"/>
              <a:gd name="connsiteY3" fmla="*/ 1425777 h 3772577"/>
              <a:gd name="connsiteX4" fmla="*/ 6082224 w 9630799"/>
              <a:gd name="connsiteY4" fmla="*/ 1923794 h 3772577"/>
              <a:gd name="connsiteX5" fmla="*/ 9172739 w 9630799"/>
              <a:gd name="connsiteY5" fmla="*/ 1920106 h 3772577"/>
              <a:gd name="connsiteX6" fmla="*/ 9100112 w 9630799"/>
              <a:gd name="connsiteY6" fmla="*/ 1054596 h 3772577"/>
              <a:gd name="connsiteX7" fmla="*/ 7148003 w 9630799"/>
              <a:gd name="connsiteY7" fmla="*/ 1023088 h 3772577"/>
              <a:gd name="connsiteX8" fmla="*/ 4340274 w 9630799"/>
              <a:gd name="connsiteY8" fmla="*/ 12 h 3772577"/>
              <a:gd name="connsiteX9" fmla="*/ 1736947 w 9630799"/>
              <a:gd name="connsiteY9" fmla="*/ 11575 h 3772577"/>
              <a:gd name="connsiteX10" fmla="*/ 5346 w 9630799"/>
              <a:gd name="connsiteY10" fmla="*/ 1797223 h 3772577"/>
              <a:gd name="connsiteX11" fmla="*/ 10475 w 9630799"/>
              <a:gd name="connsiteY11" fmla="*/ 3020329 h 3772577"/>
              <a:gd name="connsiteX0" fmla="*/ 2264691 w 9622830"/>
              <a:gd name="connsiteY0" fmla="*/ 3772577 h 3772577"/>
              <a:gd name="connsiteX1" fmla="*/ 2250292 w 9622830"/>
              <a:gd name="connsiteY1" fmla="*/ 2591594 h 3772577"/>
              <a:gd name="connsiteX2" fmla="*/ 3076258 w 9622830"/>
              <a:gd name="connsiteY2" fmla="*/ 1426868 h 3772577"/>
              <a:gd name="connsiteX3" fmla="*/ 3975491 w 9622830"/>
              <a:gd name="connsiteY3" fmla="*/ 1425777 h 3772577"/>
              <a:gd name="connsiteX4" fmla="*/ 6082224 w 9622830"/>
              <a:gd name="connsiteY4" fmla="*/ 1923794 h 3772577"/>
              <a:gd name="connsiteX5" fmla="*/ 9157082 w 9622830"/>
              <a:gd name="connsiteY5" fmla="*/ 1920106 h 3772577"/>
              <a:gd name="connsiteX6" fmla="*/ 9100112 w 9622830"/>
              <a:gd name="connsiteY6" fmla="*/ 1054596 h 3772577"/>
              <a:gd name="connsiteX7" fmla="*/ 7148003 w 9622830"/>
              <a:gd name="connsiteY7" fmla="*/ 1023088 h 3772577"/>
              <a:gd name="connsiteX8" fmla="*/ 4340274 w 9622830"/>
              <a:gd name="connsiteY8" fmla="*/ 12 h 3772577"/>
              <a:gd name="connsiteX9" fmla="*/ 1736947 w 9622830"/>
              <a:gd name="connsiteY9" fmla="*/ 11575 h 3772577"/>
              <a:gd name="connsiteX10" fmla="*/ 5346 w 9622830"/>
              <a:gd name="connsiteY10" fmla="*/ 1797223 h 3772577"/>
              <a:gd name="connsiteX11" fmla="*/ 10475 w 9622830"/>
              <a:gd name="connsiteY11" fmla="*/ 3020329 h 3772577"/>
              <a:gd name="connsiteX0" fmla="*/ 2264691 w 9608531"/>
              <a:gd name="connsiteY0" fmla="*/ 3772577 h 3772577"/>
              <a:gd name="connsiteX1" fmla="*/ 2250292 w 9608531"/>
              <a:gd name="connsiteY1" fmla="*/ 2591594 h 3772577"/>
              <a:gd name="connsiteX2" fmla="*/ 3076258 w 9608531"/>
              <a:gd name="connsiteY2" fmla="*/ 1426868 h 3772577"/>
              <a:gd name="connsiteX3" fmla="*/ 3975491 w 9608531"/>
              <a:gd name="connsiteY3" fmla="*/ 1425777 h 3772577"/>
              <a:gd name="connsiteX4" fmla="*/ 6082224 w 9608531"/>
              <a:gd name="connsiteY4" fmla="*/ 1923794 h 3772577"/>
              <a:gd name="connsiteX5" fmla="*/ 9157082 w 9608531"/>
              <a:gd name="connsiteY5" fmla="*/ 1920106 h 3772577"/>
              <a:gd name="connsiteX6" fmla="*/ 9070756 w 9608531"/>
              <a:gd name="connsiteY6" fmla="*/ 1054596 h 3772577"/>
              <a:gd name="connsiteX7" fmla="*/ 7148003 w 9608531"/>
              <a:gd name="connsiteY7" fmla="*/ 1023088 h 3772577"/>
              <a:gd name="connsiteX8" fmla="*/ 4340274 w 9608531"/>
              <a:gd name="connsiteY8" fmla="*/ 12 h 3772577"/>
              <a:gd name="connsiteX9" fmla="*/ 1736947 w 9608531"/>
              <a:gd name="connsiteY9" fmla="*/ 11575 h 3772577"/>
              <a:gd name="connsiteX10" fmla="*/ 5346 w 9608531"/>
              <a:gd name="connsiteY10" fmla="*/ 1797223 h 3772577"/>
              <a:gd name="connsiteX11" fmla="*/ 10475 w 9608531"/>
              <a:gd name="connsiteY11" fmla="*/ 3020329 h 3772577"/>
              <a:gd name="connsiteX0" fmla="*/ 2264691 w 9616096"/>
              <a:gd name="connsiteY0" fmla="*/ 3772577 h 3772577"/>
              <a:gd name="connsiteX1" fmla="*/ 2250292 w 9616096"/>
              <a:gd name="connsiteY1" fmla="*/ 2591594 h 3772577"/>
              <a:gd name="connsiteX2" fmla="*/ 3076258 w 9616096"/>
              <a:gd name="connsiteY2" fmla="*/ 1426868 h 3772577"/>
              <a:gd name="connsiteX3" fmla="*/ 3975491 w 9616096"/>
              <a:gd name="connsiteY3" fmla="*/ 1425777 h 3772577"/>
              <a:gd name="connsiteX4" fmla="*/ 6082224 w 9616096"/>
              <a:gd name="connsiteY4" fmla="*/ 1923794 h 3772577"/>
              <a:gd name="connsiteX5" fmla="*/ 9157082 w 9616096"/>
              <a:gd name="connsiteY5" fmla="*/ 1920106 h 3772577"/>
              <a:gd name="connsiteX6" fmla="*/ 9086413 w 9616096"/>
              <a:gd name="connsiteY6" fmla="*/ 1054596 h 3772577"/>
              <a:gd name="connsiteX7" fmla="*/ 7148003 w 9616096"/>
              <a:gd name="connsiteY7" fmla="*/ 1023088 h 3772577"/>
              <a:gd name="connsiteX8" fmla="*/ 4340274 w 9616096"/>
              <a:gd name="connsiteY8" fmla="*/ 12 h 3772577"/>
              <a:gd name="connsiteX9" fmla="*/ 1736947 w 9616096"/>
              <a:gd name="connsiteY9" fmla="*/ 11575 h 3772577"/>
              <a:gd name="connsiteX10" fmla="*/ 5346 w 9616096"/>
              <a:gd name="connsiteY10" fmla="*/ 1797223 h 3772577"/>
              <a:gd name="connsiteX11" fmla="*/ 10475 w 96160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082224 w 9612296"/>
              <a:gd name="connsiteY4" fmla="*/ 1923794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37022 w 9612296"/>
              <a:gd name="connsiteY4" fmla="*/ 1931622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53096 w 9612296"/>
              <a:gd name="connsiteY3" fmla="*/ 1851306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3953096 w 9612296"/>
              <a:gd name="connsiteY3" fmla="*/ 1851306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3953096 w 9612296"/>
              <a:gd name="connsiteY3" fmla="*/ 1851306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594445"/>
              <a:gd name="connsiteY0" fmla="*/ 3772577 h 3772577"/>
              <a:gd name="connsiteX1" fmla="*/ 2250292 w 9594445"/>
              <a:gd name="connsiteY1" fmla="*/ 2591594 h 3772577"/>
              <a:gd name="connsiteX2" fmla="*/ 3048262 w 9594445"/>
              <a:gd name="connsiteY2" fmla="*/ 1919585 h 3772577"/>
              <a:gd name="connsiteX3" fmla="*/ 6121366 w 9594445"/>
              <a:gd name="connsiteY3" fmla="*/ 1935536 h 3772577"/>
              <a:gd name="connsiteX4" fmla="*/ 9157082 w 9594445"/>
              <a:gd name="connsiteY4" fmla="*/ 1920106 h 3772577"/>
              <a:gd name="connsiteX5" fmla="*/ 9078584 w 9594445"/>
              <a:gd name="connsiteY5" fmla="*/ 1054596 h 3772577"/>
              <a:gd name="connsiteX6" fmla="*/ 7148003 w 9594445"/>
              <a:gd name="connsiteY6" fmla="*/ 1023088 h 3772577"/>
              <a:gd name="connsiteX7" fmla="*/ 4340274 w 9594445"/>
              <a:gd name="connsiteY7" fmla="*/ 12 h 3772577"/>
              <a:gd name="connsiteX8" fmla="*/ 1736947 w 9594445"/>
              <a:gd name="connsiteY8" fmla="*/ 11575 h 3772577"/>
              <a:gd name="connsiteX9" fmla="*/ 5346 w 9594445"/>
              <a:gd name="connsiteY9" fmla="*/ 1797223 h 3772577"/>
              <a:gd name="connsiteX10" fmla="*/ 10475 w 9594445"/>
              <a:gd name="connsiteY10" fmla="*/ 3020329 h 3772577"/>
              <a:gd name="connsiteX0" fmla="*/ 2264691 w 9598879"/>
              <a:gd name="connsiteY0" fmla="*/ 3772577 h 3772577"/>
              <a:gd name="connsiteX1" fmla="*/ 2250292 w 9598879"/>
              <a:gd name="connsiteY1" fmla="*/ 2591594 h 3772577"/>
              <a:gd name="connsiteX2" fmla="*/ 3048262 w 9598879"/>
              <a:gd name="connsiteY2" fmla="*/ 1919585 h 3772577"/>
              <a:gd name="connsiteX3" fmla="*/ 6121366 w 9598879"/>
              <a:gd name="connsiteY3" fmla="*/ 1935536 h 3772577"/>
              <a:gd name="connsiteX4" fmla="*/ 9157082 w 9598879"/>
              <a:gd name="connsiteY4" fmla="*/ 1920106 h 3772577"/>
              <a:gd name="connsiteX5" fmla="*/ 9078584 w 9598879"/>
              <a:gd name="connsiteY5" fmla="*/ 1054596 h 3772577"/>
              <a:gd name="connsiteX6" fmla="*/ 7148003 w 9598879"/>
              <a:gd name="connsiteY6" fmla="*/ 1023088 h 3772577"/>
              <a:gd name="connsiteX7" fmla="*/ 4340274 w 9598879"/>
              <a:gd name="connsiteY7" fmla="*/ 12 h 3772577"/>
              <a:gd name="connsiteX8" fmla="*/ 1736947 w 9598879"/>
              <a:gd name="connsiteY8" fmla="*/ 11575 h 3772577"/>
              <a:gd name="connsiteX9" fmla="*/ 5346 w 9598879"/>
              <a:gd name="connsiteY9" fmla="*/ 1797223 h 3772577"/>
              <a:gd name="connsiteX10" fmla="*/ 10475 w 9598879"/>
              <a:gd name="connsiteY10" fmla="*/ 3020329 h 3772577"/>
              <a:gd name="connsiteX0" fmla="*/ 2264691 w 9567355"/>
              <a:gd name="connsiteY0" fmla="*/ 3772577 h 3772577"/>
              <a:gd name="connsiteX1" fmla="*/ 2250292 w 9567355"/>
              <a:gd name="connsiteY1" fmla="*/ 2591594 h 3772577"/>
              <a:gd name="connsiteX2" fmla="*/ 3048262 w 9567355"/>
              <a:gd name="connsiteY2" fmla="*/ 1919585 h 3772577"/>
              <a:gd name="connsiteX3" fmla="*/ 6121366 w 9567355"/>
              <a:gd name="connsiteY3" fmla="*/ 1935536 h 3772577"/>
              <a:gd name="connsiteX4" fmla="*/ 9092499 w 9567355"/>
              <a:gd name="connsiteY4" fmla="*/ 1931849 h 3772577"/>
              <a:gd name="connsiteX5" fmla="*/ 9078584 w 9567355"/>
              <a:gd name="connsiteY5" fmla="*/ 1054596 h 3772577"/>
              <a:gd name="connsiteX6" fmla="*/ 7148003 w 9567355"/>
              <a:gd name="connsiteY6" fmla="*/ 1023088 h 3772577"/>
              <a:gd name="connsiteX7" fmla="*/ 4340274 w 9567355"/>
              <a:gd name="connsiteY7" fmla="*/ 12 h 3772577"/>
              <a:gd name="connsiteX8" fmla="*/ 1736947 w 9567355"/>
              <a:gd name="connsiteY8" fmla="*/ 11575 h 3772577"/>
              <a:gd name="connsiteX9" fmla="*/ 5346 w 9567355"/>
              <a:gd name="connsiteY9" fmla="*/ 1797223 h 3772577"/>
              <a:gd name="connsiteX10" fmla="*/ 10475 w 9567355"/>
              <a:gd name="connsiteY10" fmla="*/ 3020329 h 3772577"/>
              <a:gd name="connsiteX0" fmla="*/ 2264691 w 9603978"/>
              <a:gd name="connsiteY0" fmla="*/ 3772577 h 3772577"/>
              <a:gd name="connsiteX1" fmla="*/ 2250292 w 9603978"/>
              <a:gd name="connsiteY1" fmla="*/ 2591594 h 3772577"/>
              <a:gd name="connsiteX2" fmla="*/ 3048262 w 9603978"/>
              <a:gd name="connsiteY2" fmla="*/ 1919585 h 3772577"/>
              <a:gd name="connsiteX3" fmla="*/ 6121366 w 9603978"/>
              <a:gd name="connsiteY3" fmla="*/ 1935536 h 3772577"/>
              <a:gd name="connsiteX4" fmla="*/ 9092499 w 9603978"/>
              <a:gd name="connsiteY4" fmla="*/ 1931849 h 3772577"/>
              <a:gd name="connsiteX5" fmla="*/ 9078584 w 9603978"/>
              <a:gd name="connsiteY5" fmla="*/ 1054596 h 3772577"/>
              <a:gd name="connsiteX6" fmla="*/ 7148003 w 9603978"/>
              <a:gd name="connsiteY6" fmla="*/ 1023088 h 3772577"/>
              <a:gd name="connsiteX7" fmla="*/ 4340274 w 9603978"/>
              <a:gd name="connsiteY7" fmla="*/ 12 h 3772577"/>
              <a:gd name="connsiteX8" fmla="*/ 1736947 w 9603978"/>
              <a:gd name="connsiteY8" fmla="*/ 11575 h 3772577"/>
              <a:gd name="connsiteX9" fmla="*/ 5346 w 9603978"/>
              <a:gd name="connsiteY9" fmla="*/ 1797223 h 3772577"/>
              <a:gd name="connsiteX10" fmla="*/ 10475 w 9603978"/>
              <a:gd name="connsiteY10" fmla="*/ 3020329 h 3772577"/>
              <a:gd name="connsiteX0" fmla="*/ 2264691 w 9612804"/>
              <a:gd name="connsiteY0" fmla="*/ 3772577 h 3772577"/>
              <a:gd name="connsiteX1" fmla="*/ 2250292 w 9612804"/>
              <a:gd name="connsiteY1" fmla="*/ 2591594 h 3772577"/>
              <a:gd name="connsiteX2" fmla="*/ 3048262 w 9612804"/>
              <a:gd name="connsiteY2" fmla="*/ 1919585 h 3772577"/>
              <a:gd name="connsiteX3" fmla="*/ 6121366 w 9612804"/>
              <a:gd name="connsiteY3" fmla="*/ 1935536 h 3772577"/>
              <a:gd name="connsiteX4" fmla="*/ 9092499 w 9612804"/>
              <a:gd name="connsiteY4" fmla="*/ 1931849 h 3772577"/>
              <a:gd name="connsiteX5" fmla="*/ 9078584 w 9612804"/>
              <a:gd name="connsiteY5" fmla="*/ 1054596 h 3772577"/>
              <a:gd name="connsiteX6" fmla="*/ 7148003 w 9612804"/>
              <a:gd name="connsiteY6" fmla="*/ 1023088 h 3772577"/>
              <a:gd name="connsiteX7" fmla="*/ 4340274 w 9612804"/>
              <a:gd name="connsiteY7" fmla="*/ 12 h 3772577"/>
              <a:gd name="connsiteX8" fmla="*/ 1736947 w 9612804"/>
              <a:gd name="connsiteY8" fmla="*/ 11575 h 3772577"/>
              <a:gd name="connsiteX9" fmla="*/ 5346 w 9612804"/>
              <a:gd name="connsiteY9" fmla="*/ 1797223 h 3772577"/>
              <a:gd name="connsiteX10" fmla="*/ 10475 w 9612804"/>
              <a:gd name="connsiteY10" fmla="*/ 3020329 h 377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12804" h="3772577">
                <a:moveTo>
                  <a:pt x="2264691" y="3772577"/>
                </a:moveTo>
                <a:cubicBezTo>
                  <a:pt x="2263784" y="3506482"/>
                  <a:pt x="2251955" y="3188494"/>
                  <a:pt x="2250292" y="2591594"/>
                </a:cubicBezTo>
                <a:cubicBezTo>
                  <a:pt x="2244532" y="2088034"/>
                  <a:pt x="2390890" y="1938042"/>
                  <a:pt x="3048262" y="1919585"/>
                </a:cubicBezTo>
                <a:lnTo>
                  <a:pt x="6121366" y="1935536"/>
                </a:lnTo>
                <a:lnTo>
                  <a:pt x="9092499" y="1931849"/>
                </a:lnTo>
                <a:cubicBezTo>
                  <a:pt x="9790512" y="1962733"/>
                  <a:pt x="9786548" y="1047153"/>
                  <a:pt x="9078584" y="1054596"/>
                </a:cubicBezTo>
                <a:cubicBezTo>
                  <a:pt x="8710550" y="1046395"/>
                  <a:pt x="7966851" y="1052116"/>
                  <a:pt x="7148003" y="1023088"/>
                </a:cubicBezTo>
                <a:cubicBezTo>
                  <a:pt x="6011575" y="979567"/>
                  <a:pt x="5306784" y="-4121"/>
                  <a:pt x="4340274" y="12"/>
                </a:cubicBezTo>
                <a:lnTo>
                  <a:pt x="1736947" y="11575"/>
                </a:lnTo>
                <a:cubicBezTo>
                  <a:pt x="410779" y="67880"/>
                  <a:pt x="2248" y="1246550"/>
                  <a:pt x="5346" y="1797223"/>
                </a:cubicBezTo>
                <a:cubicBezTo>
                  <a:pt x="-9169" y="2339089"/>
                  <a:pt x="10475" y="3020329"/>
                  <a:pt x="10475" y="3020329"/>
                </a:cubicBezTo>
              </a:path>
            </a:pathLst>
          </a:custGeom>
          <a:gradFill flip="none" rotWithShape="1">
            <a:gsLst>
              <a:gs pos="73000">
                <a:schemeClr val="bg2">
                  <a:lumMod val="75000"/>
                </a:schemeClr>
              </a:gs>
              <a:gs pos="22000">
                <a:schemeClr val="bg2">
                  <a:lumMod val="50000"/>
                </a:schemeClr>
              </a:gs>
              <a:gs pos="40000">
                <a:schemeClr val="bg2">
                  <a:lumMod val="25000"/>
                </a:schemeClr>
              </a:gs>
              <a:gs pos="100000">
                <a:schemeClr val="bg2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6" name="Flussdiagramm: Daten 15">
            <a:extLst>
              <a:ext uri="{FF2B5EF4-FFF2-40B4-BE49-F238E27FC236}">
                <a16:creationId xmlns:a16="http://schemas.microsoft.com/office/drawing/2014/main" id="{F9A6DC7B-26C0-2E74-5114-F5A3CE990326}"/>
              </a:ext>
            </a:extLst>
          </p:cNvPr>
          <p:cNvSpPr/>
          <p:nvPr/>
        </p:nvSpPr>
        <p:spPr>
          <a:xfrm rot="762231" flipV="1">
            <a:off x="-303320" y="2893455"/>
            <a:ext cx="3194541" cy="347742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291"/>
              <a:gd name="connsiteY0" fmla="*/ 11568 h 11568"/>
              <a:gd name="connsiteX1" fmla="*/ 2291 w 10291"/>
              <a:gd name="connsiteY1" fmla="*/ 0 h 11568"/>
              <a:gd name="connsiteX2" fmla="*/ 10291 w 10291"/>
              <a:gd name="connsiteY2" fmla="*/ 0 h 11568"/>
              <a:gd name="connsiteX3" fmla="*/ 8291 w 10291"/>
              <a:gd name="connsiteY3" fmla="*/ 10000 h 11568"/>
              <a:gd name="connsiteX4" fmla="*/ 0 w 10291"/>
              <a:gd name="connsiteY4" fmla="*/ 11568 h 11568"/>
              <a:gd name="connsiteX0" fmla="*/ 0 w 10556"/>
              <a:gd name="connsiteY0" fmla="*/ 12769 h 12769"/>
              <a:gd name="connsiteX1" fmla="*/ 2556 w 10556"/>
              <a:gd name="connsiteY1" fmla="*/ 0 h 12769"/>
              <a:gd name="connsiteX2" fmla="*/ 10556 w 10556"/>
              <a:gd name="connsiteY2" fmla="*/ 0 h 12769"/>
              <a:gd name="connsiteX3" fmla="*/ 8556 w 10556"/>
              <a:gd name="connsiteY3" fmla="*/ 10000 h 12769"/>
              <a:gd name="connsiteX4" fmla="*/ 0 w 10556"/>
              <a:gd name="connsiteY4" fmla="*/ 12769 h 12769"/>
              <a:gd name="connsiteX0" fmla="*/ 0 w 10839"/>
              <a:gd name="connsiteY0" fmla="*/ 13945 h 13945"/>
              <a:gd name="connsiteX1" fmla="*/ 2839 w 10839"/>
              <a:gd name="connsiteY1" fmla="*/ 0 h 13945"/>
              <a:gd name="connsiteX2" fmla="*/ 10839 w 10839"/>
              <a:gd name="connsiteY2" fmla="*/ 0 h 13945"/>
              <a:gd name="connsiteX3" fmla="*/ 8839 w 10839"/>
              <a:gd name="connsiteY3" fmla="*/ 10000 h 13945"/>
              <a:gd name="connsiteX4" fmla="*/ 0 w 10839"/>
              <a:gd name="connsiteY4" fmla="*/ 13945 h 13945"/>
              <a:gd name="connsiteX0" fmla="*/ 0 w 10917"/>
              <a:gd name="connsiteY0" fmla="*/ 14566 h 14566"/>
              <a:gd name="connsiteX1" fmla="*/ 2917 w 10917"/>
              <a:gd name="connsiteY1" fmla="*/ 0 h 14566"/>
              <a:gd name="connsiteX2" fmla="*/ 10917 w 10917"/>
              <a:gd name="connsiteY2" fmla="*/ 0 h 14566"/>
              <a:gd name="connsiteX3" fmla="*/ 8917 w 10917"/>
              <a:gd name="connsiteY3" fmla="*/ 10000 h 14566"/>
              <a:gd name="connsiteX4" fmla="*/ 0 w 10917"/>
              <a:gd name="connsiteY4" fmla="*/ 14566 h 14566"/>
              <a:gd name="connsiteX0" fmla="*/ 0 w 11104"/>
              <a:gd name="connsiteY0" fmla="*/ 15146 h 15146"/>
              <a:gd name="connsiteX1" fmla="*/ 3104 w 11104"/>
              <a:gd name="connsiteY1" fmla="*/ 0 h 15146"/>
              <a:gd name="connsiteX2" fmla="*/ 11104 w 11104"/>
              <a:gd name="connsiteY2" fmla="*/ 0 h 15146"/>
              <a:gd name="connsiteX3" fmla="*/ 9104 w 11104"/>
              <a:gd name="connsiteY3" fmla="*/ 10000 h 15146"/>
              <a:gd name="connsiteX4" fmla="*/ 0 w 11104"/>
              <a:gd name="connsiteY4" fmla="*/ 15146 h 15146"/>
              <a:gd name="connsiteX0" fmla="*/ 0 w 10259"/>
              <a:gd name="connsiteY0" fmla="*/ 11415 h 11415"/>
              <a:gd name="connsiteX1" fmla="*/ 2259 w 10259"/>
              <a:gd name="connsiteY1" fmla="*/ 0 h 11415"/>
              <a:gd name="connsiteX2" fmla="*/ 10259 w 10259"/>
              <a:gd name="connsiteY2" fmla="*/ 0 h 11415"/>
              <a:gd name="connsiteX3" fmla="*/ 8259 w 10259"/>
              <a:gd name="connsiteY3" fmla="*/ 10000 h 11415"/>
              <a:gd name="connsiteX4" fmla="*/ 0 w 10259"/>
              <a:gd name="connsiteY4" fmla="*/ 11415 h 11415"/>
              <a:gd name="connsiteX0" fmla="*/ 0 w 9896"/>
              <a:gd name="connsiteY0" fmla="*/ 10038 h 10038"/>
              <a:gd name="connsiteX1" fmla="*/ 1896 w 9896"/>
              <a:gd name="connsiteY1" fmla="*/ 0 h 10038"/>
              <a:gd name="connsiteX2" fmla="*/ 9896 w 9896"/>
              <a:gd name="connsiteY2" fmla="*/ 0 h 10038"/>
              <a:gd name="connsiteX3" fmla="*/ 7896 w 9896"/>
              <a:gd name="connsiteY3" fmla="*/ 10000 h 10038"/>
              <a:gd name="connsiteX4" fmla="*/ 0 w 9896"/>
              <a:gd name="connsiteY4" fmla="*/ 10038 h 10038"/>
              <a:gd name="connsiteX0" fmla="*/ 0 w 10452"/>
              <a:gd name="connsiteY0" fmla="*/ 11323 h 11323"/>
              <a:gd name="connsiteX1" fmla="*/ 2368 w 10452"/>
              <a:gd name="connsiteY1" fmla="*/ 0 h 11323"/>
              <a:gd name="connsiteX2" fmla="*/ 10452 w 10452"/>
              <a:gd name="connsiteY2" fmla="*/ 0 h 11323"/>
              <a:gd name="connsiteX3" fmla="*/ 8431 w 10452"/>
              <a:gd name="connsiteY3" fmla="*/ 9962 h 11323"/>
              <a:gd name="connsiteX4" fmla="*/ 0 w 10452"/>
              <a:gd name="connsiteY4" fmla="*/ 11323 h 11323"/>
              <a:gd name="connsiteX0" fmla="*/ 0 w 10900"/>
              <a:gd name="connsiteY0" fmla="*/ 12864 h 12864"/>
              <a:gd name="connsiteX1" fmla="*/ 2816 w 10900"/>
              <a:gd name="connsiteY1" fmla="*/ 0 h 12864"/>
              <a:gd name="connsiteX2" fmla="*/ 10900 w 10900"/>
              <a:gd name="connsiteY2" fmla="*/ 0 h 12864"/>
              <a:gd name="connsiteX3" fmla="*/ 8879 w 10900"/>
              <a:gd name="connsiteY3" fmla="*/ 9962 h 12864"/>
              <a:gd name="connsiteX4" fmla="*/ 0 w 10900"/>
              <a:gd name="connsiteY4" fmla="*/ 12864 h 12864"/>
              <a:gd name="connsiteX0" fmla="*/ 0 w 10886"/>
              <a:gd name="connsiteY0" fmla="*/ 13275 h 13275"/>
              <a:gd name="connsiteX1" fmla="*/ 2802 w 10886"/>
              <a:gd name="connsiteY1" fmla="*/ 0 h 13275"/>
              <a:gd name="connsiteX2" fmla="*/ 10886 w 10886"/>
              <a:gd name="connsiteY2" fmla="*/ 0 h 13275"/>
              <a:gd name="connsiteX3" fmla="*/ 8865 w 10886"/>
              <a:gd name="connsiteY3" fmla="*/ 9962 h 13275"/>
              <a:gd name="connsiteX4" fmla="*/ 0 w 10886"/>
              <a:gd name="connsiteY4" fmla="*/ 13275 h 1327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877 w 10898"/>
              <a:gd name="connsiteY3" fmla="*/ 9962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4 w 10898"/>
              <a:gd name="connsiteY3" fmla="*/ 963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55 w 10898"/>
              <a:gd name="connsiteY3" fmla="*/ 940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85 w 10898"/>
              <a:gd name="connsiteY3" fmla="*/ 905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80 w 10898"/>
              <a:gd name="connsiteY3" fmla="*/ 919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1 w 10898"/>
              <a:gd name="connsiteY3" fmla="*/ 931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6 w 10898"/>
              <a:gd name="connsiteY3" fmla="*/ 937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3 w 10898"/>
              <a:gd name="connsiteY3" fmla="*/ 9398 h 13815"/>
              <a:gd name="connsiteX4" fmla="*/ 0 w 10898"/>
              <a:gd name="connsiteY4" fmla="*/ 13815 h 1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" h="13815">
                <a:moveTo>
                  <a:pt x="0" y="13815"/>
                </a:moveTo>
                <a:lnTo>
                  <a:pt x="2814" y="0"/>
                </a:lnTo>
                <a:lnTo>
                  <a:pt x="10898" y="0"/>
                </a:lnTo>
                <a:lnTo>
                  <a:pt x="9003" y="9398"/>
                </a:lnTo>
                <a:lnTo>
                  <a:pt x="0" y="13815"/>
                </a:lnTo>
                <a:close/>
              </a:path>
            </a:pathLst>
          </a:custGeom>
          <a:gradFill flip="none" rotWithShape="1">
            <a:gsLst>
              <a:gs pos="27000">
                <a:srgbClr val="D4D4D4">
                  <a:alpha val="20000"/>
                </a:srgbClr>
              </a:gs>
              <a:gs pos="18000">
                <a:srgbClr val="CAD1D4">
                  <a:alpha val="1961"/>
                </a:srgbClr>
              </a:gs>
              <a:gs pos="39000">
                <a:srgbClr val="C0C0C0">
                  <a:alpha val="76000"/>
                  <a:lumMod val="80000"/>
                </a:srgbClr>
              </a:gs>
              <a:gs pos="0">
                <a:schemeClr val="bg1">
                  <a:lumMod val="85000"/>
                  <a:alpha val="0"/>
                </a:schemeClr>
              </a:gs>
              <a:gs pos="55000">
                <a:srgbClr val="939393"/>
              </a:gs>
              <a:gs pos="44000">
                <a:schemeClr val="bg2">
                  <a:lumMod val="61000"/>
                </a:schemeClr>
              </a:gs>
              <a:gs pos="82000">
                <a:schemeClr val="tx1">
                  <a:lumMod val="75000"/>
                  <a:lumOff val="25000"/>
                </a:schemeClr>
              </a:gs>
            </a:gsLst>
            <a:lin ang="63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C577401A-1477-A126-9112-944A54658FB0}"/>
              </a:ext>
            </a:extLst>
          </p:cNvPr>
          <p:cNvSpPr/>
          <p:nvPr/>
        </p:nvSpPr>
        <p:spPr>
          <a:xfrm>
            <a:off x="119336" y="347277"/>
            <a:ext cx="10264003" cy="3973772"/>
          </a:xfrm>
          <a:custGeom>
            <a:avLst/>
            <a:gdLst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13" fmla="*/ 461848 w 10092827"/>
              <a:gd name="connsiteY13" fmla="*/ 5958411 h 6154354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0" fmla="*/ 2014876 w 10092827"/>
              <a:gd name="connsiteY0" fmla="*/ 6096296 h 6800240"/>
              <a:gd name="connsiteX1" fmla="*/ 1985848 w 10092827"/>
              <a:gd name="connsiteY1" fmla="*/ 2866868 h 6800240"/>
              <a:gd name="connsiteX2" fmla="*/ 2820419 w 10092827"/>
              <a:gd name="connsiteY2" fmla="*/ 1495268 h 6800240"/>
              <a:gd name="connsiteX3" fmla="*/ 4511334 w 10092827"/>
              <a:gd name="connsiteY3" fmla="*/ 1161439 h 6800240"/>
              <a:gd name="connsiteX4" fmla="*/ 6006305 w 10092827"/>
              <a:gd name="connsiteY4" fmla="*/ 1821839 h 6800240"/>
              <a:gd name="connsiteX5" fmla="*/ 9888876 w 10092827"/>
              <a:gd name="connsiteY5" fmla="*/ 1858125 h 6800240"/>
              <a:gd name="connsiteX6" fmla="*/ 9228476 w 10092827"/>
              <a:gd name="connsiteY6" fmla="*/ 689725 h 6800240"/>
              <a:gd name="connsiteX7" fmla="*/ 6485276 w 10092827"/>
              <a:gd name="connsiteY7" fmla="*/ 646182 h 6800240"/>
              <a:gd name="connsiteX8" fmla="*/ 4649219 w 10092827"/>
              <a:gd name="connsiteY8" fmla="*/ 116411 h 6800240"/>
              <a:gd name="connsiteX9" fmla="*/ 1492362 w 10092827"/>
              <a:gd name="connsiteY9" fmla="*/ 159954 h 6800240"/>
              <a:gd name="connsiteX10" fmla="*/ 157048 w 10092827"/>
              <a:gd name="connsiteY10" fmla="*/ 1792811 h 6800240"/>
              <a:gd name="connsiteX11" fmla="*/ 26419 w 10092827"/>
              <a:gd name="connsiteY11" fmla="*/ 6154354 h 6800240"/>
              <a:gd name="connsiteX12" fmla="*/ 831962 w 10092827"/>
              <a:gd name="connsiteY12" fmla="*/ 6800240 h 6800240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0" fmla="*/ 1908035 w 9985986"/>
              <a:gd name="connsiteY0" fmla="*/ 6096296 h 6219669"/>
              <a:gd name="connsiteX1" fmla="*/ 1879007 w 9985986"/>
              <a:gd name="connsiteY1" fmla="*/ 2866868 h 6219669"/>
              <a:gd name="connsiteX2" fmla="*/ 2713578 w 9985986"/>
              <a:gd name="connsiteY2" fmla="*/ 1495268 h 6219669"/>
              <a:gd name="connsiteX3" fmla="*/ 4404493 w 9985986"/>
              <a:gd name="connsiteY3" fmla="*/ 1161439 h 6219669"/>
              <a:gd name="connsiteX4" fmla="*/ 5899464 w 9985986"/>
              <a:gd name="connsiteY4" fmla="*/ 1821839 h 6219669"/>
              <a:gd name="connsiteX5" fmla="*/ 9782035 w 9985986"/>
              <a:gd name="connsiteY5" fmla="*/ 1858125 h 6219669"/>
              <a:gd name="connsiteX6" fmla="*/ 9121635 w 9985986"/>
              <a:gd name="connsiteY6" fmla="*/ 689725 h 6219669"/>
              <a:gd name="connsiteX7" fmla="*/ 6378435 w 9985986"/>
              <a:gd name="connsiteY7" fmla="*/ 646182 h 6219669"/>
              <a:gd name="connsiteX8" fmla="*/ 4542378 w 9985986"/>
              <a:gd name="connsiteY8" fmla="*/ 116411 h 6219669"/>
              <a:gd name="connsiteX9" fmla="*/ 1385521 w 9985986"/>
              <a:gd name="connsiteY9" fmla="*/ 159954 h 6219669"/>
              <a:gd name="connsiteX10" fmla="*/ 50207 w 9985986"/>
              <a:gd name="connsiteY10" fmla="*/ 1792811 h 6219669"/>
              <a:gd name="connsiteX11" fmla="*/ 260663 w 9985986"/>
              <a:gd name="connsiteY11" fmla="*/ 6219669 h 6219669"/>
              <a:gd name="connsiteX0" fmla="*/ 1793893 w 9871844"/>
              <a:gd name="connsiteY0" fmla="*/ 6111104 h 6234477"/>
              <a:gd name="connsiteX1" fmla="*/ 1764865 w 9871844"/>
              <a:gd name="connsiteY1" fmla="*/ 2881676 h 6234477"/>
              <a:gd name="connsiteX2" fmla="*/ 2599436 w 9871844"/>
              <a:gd name="connsiteY2" fmla="*/ 1510076 h 6234477"/>
              <a:gd name="connsiteX3" fmla="*/ 4290351 w 9871844"/>
              <a:gd name="connsiteY3" fmla="*/ 1176247 h 6234477"/>
              <a:gd name="connsiteX4" fmla="*/ 5785322 w 9871844"/>
              <a:gd name="connsiteY4" fmla="*/ 1836647 h 6234477"/>
              <a:gd name="connsiteX5" fmla="*/ 9667893 w 9871844"/>
              <a:gd name="connsiteY5" fmla="*/ 1872933 h 6234477"/>
              <a:gd name="connsiteX6" fmla="*/ 9007493 w 9871844"/>
              <a:gd name="connsiteY6" fmla="*/ 704533 h 6234477"/>
              <a:gd name="connsiteX7" fmla="*/ 6264293 w 9871844"/>
              <a:gd name="connsiteY7" fmla="*/ 660990 h 6234477"/>
              <a:gd name="connsiteX8" fmla="*/ 4428236 w 9871844"/>
              <a:gd name="connsiteY8" fmla="*/ 131219 h 6234477"/>
              <a:gd name="connsiteX9" fmla="*/ 1271379 w 9871844"/>
              <a:gd name="connsiteY9" fmla="*/ 174762 h 6234477"/>
              <a:gd name="connsiteX10" fmla="*/ 66694 w 9871844"/>
              <a:gd name="connsiteY10" fmla="*/ 2018076 h 6234477"/>
              <a:gd name="connsiteX11" fmla="*/ 146521 w 9871844"/>
              <a:gd name="connsiteY11" fmla="*/ 6234477 h 6234477"/>
              <a:gd name="connsiteX0" fmla="*/ 1809514 w 9887465"/>
              <a:gd name="connsiteY0" fmla="*/ 6111104 h 6365105"/>
              <a:gd name="connsiteX1" fmla="*/ 1780486 w 9887465"/>
              <a:gd name="connsiteY1" fmla="*/ 2881676 h 6365105"/>
              <a:gd name="connsiteX2" fmla="*/ 2615057 w 9887465"/>
              <a:gd name="connsiteY2" fmla="*/ 1510076 h 6365105"/>
              <a:gd name="connsiteX3" fmla="*/ 4305972 w 9887465"/>
              <a:gd name="connsiteY3" fmla="*/ 1176247 h 6365105"/>
              <a:gd name="connsiteX4" fmla="*/ 5800943 w 9887465"/>
              <a:gd name="connsiteY4" fmla="*/ 1836647 h 6365105"/>
              <a:gd name="connsiteX5" fmla="*/ 9683514 w 9887465"/>
              <a:gd name="connsiteY5" fmla="*/ 1872933 h 6365105"/>
              <a:gd name="connsiteX6" fmla="*/ 9023114 w 9887465"/>
              <a:gd name="connsiteY6" fmla="*/ 704533 h 6365105"/>
              <a:gd name="connsiteX7" fmla="*/ 6279914 w 9887465"/>
              <a:gd name="connsiteY7" fmla="*/ 660990 h 6365105"/>
              <a:gd name="connsiteX8" fmla="*/ 4443857 w 9887465"/>
              <a:gd name="connsiteY8" fmla="*/ 131219 h 6365105"/>
              <a:gd name="connsiteX9" fmla="*/ 1287000 w 9887465"/>
              <a:gd name="connsiteY9" fmla="*/ 174762 h 6365105"/>
              <a:gd name="connsiteX10" fmla="*/ 82315 w 9887465"/>
              <a:gd name="connsiteY10" fmla="*/ 2018076 h 6365105"/>
              <a:gd name="connsiteX11" fmla="*/ 104084 w 9887465"/>
              <a:gd name="connsiteY11" fmla="*/ 6365105 h 6365105"/>
              <a:gd name="connsiteX0" fmla="*/ 1809514 w 9887465"/>
              <a:gd name="connsiteY0" fmla="*/ 6111104 h 6372362"/>
              <a:gd name="connsiteX1" fmla="*/ 1780486 w 9887465"/>
              <a:gd name="connsiteY1" fmla="*/ 2881676 h 6372362"/>
              <a:gd name="connsiteX2" fmla="*/ 2615057 w 9887465"/>
              <a:gd name="connsiteY2" fmla="*/ 1510076 h 6372362"/>
              <a:gd name="connsiteX3" fmla="*/ 4305972 w 9887465"/>
              <a:gd name="connsiteY3" fmla="*/ 1176247 h 6372362"/>
              <a:gd name="connsiteX4" fmla="*/ 5800943 w 9887465"/>
              <a:gd name="connsiteY4" fmla="*/ 1836647 h 6372362"/>
              <a:gd name="connsiteX5" fmla="*/ 9683514 w 9887465"/>
              <a:gd name="connsiteY5" fmla="*/ 1872933 h 6372362"/>
              <a:gd name="connsiteX6" fmla="*/ 9023114 w 9887465"/>
              <a:gd name="connsiteY6" fmla="*/ 704533 h 6372362"/>
              <a:gd name="connsiteX7" fmla="*/ 6279914 w 9887465"/>
              <a:gd name="connsiteY7" fmla="*/ 660990 h 6372362"/>
              <a:gd name="connsiteX8" fmla="*/ 4443857 w 9887465"/>
              <a:gd name="connsiteY8" fmla="*/ 131219 h 6372362"/>
              <a:gd name="connsiteX9" fmla="*/ 1287000 w 9887465"/>
              <a:gd name="connsiteY9" fmla="*/ 174762 h 6372362"/>
              <a:gd name="connsiteX10" fmla="*/ 82315 w 9887465"/>
              <a:gd name="connsiteY10" fmla="*/ 2018076 h 6372362"/>
              <a:gd name="connsiteX11" fmla="*/ 104084 w 9887465"/>
              <a:gd name="connsiteY11" fmla="*/ 6372362 h 6372362"/>
              <a:gd name="connsiteX0" fmla="*/ 1809514 w 9887465"/>
              <a:gd name="connsiteY0" fmla="*/ 6111104 h 6379619"/>
              <a:gd name="connsiteX1" fmla="*/ 1780486 w 9887465"/>
              <a:gd name="connsiteY1" fmla="*/ 2881676 h 6379619"/>
              <a:gd name="connsiteX2" fmla="*/ 2615057 w 9887465"/>
              <a:gd name="connsiteY2" fmla="*/ 1510076 h 6379619"/>
              <a:gd name="connsiteX3" fmla="*/ 4305972 w 9887465"/>
              <a:gd name="connsiteY3" fmla="*/ 1176247 h 6379619"/>
              <a:gd name="connsiteX4" fmla="*/ 5800943 w 9887465"/>
              <a:gd name="connsiteY4" fmla="*/ 1836647 h 6379619"/>
              <a:gd name="connsiteX5" fmla="*/ 9683514 w 9887465"/>
              <a:gd name="connsiteY5" fmla="*/ 1872933 h 6379619"/>
              <a:gd name="connsiteX6" fmla="*/ 9023114 w 9887465"/>
              <a:gd name="connsiteY6" fmla="*/ 704533 h 6379619"/>
              <a:gd name="connsiteX7" fmla="*/ 6279914 w 9887465"/>
              <a:gd name="connsiteY7" fmla="*/ 660990 h 6379619"/>
              <a:gd name="connsiteX8" fmla="*/ 4443857 w 9887465"/>
              <a:gd name="connsiteY8" fmla="*/ 131219 h 6379619"/>
              <a:gd name="connsiteX9" fmla="*/ 1287000 w 9887465"/>
              <a:gd name="connsiteY9" fmla="*/ 174762 h 6379619"/>
              <a:gd name="connsiteX10" fmla="*/ 82315 w 9887465"/>
              <a:gd name="connsiteY10" fmla="*/ 2018076 h 6379619"/>
              <a:gd name="connsiteX11" fmla="*/ 104084 w 9887465"/>
              <a:gd name="connsiteY11" fmla="*/ 6379619 h 6379619"/>
              <a:gd name="connsiteX0" fmla="*/ 1733763 w 9811714"/>
              <a:gd name="connsiteY0" fmla="*/ 6111104 h 6379619"/>
              <a:gd name="connsiteX1" fmla="*/ 1704735 w 9811714"/>
              <a:gd name="connsiteY1" fmla="*/ 2881676 h 6379619"/>
              <a:gd name="connsiteX2" fmla="*/ 2539306 w 9811714"/>
              <a:gd name="connsiteY2" fmla="*/ 1510076 h 6379619"/>
              <a:gd name="connsiteX3" fmla="*/ 4230221 w 9811714"/>
              <a:gd name="connsiteY3" fmla="*/ 1176247 h 6379619"/>
              <a:gd name="connsiteX4" fmla="*/ 5725192 w 9811714"/>
              <a:gd name="connsiteY4" fmla="*/ 1836647 h 6379619"/>
              <a:gd name="connsiteX5" fmla="*/ 9607763 w 9811714"/>
              <a:gd name="connsiteY5" fmla="*/ 1872933 h 6379619"/>
              <a:gd name="connsiteX6" fmla="*/ 8947363 w 9811714"/>
              <a:gd name="connsiteY6" fmla="*/ 704533 h 6379619"/>
              <a:gd name="connsiteX7" fmla="*/ 6204163 w 9811714"/>
              <a:gd name="connsiteY7" fmla="*/ 660990 h 6379619"/>
              <a:gd name="connsiteX8" fmla="*/ 4368106 w 9811714"/>
              <a:gd name="connsiteY8" fmla="*/ 131219 h 6379619"/>
              <a:gd name="connsiteX9" fmla="*/ 1211249 w 9811714"/>
              <a:gd name="connsiteY9" fmla="*/ 174762 h 6379619"/>
              <a:gd name="connsiteX10" fmla="*/ 6564 w 9811714"/>
              <a:gd name="connsiteY10" fmla="*/ 2018076 h 6379619"/>
              <a:gd name="connsiteX11" fmla="*/ 28333 w 9811714"/>
              <a:gd name="connsiteY11" fmla="*/ 6379619 h 6379619"/>
              <a:gd name="connsiteX0" fmla="*/ 1807347 w 9885298"/>
              <a:gd name="connsiteY0" fmla="*/ 6111104 h 6394133"/>
              <a:gd name="connsiteX1" fmla="*/ 1778319 w 9885298"/>
              <a:gd name="connsiteY1" fmla="*/ 2881676 h 6394133"/>
              <a:gd name="connsiteX2" fmla="*/ 2612890 w 9885298"/>
              <a:gd name="connsiteY2" fmla="*/ 1510076 h 6394133"/>
              <a:gd name="connsiteX3" fmla="*/ 4303805 w 9885298"/>
              <a:gd name="connsiteY3" fmla="*/ 1176247 h 6394133"/>
              <a:gd name="connsiteX4" fmla="*/ 5798776 w 9885298"/>
              <a:gd name="connsiteY4" fmla="*/ 1836647 h 6394133"/>
              <a:gd name="connsiteX5" fmla="*/ 9681347 w 9885298"/>
              <a:gd name="connsiteY5" fmla="*/ 1872933 h 6394133"/>
              <a:gd name="connsiteX6" fmla="*/ 9020947 w 9885298"/>
              <a:gd name="connsiteY6" fmla="*/ 704533 h 6394133"/>
              <a:gd name="connsiteX7" fmla="*/ 6277747 w 9885298"/>
              <a:gd name="connsiteY7" fmla="*/ 660990 h 6394133"/>
              <a:gd name="connsiteX8" fmla="*/ 4441690 w 9885298"/>
              <a:gd name="connsiteY8" fmla="*/ 131219 h 6394133"/>
              <a:gd name="connsiteX9" fmla="*/ 1284833 w 9885298"/>
              <a:gd name="connsiteY9" fmla="*/ 174762 h 6394133"/>
              <a:gd name="connsiteX10" fmla="*/ 80148 w 9885298"/>
              <a:gd name="connsiteY10" fmla="*/ 2018076 h 6394133"/>
              <a:gd name="connsiteX11" fmla="*/ 109174 w 9885298"/>
              <a:gd name="connsiteY11" fmla="*/ 6394133 h 6394133"/>
              <a:gd name="connsiteX0" fmla="*/ 1727280 w 9805231"/>
              <a:gd name="connsiteY0" fmla="*/ 6111104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13052"/>
              <a:gd name="connsiteY0" fmla="*/ 6379618 h 6394133"/>
              <a:gd name="connsiteX1" fmla="*/ 1458767 w 9813052"/>
              <a:gd name="connsiteY1" fmla="*/ 2867162 h 6394133"/>
              <a:gd name="connsiteX2" fmla="*/ 2032080 w 9813052"/>
              <a:gd name="connsiteY2" fmla="*/ 1669733 h 6394133"/>
              <a:gd name="connsiteX3" fmla="*/ 3599624 w 9813052"/>
              <a:gd name="connsiteY3" fmla="*/ 1502819 h 6394133"/>
              <a:gd name="connsiteX4" fmla="*/ 5609852 w 9813052"/>
              <a:gd name="connsiteY4" fmla="*/ 2344647 h 6394133"/>
              <a:gd name="connsiteX5" fmla="*/ 9601280 w 9813052"/>
              <a:gd name="connsiteY5" fmla="*/ 1872933 h 6394133"/>
              <a:gd name="connsiteX6" fmla="*/ 8940880 w 9813052"/>
              <a:gd name="connsiteY6" fmla="*/ 704533 h 6394133"/>
              <a:gd name="connsiteX7" fmla="*/ 6197680 w 9813052"/>
              <a:gd name="connsiteY7" fmla="*/ 660990 h 6394133"/>
              <a:gd name="connsiteX8" fmla="*/ 4361623 w 9813052"/>
              <a:gd name="connsiteY8" fmla="*/ 131219 h 6394133"/>
              <a:gd name="connsiteX9" fmla="*/ 1204766 w 9813052"/>
              <a:gd name="connsiteY9" fmla="*/ 174762 h 6394133"/>
              <a:gd name="connsiteX10" fmla="*/ 81 w 9813052"/>
              <a:gd name="connsiteY10" fmla="*/ 2018076 h 6394133"/>
              <a:gd name="connsiteX11" fmla="*/ 29107 w 9813052"/>
              <a:gd name="connsiteY11" fmla="*/ 6394133 h 6394133"/>
              <a:gd name="connsiteX0" fmla="*/ 1466022 w 9806904"/>
              <a:gd name="connsiteY0" fmla="*/ 6379618 h 6394133"/>
              <a:gd name="connsiteX1" fmla="*/ 1458767 w 9806904"/>
              <a:gd name="connsiteY1" fmla="*/ 2867162 h 6394133"/>
              <a:gd name="connsiteX2" fmla="*/ 2032080 w 9806904"/>
              <a:gd name="connsiteY2" fmla="*/ 1669733 h 6394133"/>
              <a:gd name="connsiteX3" fmla="*/ 3599624 w 9806904"/>
              <a:gd name="connsiteY3" fmla="*/ 1502819 h 6394133"/>
              <a:gd name="connsiteX4" fmla="*/ 5609852 w 9806904"/>
              <a:gd name="connsiteY4" fmla="*/ 2344647 h 6394133"/>
              <a:gd name="connsiteX5" fmla="*/ 9594023 w 9806904"/>
              <a:gd name="connsiteY5" fmla="*/ 2221275 h 6394133"/>
              <a:gd name="connsiteX6" fmla="*/ 8940880 w 9806904"/>
              <a:gd name="connsiteY6" fmla="*/ 704533 h 6394133"/>
              <a:gd name="connsiteX7" fmla="*/ 6197680 w 9806904"/>
              <a:gd name="connsiteY7" fmla="*/ 660990 h 6394133"/>
              <a:gd name="connsiteX8" fmla="*/ 4361623 w 9806904"/>
              <a:gd name="connsiteY8" fmla="*/ 131219 h 6394133"/>
              <a:gd name="connsiteX9" fmla="*/ 1204766 w 9806904"/>
              <a:gd name="connsiteY9" fmla="*/ 174762 h 6394133"/>
              <a:gd name="connsiteX10" fmla="*/ 81 w 9806904"/>
              <a:gd name="connsiteY10" fmla="*/ 2018076 h 6394133"/>
              <a:gd name="connsiteX11" fmla="*/ 29107 w 9806904"/>
              <a:gd name="connsiteY11" fmla="*/ 6394133 h 6394133"/>
              <a:gd name="connsiteX0" fmla="*/ 1466022 w 9892049"/>
              <a:gd name="connsiteY0" fmla="*/ 6379618 h 6394133"/>
              <a:gd name="connsiteX1" fmla="*/ 1458767 w 9892049"/>
              <a:gd name="connsiteY1" fmla="*/ 2867162 h 6394133"/>
              <a:gd name="connsiteX2" fmla="*/ 2032080 w 9892049"/>
              <a:gd name="connsiteY2" fmla="*/ 1669733 h 6394133"/>
              <a:gd name="connsiteX3" fmla="*/ 3599624 w 9892049"/>
              <a:gd name="connsiteY3" fmla="*/ 1502819 h 6394133"/>
              <a:gd name="connsiteX4" fmla="*/ 5609852 w 9892049"/>
              <a:gd name="connsiteY4" fmla="*/ 2344647 h 6394133"/>
              <a:gd name="connsiteX5" fmla="*/ 9594023 w 9892049"/>
              <a:gd name="connsiteY5" fmla="*/ 2221275 h 6394133"/>
              <a:gd name="connsiteX6" fmla="*/ 8940880 w 9892049"/>
              <a:gd name="connsiteY6" fmla="*/ 704533 h 6394133"/>
              <a:gd name="connsiteX7" fmla="*/ 6197680 w 9892049"/>
              <a:gd name="connsiteY7" fmla="*/ 660990 h 6394133"/>
              <a:gd name="connsiteX8" fmla="*/ 4361623 w 9892049"/>
              <a:gd name="connsiteY8" fmla="*/ 131219 h 6394133"/>
              <a:gd name="connsiteX9" fmla="*/ 1204766 w 9892049"/>
              <a:gd name="connsiteY9" fmla="*/ 174762 h 6394133"/>
              <a:gd name="connsiteX10" fmla="*/ 81 w 9892049"/>
              <a:gd name="connsiteY10" fmla="*/ 2018076 h 6394133"/>
              <a:gd name="connsiteX11" fmla="*/ 29107 w 9892049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758649"/>
              <a:gd name="connsiteY0" fmla="*/ 6379618 h 6394133"/>
              <a:gd name="connsiteX1" fmla="*/ 1458767 w 9758649"/>
              <a:gd name="connsiteY1" fmla="*/ 2867162 h 6394133"/>
              <a:gd name="connsiteX2" fmla="*/ 2032080 w 9758649"/>
              <a:gd name="connsiteY2" fmla="*/ 1669733 h 6394133"/>
              <a:gd name="connsiteX3" fmla="*/ 3599624 w 9758649"/>
              <a:gd name="connsiteY3" fmla="*/ 1502819 h 6394133"/>
              <a:gd name="connsiteX4" fmla="*/ 5602595 w 9758649"/>
              <a:gd name="connsiteY4" fmla="*/ 2047104 h 6394133"/>
              <a:gd name="connsiteX5" fmla="*/ 9535966 w 9758649"/>
              <a:gd name="connsiteY5" fmla="*/ 2054360 h 6394133"/>
              <a:gd name="connsiteX6" fmla="*/ 8940880 w 9758649"/>
              <a:gd name="connsiteY6" fmla="*/ 704533 h 6394133"/>
              <a:gd name="connsiteX7" fmla="*/ 6197680 w 9758649"/>
              <a:gd name="connsiteY7" fmla="*/ 660990 h 6394133"/>
              <a:gd name="connsiteX8" fmla="*/ 4361623 w 9758649"/>
              <a:gd name="connsiteY8" fmla="*/ 131219 h 6394133"/>
              <a:gd name="connsiteX9" fmla="*/ 1204766 w 9758649"/>
              <a:gd name="connsiteY9" fmla="*/ 174762 h 6394133"/>
              <a:gd name="connsiteX10" fmla="*/ 81 w 9758649"/>
              <a:gd name="connsiteY10" fmla="*/ 2018076 h 6394133"/>
              <a:gd name="connsiteX11" fmla="*/ 29107 w 9758649"/>
              <a:gd name="connsiteY11" fmla="*/ 6394133 h 6394133"/>
              <a:gd name="connsiteX0" fmla="*/ 1466022 w 9622995"/>
              <a:gd name="connsiteY0" fmla="*/ 6379618 h 6394133"/>
              <a:gd name="connsiteX1" fmla="*/ 1458767 w 9622995"/>
              <a:gd name="connsiteY1" fmla="*/ 2867162 h 6394133"/>
              <a:gd name="connsiteX2" fmla="*/ 2032080 w 9622995"/>
              <a:gd name="connsiteY2" fmla="*/ 1669733 h 6394133"/>
              <a:gd name="connsiteX3" fmla="*/ 3599624 w 9622995"/>
              <a:gd name="connsiteY3" fmla="*/ 1502819 h 6394133"/>
              <a:gd name="connsiteX4" fmla="*/ 5602595 w 9622995"/>
              <a:gd name="connsiteY4" fmla="*/ 2047104 h 6394133"/>
              <a:gd name="connsiteX5" fmla="*/ 9369051 w 9622995"/>
              <a:gd name="connsiteY5" fmla="*/ 2039845 h 6394133"/>
              <a:gd name="connsiteX6" fmla="*/ 8940880 w 9622995"/>
              <a:gd name="connsiteY6" fmla="*/ 704533 h 6394133"/>
              <a:gd name="connsiteX7" fmla="*/ 6197680 w 9622995"/>
              <a:gd name="connsiteY7" fmla="*/ 660990 h 6394133"/>
              <a:gd name="connsiteX8" fmla="*/ 4361623 w 9622995"/>
              <a:gd name="connsiteY8" fmla="*/ 131219 h 6394133"/>
              <a:gd name="connsiteX9" fmla="*/ 1204766 w 9622995"/>
              <a:gd name="connsiteY9" fmla="*/ 174762 h 6394133"/>
              <a:gd name="connsiteX10" fmla="*/ 81 w 9622995"/>
              <a:gd name="connsiteY10" fmla="*/ 2018076 h 6394133"/>
              <a:gd name="connsiteX11" fmla="*/ 29107 w 9622995"/>
              <a:gd name="connsiteY11" fmla="*/ 6394133 h 6394133"/>
              <a:gd name="connsiteX0" fmla="*/ 1466022 w 9668123"/>
              <a:gd name="connsiteY0" fmla="*/ 6379618 h 6394133"/>
              <a:gd name="connsiteX1" fmla="*/ 1458767 w 9668123"/>
              <a:gd name="connsiteY1" fmla="*/ 2867162 h 6394133"/>
              <a:gd name="connsiteX2" fmla="*/ 2032080 w 9668123"/>
              <a:gd name="connsiteY2" fmla="*/ 1669733 h 6394133"/>
              <a:gd name="connsiteX3" fmla="*/ 3599624 w 9668123"/>
              <a:gd name="connsiteY3" fmla="*/ 1502819 h 6394133"/>
              <a:gd name="connsiteX4" fmla="*/ 5602595 w 9668123"/>
              <a:gd name="connsiteY4" fmla="*/ 2047104 h 6394133"/>
              <a:gd name="connsiteX5" fmla="*/ 9369051 w 9668123"/>
              <a:gd name="connsiteY5" fmla="*/ 2039845 h 6394133"/>
              <a:gd name="connsiteX6" fmla="*/ 8940880 w 9668123"/>
              <a:gd name="connsiteY6" fmla="*/ 704533 h 6394133"/>
              <a:gd name="connsiteX7" fmla="*/ 6197680 w 9668123"/>
              <a:gd name="connsiteY7" fmla="*/ 660990 h 6394133"/>
              <a:gd name="connsiteX8" fmla="*/ 4361623 w 9668123"/>
              <a:gd name="connsiteY8" fmla="*/ 131219 h 6394133"/>
              <a:gd name="connsiteX9" fmla="*/ 1204766 w 9668123"/>
              <a:gd name="connsiteY9" fmla="*/ 174762 h 6394133"/>
              <a:gd name="connsiteX10" fmla="*/ 81 w 9668123"/>
              <a:gd name="connsiteY10" fmla="*/ 2018076 h 6394133"/>
              <a:gd name="connsiteX11" fmla="*/ 29107 w 9668123"/>
              <a:gd name="connsiteY11" fmla="*/ 6394133 h 6394133"/>
              <a:gd name="connsiteX0" fmla="*/ 1466022 w 9795780"/>
              <a:gd name="connsiteY0" fmla="*/ 6379618 h 6394133"/>
              <a:gd name="connsiteX1" fmla="*/ 1458767 w 9795780"/>
              <a:gd name="connsiteY1" fmla="*/ 2867162 h 6394133"/>
              <a:gd name="connsiteX2" fmla="*/ 2032080 w 9795780"/>
              <a:gd name="connsiteY2" fmla="*/ 1669733 h 6394133"/>
              <a:gd name="connsiteX3" fmla="*/ 3599624 w 9795780"/>
              <a:gd name="connsiteY3" fmla="*/ 1502819 h 6394133"/>
              <a:gd name="connsiteX4" fmla="*/ 5602595 w 9795780"/>
              <a:gd name="connsiteY4" fmla="*/ 2047104 h 6394133"/>
              <a:gd name="connsiteX5" fmla="*/ 9369051 w 9795780"/>
              <a:gd name="connsiteY5" fmla="*/ 2039845 h 6394133"/>
              <a:gd name="connsiteX6" fmla="*/ 9354537 w 9795780"/>
              <a:gd name="connsiteY6" fmla="*/ 602933 h 6394133"/>
              <a:gd name="connsiteX7" fmla="*/ 6197680 w 9795780"/>
              <a:gd name="connsiteY7" fmla="*/ 660990 h 6394133"/>
              <a:gd name="connsiteX8" fmla="*/ 4361623 w 9795780"/>
              <a:gd name="connsiteY8" fmla="*/ 131219 h 6394133"/>
              <a:gd name="connsiteX9" fmla="*/ 1204766 w 9795780"/>
              <a:gd name="connsiteY9" fmla="*/ 174762 h 6394133"/>
              <a:gd name="connsiteX10" fmla="*/ 81 w 9795780"/>
              <a:gd name="connsiteY10" fmla="*/ 2018076 h 6394133"/>
              <a:gd name="connsiteX11" fmla="*/ 29107 w 9795780"/>
              <a:gd name="connsiteY11" fmla="*/ 6394133 h 6394133"/>
              <a:gd name="connsiteX0" fmla="*/ 1466022 w 9823161"/>
              <a:gd name="connsiteY0" fmla="*/ 6379618 h 6394133"/>
              <a:gd name="connsiteX1" fmla="*/ 1458767 w 9823161"/>
              <a:gd name="connsiteY1" fmla="*/ 2867162 h 6394133"/>
              <a:gd name="connsiteX2" fmla="*/ 2032080 w 9823161"/>
              <a:gd name="connsiteY2" fmla="*/ 1669733 h 6394133"/>
              <a:gd name="connsiteX3" fmla="*/ 3599624 w 9823161"/>
              <a:gd name="connsiteY3" fmla="*/ 1502819 h 6394133"/>
              <a:gd name="connsiteX4" fmla="*/ 5602595 w 9823161"/>
              <a:gd name="connsiteY4" fmla="*/ 2047104 h 6394133"/>
              <a:gd name="connsiteX5" fmla="*/ 9369051 w 9823161"/>
              <a:gd name="connsiteY5" fmla="*/ 2039845 h 6394133"/>
              <a:gd name="connsiteX6" fmla="*/ 9405337 w 9823161"/>
              <a:gd name="connsiteY6" fmla="*/ 1299619 h 6394133"/>
              <a:gd name="connsiteX7" fmla="*/ 6197680 w 9823161"/>
              <a:gd name="connsiteY7" fmla="*/ 660990 h 6394133"/>
              <a:gd name="connsiteX8" fmla="*/ 4361623 w 9823161"/>
              <a:gd name="connsiteY8" fmla="*/ 131219 h 6394133"/>
              <a:gd name="connsiteX9" fmla="*/ 1204766 w 9823161"/>
              <a:gd name="connsiteY9" fmla="*/ 174762 h 6394133"/>
              <a:gd name="connsiteX10" fmla="*/ 81 w 9823161"/>
              <a:gd name="connsiteY10" fmla="*/ 2018076 h 6394133"/>
              <a:gd name="connsiteX11" fmla="*/ 29107 w 9823161"/>
              <a:gd name="connsiteY11" fmla="*/ 6394133 h 6394133"/>
              <a:gd name="connsiteX0" fmla="*/ 1466022 w 9855955"/>
              <a:gd name="connsiteY0" fmla="*/ 6379618 h 6394133"/>
              <a:gd name="connsiteX1" fmla="*/ 1458767 w 9855955"/>
              <a:gd name="connsiteY1" fmla="*/ 2867162 h 6394133"/>
              <a:gd name="connsiteX2" fmla="*/ 2032080 w 9855955"/>
              <a:gd name="connsiteY2" fmla="*/ 1669733 h 6394133"/>
              <a:gd name="connsiteX3" fmla="*/ 3599624 w 9855955"/>
              <a:gd name="connsiteY3" fmla="*/ 1502819 h 6394133"/>
              <a:gd name="connsiteX4" fmla="*/ 5602595 w 9855955"/>
              <a:gd name="connsiteY4" fmla="*/ 2047104 h 6394133"/>
              <a:gd name="connsiteX5" fmla="*/ 9369051 w 9855955"/>
              <a:gd name="connsiteY5" fmla="*/ 2039845 h 6394133"/>
              <a:gd name="connsiteX6" fmla="*/ 9405337 w 9855955"/>
              <a:gd name="connsiteY6" fmla="*/ 1299619 h 6394133"/>
              <a:gd name="connsiteX7" fmla="*/ 6197680 w 9855955"/>
              <a:gd name="connsiteY7" fmla="*/ 660990 h 6394133"/>
              <a:gd name="connsiteX8" fmla="*/ 4361623 w 9855955"/>
              <a:gd name="connsiteY8" fmla="*/ 131219 h 6394133"/>
              <a:gd name="connsiteX9" fmla="*/ 1204766 w 9855955"/>
              <a:gd name="connsiteY9" fmla="*/ 174762 h 6394133"/>
              <a:gd name="connsiteX10" fmla="*/ 81 w 9855955"/>
              <a:gd name="connsiteY10" fmla="*/ 2018076 h 6394133"/>
              <a:gd name="connsiteX11" fmla="*/ 29107 w 9855955"/>
              <a:gd name="connsiteY11" fmla="*/ 6394133 h 6394133"/>
              <a:gd name="connsiteX0" fmla="*/ 1466022 w 9872070"/>
              <a:gd name="connsiteY0" fmla="*/ 6379618 h 6394133"/>
              <a:gd name="connsiteX1" fmla="*/ 1458767 w 9872070"/>
              <a:gd name="connsiteY1" fmla="*/ 2867162 h 6394133"/>
              <a:gd name="connsiteX2" fmla="*/ 2032080 w 9872070"/>
              <a:gd name="connsiteY2" fmla="*/ 1669733 h 6394133"/>
              <a:gd name="connsiteX3" fmla="*/ 3599624 w 9872070"/>
              <a:gd name="connsiteY3" fmla="*/ 1502819 h 6394133"/>
              <a:gd name="connsiteX4" fmla="*/ 5602595 w 9872070"/>
              <a:gd name="connsiteY4" fmla="*/ 2047104 h 6394133"/>
              <a:gd name="connsiteX5" fmla="*/ 9369051 w 9872070"/>
              <a:gd name="connsiteY5" fmla="*/ 2039845 h 6394133"/>
              <a:gd name="connsiteX6" fmla="*/ 9405337 w 9872070"/>
              <a:gd name="connsiteY6" fmla="*/ 1299619 h 6394133"/>
              <a:gd name="connsiteX7" fmla="*/ 6197680 w 9872070"/>
              <a:gd name="connsiteY7" fmla="*/ 660990 h 6394133"/>
              <a:gd name="connsiteX8" fmla="*/ 4361623 w 9872070"/>
              <a:gd name="connsiteY8" fmla="*/ 131219 h 6394133"/>
              <a:gd name="connsiteX9" fmla="*/ 1204766 w 9872070"/>
              <a:gd name="connsiteY9" fmla="*/ 174762 h 6394133"/>
              <a:gd name="connsiteX10" fmla="*/ 81 w 9872070"/>
              <a:gd name="connsiteY10" fmla="*/ 2018076 h 6394133"/>
              <a:gd name="connsiteX11" fmla="*/ 29107 w 9872070"/>
              <a:gd name="connsiteY11" fmla="*/ 6394133 h 6394133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904900"/>
              <a:gd name="connsiteY0" fmla="*/ 6415590 h 6430105"/>
              <a:gd name="connsiteX1" fmla="*/ 1458767 w 9904900"/>
              <a:gd name="connsiteY1" fmla="*/ 2903134 h 6430105"/>
              <a:gd name="connsiteX2" fmla="*/ 2032080 w 9904900"/>
              <a:gd name="connsiteY2" fmla="*/ 1705705 h 6430105"/>
              <a:gd name="connsiteX3" fmla="*/ 3599624 w 9904900"/>
              <a:gd name="connsiteY3" fmla="*/ 1538791 h 6430105"/>
              <a:gd name="connsiteX4" fmla="*/ 5602595 w 9904900"/>
              <a:gd name="connsiteY4" fmla="*/ 2083076 h 6430105"/>
              <a:gd name="connsiteX5" fmla="*/ 9369051 w 9904900"/>
              <a:gd name="connsiteY5" fmla="*/ 2075817 h 6430105"/>
              <a:gd name="connsiteX6" fmla="*/ 9405337 w 9904900"/>
              <a:gd name="connsiteY6" fmla="*/ 1335591 h 6430105"/>
              <a:gd name="connsiteX7" fmla="*/ 6596823 w 9904900"/>
              <a:gd name="connsiteY7" fmla="*/ 1342847 h 6430105"/>
              <a:gd name="connsiteX8" fmla="*/ 4361623 w 9904900"/>
              <a:gd name="connsiteY8" fmla="*/ 167191 h 6430105"/>
              <a:gd name="connsiteX9" fmla="*/ 1204766 w 9904900"/>
              <a:gd name="connsiteY9" fmla="*/ 210734 h 6430105"/>
              <a:gd name="connsiteX10" fmla="*/ 81 w 9904900"/>
              <a:gd name="connsiteY10" fmla="*/ 2054048 h 6430105"/>
              <a:gd name="connsiteX11" fmla="*/ 29107 w 9904900"/>
              <a:gd name="connsiteY11" fmla="*/ 6430105 h 6430105"/>
              <a:gd name="connsiteX0" fmla="*/ 1466022 w 9904900"/>
              <a:gd name="connsiteY0" fmla="*/ 6358517 h 6373032"/>
              <a:gd name="connsiteX1" fmla="*/ 1458767 w 9904900"/>
              <a:gd name="connsiteY1" fmla="*/ 2846061 h 6373032"/>
              <a:gd name="connsiteX2" fmla="*/ 2032080 w 9904900"/>
              <a:gd name="connsiteY2" fmla="*/ 1648632 h 6373032"/>
              <a:gd name="connsiteX3" fmla="*/ 3599624 w 9904900"/>
              <a:gd name="connsiteY3" fmla="*/ 1481718 h 6373032"/>
              <a:gd name="connsiteX4" fmla="*/ 5602595 w 9904900"/>
              <a:gd name="connsiteY4" fmla="*/ 2026003 h 6373032"/>
              <a:gd name="connsiteX5" fmla="*/ 9369051 w 9904900"/>
              <a:gd name="connsiteY5" fmla="*/ 2018744 h 6373032"/>
              <a:gd name="connsiteX6" fmla="*/ 9405337 w 9904900"/>
              <a:gd name="connsiteY6" fmla="*/ 1278518 h 6373032"/>
              <a:gd name="connsiteX7" fmla="*/ 6596823 w 9904900"/>
              <a:gd name="connsiteY7" fmla="*/ 1285774 h 6373032"/>
              <a:gd name="connsiteX8" fmla="*/ 4361623 w 9904900"/>
              <a:gd name="connsiteY8" fmla="*/ 233490 h 6373032"/>
              <a:gd name="connsiteX9" fmla="*/ 1204766 w 9904900"/>
              <a:gd name="connsiteY9" fmla="*/ 153661 h 6373032"/>
              <a:gd name="connsiteX10" fmla="*/ 81 w 9904900"/>
              <a:gd name="connsiteY10" fmla="*/ 1996975 h 6373032"/>
              <a:gd name="connsiteX11" fmla="*/ 29107 w 9904900"/>
              <a:gd name="connsiteY11" fmla="*/ 6373032 h 6373032"/>
              <a:gd name="connsiteX0" fmla="*/ 1547158 w 9986036"/>
              <a:gd name="connsiteY0" fmla="*/ 6313207 h 6327722"/>
              <a:gd name="connsiteX1" fmla="*/ 1539903 w 9986036"/>
              <a:gd name="connsiteY1" fmla="*/ 2800751 h 6327722"/>
              <a:gd name="connsiteX2" fmla="*/ 2113216 w 9986036"/>
              <a:gd name="connsiteY2" fmla="*/ 1603322 h 6327722"/>
              <a:gd name="connsiteX3" fmla="*/ 3680760 w 9986036"/>
              <a:gd name="connsiteY3" fmla="*/ 1436408 h 6327722"/>
              <a:gd name="connsiteX4" fmla="*/ 5683731 w 9986036"/>
              <a:gd name="connsiteY4" fmla="*/ 1980693 h 6327722"/>
              <a:gd name="connsiteX5" fmla="*/ 9450187 w 9986036"/>
              <a:gd name="connsiteY5" fmla="*/ 1973434 h 6327722"/>
              <a:gd name="connsiteX6" fmla="*/ 9486473 w 9986036"/>
              <a:gd name="connsiteY6" fmla="*/ 1233208 h 6327722"/>
              <a:gd name="connsiteX7" fmla="*/ 6677959 w 9986036"/>
              <a:gd name="connsiteY7" fmla="*/ 1240464 h 6327722"/>
              <a:gd name="connsiteX8" fmla="*/ 4442759 w 9986036"/>
              <a:gd name="connsiteY8" fmla="*/ 188180 h 6327722"/>
              <a:gd name="connsiteX9" fmla="*/ 1300417 w 9986036"/>
              <a:gd name="connsiteY9" fmla="*/ 173665 h 6327722"/>
              <a:gd name="connsiteX10" fmla="*/ 81217 w 9986036"/>
              <a:gd name="connsiteY10" fmla="*/ 1951665 h 6327722"/>
              <a:gd name="connsiteX11" fmla="*/ 110243 w 9986036"/>
              <a:gd name="connsiteY11" fmla="*/ 6327722 h 6327722"/>
              <a:gd name="connsiteX0" fmla="*/ 1547158 w 9986036"/>
              <a:gd name="connsiteY0" fmla="*/ 6208879 h 6223394"/>
              <a:gd name="connsiteX1" fmla="*/ 1539903 w 9986036"/>
              <a:gd name="connsiteY1" fmla="*/ 2696423 h 6223394"/>
              <a:gd name="connsiteX2" fmla="*/ 2113216 w 9986036"/>
              <a:gd name="connsiteY2" fmla="*/ 1498994 h 6223394"/>
              <a:gd name="connsiteX3" fmla="*/ 3680760 w 9986036"/>
              <a:gd name="connsiteY3" fmla="*/ 1332080 h 6223394"/>
              <a:gd name="connsiteX4" fmla="*/ 5683731 w 9986036"/>
              <a:gd name="connsiteY4" fmla="*/ 1876365 h 6223394"/>
              <a:gd name="connsiteX5" fmla="*/ 9450187 w 9986036"/>
              <a:gd name="connsiteY5" fmla="*/ 1869106 h 6223394"/>
              <a:gd name="connsiteX6" fmla="*/ 9486473 w 9986036"/>
              <a:gd name="connsiteY6" fmla="*/ 1128880 h 6223394"/>
              <a:gd name="connsiteX7" fmla="*/ 6677959 w 9986036"/>
              <a:gd name="connsiteY7" fmla="*/ 1136136 h 6223394"/>
              <a:gd name="connsiteX8" fmla="*/ 4442759 w 9986036"/>
              <a:gd name="connsiteY8" fmla="*/ 83852 h 6223394"/>
              <a:gd name="connsiteX9" fmla="*/ 1300417 w 9986036"/>
              <a:gd name="connsiteY9" fmla="*/ 69337 h 6223394"/>
              <a:gd name="connsiteX10" fmla="*/ 81217 w 9986036"/>
              <a:gd name="connsiteY10" fmla="*/ 1847337 h 6223394"/>
              <a:gd name="connsiteX11" fmla="*/ 110243 w 9986036"/>
              <a:gd name="connsiteY11" fmla="*/ 6223394 h 6223394"/>
              <a:gd name="connsiteX0" fmla="*/ 1547158 w 9986036"/>
              <a:gd name="connsiteY0" fmla="*/ 6143351 h 6157866"/>
              <a:gd name="connsiteX1" fmla="*/ 1539903 w 9986036"/>
              <a:gd name="connsiteY1" fmla="*/ 2630895 h 6157866"/>
              <a:gd name="connsiteX2" fmla="*/ 2113216 w 9986036"/>
              <a:gd name="connsiteY2" fmla="*/ 1433466 h 6157866"/>
              <a:gd name="connsiteX3" fmla="*/ 3680760 w 9986036"/>
              <a:gd name="connsiteY3" fmla="*/ 1266552 h 6157866"/>
              <a:gd name="connsiteX4" fmla="*/ 5683731 w 9986036"/>
              <a:gd name="connsiteY4" fmla="*/ 1810837 h 6157866"/>
              <a:gd name="connsiteX5" fmla="*/ 9450187 w 9986036"/>
              <a:gd name="connsiteY5" fmla="*/ 1803578 h 6157866"/>
              <a:gd name="connsiteX6" fmla="*/ 9486473 w 9986036"/>
              <a:gd name="connsiteY6" fmla="*/ 1063352 h 6157866"/>
              <a:gd name="connsiteX7" fmla="*/ 6677959 w 9986036"/>
              <a:gd name="connsiteY7" fmla="*/ 1070608 h 6157866"/>
              <a:gd name="connsiteX8" fmla="*/ 4442759 w 9986036"/>
              <a:gd name="connsiteY8" fmla="*/ 18324 h 6157866"/>
              <a:gd name="connsiteX9" fmla="*/ 1300417 w 9986036"/>
              <a:gd name="connsiteY9" fmla="*/ 3809 h 6157866"/>
              <a:gd name="connsiteX10" fmla="*/ 81217 w 9986036"/>
              <a:gd name="connsiteY10" fmla="*/ 1781809 h 6157866"/>
              <a:gd name="connsiteX11" fmla="*/ 110243 w 9986036"/>
              <a:gd name="connsiteY11" fmla="*/ 6157866 h 6157866"/>
              <a:gd name="connsiteX0" fmla="*/ 1587839 w 10026717"/>
              <a:gd name="connsiteY0" fmla="*/ 6211571 h 6226086"/>
              <a:gd name="connsiteX1" fmla="*/ 1580584 w 10026717"/>
              <a:gd name="connsiteY1" fmla="*/ 2699115 h 6226086"/>
              <a:gd name="connsiteX2" fmla="*/ 2153897 w 10026717"/>
              <a:gd name="connsiteY2" fmla="*/ 1501686 h 6226086"/>
              <a:gd name="connsiteX3" fmla="*/ 3721441 w 10026717"/>
              <a:gd name="connsiteY3" fmla="*/ 1334772 h 6226086"/>
              <a:gd name="connsiteX4" fmla="*/ 5724412 w 10026717"/>
              <a:gd name="connsiteY4" fmla="*/ 1879057 h 6226086"/>
              <a:gd name="connsiteX5" fmla="*/ 9490868 w 10026717"/>
              <a:gd name="connsiteY5" fmla="*/ 1871798 h 6226086"/>
              <a:gd name="connsiteX6" fmla="*/ 9527154 w 10026717"/>
              <a:gd name="connsiteY6" fmla="*/ 1131572 h 6226086"/>
              <a:gd name="connsiteX7" fmla="*/ 6718640 w 10026717"/>
              <a:gd name="connsiteY7" fmla="*/ 1138828 h 6226086"/>
              <a:gd name="connsiteX8" fmla="*/ 4483440 w 10026717"/>
              <a:gd name="connsiteY8" fmla="*/ 86544 h 6226086"/>
              <a:gd name="connsiteX9" fmla="*/ 1892640 w 10026717"/>
              <a:gd name="connsiteY9" fmla="*/ 64772 h 6226086"/>
              <a:gd name="connsiteX10" fmla="*/ 121898 w 10026717"/>
              <a:gd name="connsiteY10" fmla="*/ 1850029 h 6226086"/>
              <a:gd name="connsiteX11" fmla="*/ 150924 w 10026717"/>
              <a:gd name="connsiteY11" fmla="*/ 6226086 h 6226086"/>
              <a:gd name="connsiteX0" fmla="*/ 1587839 w 10026717"/>
              <a:gd name="connsiteY0" fmla="*/ 6146799 h 6161314"/>
              <a:gd name="connsiteX1" fmla="*/ 1580584 w 10026717"/>
              <a:gd name="connsiteY1" fmla="*/ 2634343 h 6161314"/>
              <a:gd name="connsiteX2" fmla="*/ 2153897 w 10026717"/>
              <a:gd name="connsiteY2" fmla="*/ 1436914 h 6161314"/>
              <a:gd name="connsiteX3" fmla="*/ 3721441 w 10026717"/>
              <a:gd name="connsiteY3" fmla="*/ 1270000 h 6161314"/>
              <a:gd name="connsiteX4" fmla="*/ 5724412 w 10026717"/>
              <a:gd name="connsiteY4" fmla="*/ 1814285 h 6161314"/>
              <a:gd name="connsiteX5" fmla="*/ 9490868 w 10026717"/>
              <a:gd name="connsiteY5" fmla="*/ 1807026 h 6161314"/>
              <a:gd name="connsiteX6" fmla="*/ 9527154 w 10026717"/>
              <a:gd name="connsiteY6" fmla="*/ 1066800 h 6161314"/>
              <a:gd name="connsiteX7" fmla="*/ 6718640 w 10026717"/>
              <a:gd name="connsiteY7" fmla="*/ 1074056 h 6161314"/>
              <a:gd name="connsiteX8" fmla="*/ 4483440 w 10026717"/>
              <a:gd name="connsiteY8" fmla="*/ 21772 h 6161314"/>
              <a:gd name="connsiteX9" fmla="*/ 1892640 w 10026717"/>
              <a:gd name="connsiteY9" fmla="*/ 0 h 6161314"/>
              <a:gd name="connsiteX10" fmla="*/ 121898 w 10026717"/>
              <a:gd name="connsiteY10" fmla="*/ 1785257 h 6161314"/>
              <a:gd name="connsiteX11" fmla="*/ 150924 w 10026717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602053 w 10057256"/>
              <a:gd name="connsiteY0" fmla="*/ 6146799 h 6146799"/>
              <a:gd name="connsiteX1" fmla="*/ 1594798 w 10057256"/>
              <a:gd name="connsiteY1" fmla="*/ 2634343 h 6146799"/>
              <a:gd name="connsiteX2" fmla="*/ 2168111 w 10057256"/>
              <a:gd name="connsiteY2" fmla="*/ 1436914 h 6146799"/>
              <a:gd name="connsiteX3" fmla="*/ 3735655 w 10057256"/>
              <a:gd name="connsiteY3" fmla="*/ 1270000 h 6146799"/>
              <a:gd name="connsiteX4" fmla="*/ 5426569 w 10057256"/>
              <a:gd name="connsiteY4" fmla="*/ 1814285 h 6146799"/>
              <a:gd name="connsiteX5" fmla="*/ 9505082 w 10057256"/>
              <a:gd name="connsiteY5" fmla="*/ 1807026 h 6146799"/>
              <a:gd name="connsiteX6" fmla="*/ 9541368 w 10057256"/>
              <a:gd name="connsiteY6" fmla="*/ 1066800 h 6146799"/>
              <a:gd name="connsiteX7" fmla="*/ 6732854 w 10057256"/>
              <a:gd name="connsiteY7" fmla="*/ 1074056 h 6146799"/>
              <a:gd name="connsiteX8" fmla="*/ 4497654 w 10057256"/>
              <a:gd name="connsiteY8" fmla="*/ 21772 h 6146799"/>
              <a:gd name="connsiteX9" fmla="*/ 1906854 w 10057256"/>
              <a:gd name="connsiteY9" fmla="*/ 0 h 6146799"/>
              <a:gd name="connsiteX10" fmla="*/ 136112 w 10057256"/>
              <a:gd name="connsiteY10" fmla="*/ 1785257 h 6146799"/>
              <a:gd name="connsiteX11" fmla="*/ 121595 w 10057256"/>
              <a:gd name="connsiteY11" fmla="*/ 2467428 h 6146799"/>
              <a:gd name="connsiteX0" fmla="*/ 1481619 w 9936822"/>
              <a:gd name="connsiteY0" fmla="*/ 6146799 h 6146799"/>
              <a:gd name="connsiteX1" fmla="*/ 1474364 w 9936822"/>
              <a:gd name="connsiteY1" fmla="*/ 2634343 h 6146799"/>
              <a:gd name="connsiteX2" fmla="*/ 2047677 w 9936822"/>
              <a:gd name="connsiteY2" fmla="*/ 1436914 h 6146799"/>
              <a:gd name="connsiteX3" fmla="*/ 3615221 w 9936822"/>
              <a:gd name="connsiteY3" fmla="*/ 1270000 h 6146799"/>
              <a:gd name="connsiteX4" fmla="*/ 5306135 w 9936822"/>
              <a:gd name="connsiteY4" fmla="*/ 1814285 h 6146799"/>
              <a:gd name="connsiteX5" fmla="*/ 9384648 w 9936822"/>
              <a:gd name="connsiteY5" fmla="*/ 1807026 h 6146799"/>
              <a:gd name="connsiteX6" fmla="*/ 9420934 w 9936822"/>
              <a:gd name="connsiteY6" fmla="*/ 1066800 h 6146799"/>
              <a:gd name="connsiteX7" fmla="*/ 6612420 w 9936822"/>
              <a:gd name="connsiteY7" fmla="*/ 1074056 h 6146799"/>
              <a:gd name="connsiteX8" fmla="*/ 4377220 w 9936822"/>
              <a:gd name="connsiteY8" fmla="*/ 21772 h 6146799"/>
              <a:gd name="connsiteX9" fmla="*/ 1786420 w 9936822"/>
              <a:gd name="connsiteY9" fmla="*/ 0 h 6146799"/>
              <a:gd name="connsiteX10" fmla="*/ 15678 w 9936822"/>
              <a:gd name="connsiteY10" fmla="*/ 1785257 h 6146799"/>
              <a:gd name="connsiteX11" fmla="*/ 1161 w 9936822"/>
              <a:gd name="connsiteY11" fmla="*/ 2467428 h 6146799"/>
              <a:gd name="connsiteX0" fmla="*/ 1480458 w 9935661"/>
              <a:gd name="connsiteY0" fmla="*/ 6146799 h 6146799"/>
              <a:gd name="connsiteX1" fmla="*/ 1473203 w 9935661"/>
              <a:gd name="connsiteY1" fmla="*/ 2634343 h 6146799"/>
              <a:gd name="connsiteX2" fmla="*/ 2046516 w 9935661"/>
              <a:gd name="connsiteY2" fmla="*/ 1436914 h 6146799"/>
              <a:gd name="connsiteX3" fmla="*/ 3614060 w 9935661"/>
              <a:gd name="connsiteY3" fmla="*/ 1270000 h 6146799"/>
              <a:gd name="connsiteX4" fmla="*/ 5304974 w 9935661"/>
              <a:gd name="connsiteY4" fmla="*/ 1814285 h 6146799"/>
              <a:gd name="connsiteX5" fmla="*/ 9383487 w 9935661"/>
              <a:gd name="connsiteY5" fmla="*/ 1807026 h 6146799"/>
              <a:gd name="connsiteX6" fmla="*/ 9419773 w 9935661"/>
              <a:gd name="connsiteY6" fmla="*/ 1066800 h 6146799"/>
              <a:gd name="connsiteX7" fmla="*/ 6611259 w 9935661"/>
              <a:gd name="connsiteY7" fmla="*/ 1074056 h 6146799"/>
              <a:gd name="connsiteX8" fmla="*/ 4376059 w 9935661"/>
              <a:gd name="connsiteY8" fmla="*/ 21772 h 6146799"/>
              <a:gd name="connsiteX9" fmla="*/ 1785259 w 9935661"/>
              <a:gd name="connsiteY9" fmla="*/ 0 h 6146799"/>
              <a:gd name="connsiteX10" fmla="*/ 14517 w 9935661"/>
              <a:gd name="connsiteY10" fmla="*/ 1785257 h 6146799"/>
              <a:gd name="connsiteX11" fmla="*/ 0 w 9935661"/>
              <a:gd name="connsiteY11" fmla="*/ 2467428 h 6146799"/>
              <a:gd name="connsiteX0" fmla="*/ 1480458 w 9935661"/>
              <a:gd name="connsiteY0" fmla="*/ 6158195 h 6158195"/>
              <a:gd name="connsiteX1" fmla="*/ 1473203 w 9935661"/>
              <a:gd name="connsiteY1" fmla="*/ 2645739 h 6158195"/>
              <a:gd name="connsiteX2" fmla="*/ 2046516 w 9935661"/>
              <a:gd name="connsiteY2" fmla="*/ 1448310 h 6158195"/>
              <a:gd name="connsiteX3" fmla="*/ 3614060 w 9935661"/>
              <a:gd name="connsiteY3" fmla="*/ 1281396 h 6158195"/>
              <a:gd name="connsiteX4" fmla="*/ 5304974 w 9935661"/>
              <a:gd name="connsiteY4" fmla="*/ 1825681 h 6158195"/>
              <a:gd name="connsiteX5" fmla="*/ 9383487 w 9935661"/>
              <a:gd name="connsiteY5" fmla="*/ 1818422 h 6158195"/>
              <a:gd name="connsiteX6" fmla="*/ 9419773 w 9935661"/>
              <a:gd name="connsiteY6" fmla="*/ 1078196 h 6158195"/>
              <a:gd name="connsiteX7" fmla="*/ 6611259 w 9935661"/>
              <a:gd name="connsiteY7" fmla="*/ 1085452 h 6158195"/>
              <a:gd name="connsiteX8" fmla="*/ 4376059 w 9935661"/>
              <a:gd name="connsiteY8" fmla="*/ 33168 h 6158195"/>
              <a:gd name="connsiteX9" fmla="*/ 1785259 w 9935661"/>
              <a:gd name="connsiteY9" fmla="*/ 11396 h 6158195"/>
              <a:gd name="connsiteX10" fmla="*/ 14517 w 9935661"/>
              <a:gd name="connsiteY10" fmla="*/ 1796653 h 6158195"/>
              <a:gd name="connsiteX11" fmla="*/ 0 w 9935661"/>
              <a:gd name="connsiteY11" fmla="*/ 2478824 h 615819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2191658 w 9935661"/>
              <a:gd name="connsiteY0" fmla="*/ 6173987 h 6173987"/>
              <a:gd name="connsiteX1" fmla="*/ 1473203 w 9935661"/>
              <a:gd name="connsiteY1" fmla="*/ 2639759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935661"/>
              <a:gd name="connsiteY0" fmla="*/ 6173987 h 6173987"/>
              <a:gd name="connsiteX1" fmla="*/ 2184403 w 9935661"/>
              <a:gd name="connsiteY1" fmla="*/ 2654273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046516 w 9891001"/>
              <a:gd name="connsiteY2" fmla="*/ 1442330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274460 w 9891001"/>
              <a:gd name="connsiteY3" fmla="*/ 1268159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827678"/>
              <a:gd name="connsiteY0" fmla="*/ 3815415 h 3815415"/>
              <a:gd name="connsiteX1" fmla="*/ 2191660 w 9827678"/>
              <a:gd name="connsiteY1" fmla="*/ 2654273 h 3815415"/>
              <a:gd name="connsiteX2" fmla="*/ 2743202 w 9827678"/>
              <a:gd name="connsiteY2" fmla="*/ 1471358 h 3815415"/>
              <a:gd name="connsiteX3" fmla="*/ 4347032 w 9827678"/>
              <a:gd name="connsiteY3" fmla="*/ 1304445 h 3815415"/>
              <a:gd name="connsiteX4" fmla="*/ 5834745 w 9827678"/>
              <a:gd name="connsiteY4" fmla="*/ 1826958 h 3815415"/>
              <a:gd name="connsiteX5" fmla="*/ 9383487 w 9827678"/>
              <a:gd name="connsiteY5" fmla="*/ 1819699 h 3815415"/>
              <a:gd name="connsiteX6" fmla="*/ 9419773 w 9827678"/>
              <a:gd name="connsiteY6" fmla="*/ 1072216 h 3815415"/>
              <a:gd name="connsiteX7" fmla="*/ 6611259 w 9827678"/>
              <a:gd name="connsiteY7" fmla="*/ 1079472 h 3815415"/>
              <a:gd name="connsiteX8" fmla="*/ 4376059 w 9827678"/>
              <a:gd name="connsiteY8" fmla="*/ 27188 h 3815415"/>
              <a:gd name="connsiteX9" fmla="*/ 1785259 w 9827678"/>
              <a:gd name="connsiteY9" fmla="*/ 5416 h 3815415"/>
              <a:gd name="connsiteX10" fmla="*/ 14517 w 9827678"/>
              <a:gd name="connsiteY10" fmla="*/ 1790673 h 3815415"/>
              <a:gd name="connsiteX11" fmla="*/ 0 w 9827678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704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603194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835423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186567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1308 w 9897421"/>
              <a:gd name="connsiteY4" fmla="*/ 1865085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64343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48807"/>
              <a:gd name="connsiteY0" fmla="*/ 3338285 h 3338285"/>
              <a:gd name="connsiteX1" fmla="*/ 2183595 w 9848807"/>
              <a:gd name="connsiteY1" fmla="*/ 2590799 h 3338285"/>
              <a:gd name="connsiteX2" fmla="*/ 3061708 w 9848807"/>
              <a:gd name="connsiteY2" fmla="*/ 1357085 h 3338285"/>
              <a:gd name="connsiteX3" fmla="*/ 4019653 w 9848807"/>
              <a:gd name="connsiteY3" fmla="*/ 1349829 h 3338285"/>
              <a:gd name="connsiteX4" fmla="*/ 6218565 w 9848807"/>
              <a:gd name="connsiteY4" fmla="*/ 1857828 h 3338285"/>
              <a:gd name="connsiteX5" fmla="*/ 9375422 w 9848807"/>
              <a:gd name="connsiteY5" fmla="*/ 1872340 h 3338285"/>
              <a:gd name="connsiteX6" fmla="*/ 9411708 w 9848807"/>
              <a:gd name="connsiteY6" fmla="*/ 1074057 h 3338285"/>
              <a:gd name="connsiteX7" fmla="*/ 7220052 w 9848807"/>
              <a:gd name="connsiteY7" fmla="*/ 1030513 h 3338285"/>
              <a:gd name="connsiteX8" fmla="*/ 4367994 w 9848807"/>
              <a:gd name="connsiteY8" fmla="*/ 0 h 3338285"/>
              <a:gd name="connsiteX9" fmla="*/ 1777194 w 9848807"/>
              <a:gd name="connsiteY9" fmla="*/ 7257 h 3338285"/>
              <a:gd name="connsiteX10" fmla="*/ 6452 w 9848807"/>
              <a:gd name="connsiteY10" fmla="*/ 1792514 h 3338285"/>
              <a:gd name="connsiteX11" fmla="*/ 6449 w 9848807"/>
              <a:gd name="connsiteY11" fmla="*/ 2285999 h 3338285"/>
              <a:gd name="connsiteX0" fmla="*/ 2176336 w 9617474"/>
              <a:gd name="connsiteY0" fmla="*/ 3338285 h 3338285"/>
              <a:gd name="connsiteX1" fmla="*/ 2183595 w 9617474"/>
              <a:gd name="connsiteY1" fmla="*/ 2590799 h 3338285"/>
              <a:gd name="connsiteX2" fmla="*/ 3061708 w 9617474"/>
              <a:gd name="connsiteY2" fmla="*/ 1357085 h 3338285"/>
              <a:gd name="connsiteX3" fmla="*/ 4019653 w 9617474"/>
              <a:gd name="connsiteY3" fmla="*/ 1349829 h 3338285"/>
              <a:gd name="connsiteX4" fmla="*/ 6218565 w 9617474"/>
              <a:gd name="connsiteY4" fmla="*/ 1857828 h 3338285"/>
              <a:gd name="connsiteX5" fmla="*/ 9375422 w 9617474"/>
              <a:gd name="connsiteY5" fmla="*/ 1872340 h 3338285"/>
              <a:gd name="connsiteX6" fmla="*/ 9411708 w 9617474"/>
              <a:gd name="connsiteY6" fmla="*/ 1074057 h 3338285"/>
              <a:gd name="connsiteX7" fmla="*/ 7220052 w 9617474"/>
              <a:gd name="connsiteY7" fmla="*/ 1030513 h 3338285"/>
              <a:gd name="connsiteX8" fmla="*/ 4367994 w 9617474"/>
              <a:gd name="connsiteY8" fmla="*/ 0 h 3338285"/>
              <a:gd name="connsiteX9" fmla="*/ 1777194 w 9617474"/>
              <a:gd name="connsiteY9" fmla="*/ 7257 h 3338285"/>
              <a:gd name="connsiteX10" fmla="*/ 6452 w 9617474"/>
              <a:gd name="connsiteY10" fmla="*/ 1792514 h 3338285"/>
              <a:gd name="connsiteX11" fmla="*/ 6449 w 9617474"/>
              <a:gd name="connsiteY11" fmla="*/ 2285999 h 3338285"/>
              <a:gd name="connsiteX0" fmla="*/ 2176336 w 9740774"/>
              <a:gd name="connsiteY0" fmla="*/ 3338285 h 3338285"/>
              <a:gd name="connsiteX1" fmla="*/ 2183595 w 9740774"/>
              <a:gd name="connsiteY1" fmla="*/ 2590799 h 3338285"/>
              <a:gd name="connsiteX2" fmla="*/ 3061708 w 9740774"/>
              <a:gd name="connsiteY2" fmla="*/ 1357085 h 3338285"/>
              <a:gd name="connsiteX3" fmla="*/ 4019653 w 9740774"/>
              <a:gd name="connsiteY3" fmla="*/ 1349829 h 3338285"/>
              <a:gd name="connsiteX4" fmla="*/ 6218565 w 9740774"/>
              <a:gd name="connsiteY4" fmla="*/ 1857828 h 3338285"/>
              <a:gd name="connsiteX5" fmla="*/ 9375422 w 9740774"/>
              <a:gd name="connsiteY5" fmla="*/ 1872340 h 3338285"/>
              <a:gd name="connsiteX6" fmla="*/ 9411708 w 9740774"/>
              <a:gd name="connsiteY6" fmla="*/ 1074057 h 3338285"/>
              <a:gd name="connsiteX7" fmla="*/ 7220052 w 9740774"/>
              <a:gd name="connsiteY7" fmla="*/ 1030513 h 3338285"/>
              <a:gd name="connsiteX8" fmla="*/ 4367994 w 9740774"/>
              <a:gd name="connsiteY8" fmla="*/ 0 h 3338285"/>
              <a:gd name="connsiteX9" fmla="*/ 1777194 w 9740774"/>
              <a:gd name="connsiteY9" fmla="*/ 7257 h 3338285"/>
              <a:gd name="connsiteX10" fmla="*/ 6452 w 9740774"/>
              <a:gd name="connsiteY10" fmla="*/ 1792514 h 3338285"/>
              <a:gd name="connsiteX11" fmla="*/ 6449 w 9740774"/>
              <a:gd name="connsiteY11" fmla="*/ 2285999 h 3338285"/>
              <a:gd name="connsiteX0" fmla="*/ 2176336 w 9730179"/>
              <a:gd name="connsiteY0" fmla="*/ 3338285 h 3338285"/>
              <a:gd name="connsiteX1" fmla="*/ 2183595 w 9730179"/>
              <a:gd name="connsiteY1" fmla="*/ 2590799 h 3338285"/>
              <a:gd name="connsiteX2" fmla="*/ 3061708 w 9730179"/>
              <a:gd name="connsiteY2" fmla="*/ 1357085 h 3338285"/>
              <a:gd name="connsiteX3" fmla="*/ 4019653 w 9730179"/>
              <a:gd name="connsiteY3" fmla="*/ 1349829 h 3338285"/>
              <a:gd name="connsiteX4" fmla="*/ 6218565 w 9730179"/>
              <a:gd name="connsiteY4" fmla="*/ 1857828 h 3338285"/>
              <a:gd name="connsiteX5" fmla="*/ 9375422 w 9730179"/>
              <a:gd name="connsiteY5" fmla="*/ 1872340 h 3338285"/>
              <a:gd name="connsiteX6" fmla="*/ 9411708 w 9730179"/>
              <a:gd name="connsiteY6" fmla="*/ 1074057 h 3338285"/>
              <a:gd name="connsiteX7" fmla="*/ 7220052 w 9730179"/>
              <a:gd name="connsiteY7" fmla="*/ 1030513 h 3338285"/>
              <a:gd name="connsiteX8" fmla="*/ 4367994 w 9730179"/>
              <a:gd name="connsiteY8" fmla="*/ 0 h 3338285"/>
              <a:gd name="connsiteX9" fmla="*/ 1777194 w 9730179"/>
              <a:gd name="connsiteY9" fmla="*/ 7257 h 3338285"/>
              <a:gd name="connsiteX10" fmla="*/ 6452 w 9730179"/>
              <a:gd name="connsiteY10" fmla="*/ 1792514 h 3338285"/>
              <a:gd name="connsiteX11" fmla="*/ 6449 w 9730179"/>
              <a:gd name="connsiteY11" fmla="*/ 2285999 h 3338285"/>
              <a:gd name="connsiteX0" fmla="*/ 2176336 w 9759395"/>
              <a:gd name="connsiteY0" fmla="*/ 3338285 h 3338285"/>
              <a:gd name="connsiteX1" fmla="*/ 2183595 w 9759395"/>
              <a:gd name="connsiteY1" fmla="*/ 2590799 h 3338285"/>
              <a:gd name="connsiteX2" fmla="*/ 3061708 w 9759395"/>
              <a:gd name="connsiteY2" fmla="*/ 1357085 h 3338285"/>
              <a:gd name="connsiteX3" fmla="*/ 4019653 w 9759395"/>
              <a:gd name="connsiteY3" fmla="*/ 1349829 h 3338285"/>
              <a:gd name="connsiteX4" fmla="*/ 6218565 w 9759395"/>
              <a:gd name="connsiteY4" fmla="*/ 1857828 h 3338285"/>
              <a:gd name="connsiteX5" fmla="*/ 9375422 w 9759395"/>
              <a:gd name="connsiteY5" fmla="*/ 1872340 h 3338285"/>
              <a:gd name="connsiteX6" fmla="*/ 9411708 w 9759395"/>
              <a:gd name="connsiteY6" fmla="*/ 1074057 h 3338285"/>
              <a:gd name="connsiteX7" fmla="*/ 7220052 w 9759395"/>
              <a:gd name="connsiteY7" fmla="*/ 1030513 h 3338285"/>
              <a:gd name="connsiteX8" fmla="*/ 4367994 w 9759395"/>
              <a:gd name="connsiteY8" fmla="*/ 0 h 3338285"/>
              <a:gd name="connsiteX9" fmla="*/ 1777194 w 9759395"/>
              <a:gd name="connsiteY9" fmla="*/ 7257 h 3338285"/>
              <a:gd name="connsiteX10" fmla="*/ 6452 w 9759395"/>
              <a:gd name="connsiteY10" fmla="*/ 1792514 h 3338285"/>
              <a:gd name="connsiteX11" fmla="*/ 6449 w 9759395"/>
              <a:gd name="connsiteY11" fmla="*/ 2285999 h 3338285"/>
              <a:gd name="connsiteX0" fmla="*/ 2176336 w 9770679"/>
              <a:gd name="connsiteY0" fmla="*/ 3338285 h 3338285"/>
              <a:gd name="connsiteX1" fmla="*/ 2183595 w 9770679"/>
              <a:gd name="connsiteY1" fmla="*/ 2590799 h 3338285"/>
              <a:gd name="connsiteX2" fmla="*/ 3061708 w 9770679"/>
              <a:gd name="connsiteY2" fmla="*/ 1357085 h 3338285"/>
              <a:gd name="connsiteX3" fmla="*/ 4019653 w 9770679"/>
              <a:gd name="connsiteY3" fmla="*/ 1349829 h 3338285"/>
              <a:gd name="connsiteX4" fmla="*/ 6218565 w 9770679"/>
              <a:gd name="connsiteY4" fmla="*/ 1857828 h 3338285"/>
              <a:gd name="connsiteX5" fmla="*/ 9375422 w 9770679"/>
              <a:gd name="connsiteY5" fmla="*/ 1872340 h 3338285"/>
              <a:gd name="connsiteX6" fmla="*/ 9411708 w 9770679"/>
              <a:gd name="connsiteY6" fmla="*/ 1074057 h 3338285"/>
              <a:gd name="connsiteX7" fmla="*/ 7220052 w 9770679"/>
              <a:gd name="connsiteY7" fmla="*/ 1030513 h 3338285"/>
              <a:gd name="connsiteX8" fmla="*/ 4367994 w 9770679"/>
              <a:gd name="connsiteY8" fmla="*/ 0 h 3338285"/>
              <a:gd name="connsiteX9" fmla="*/ 1777194 w 9770679"/>
              <a:gd name="connsiteY9" fmla="*/ 7257 h 3338285"/>
              <a:gd name="connsiteX10" fmla="*/ 6452 w 9770679"/>
              <a:gd name="connsiteY10" fmla="*/ 1792514 h 3338285"/>
              <a:gd name="connsiteX11" fmla="*/ 6449 w 9770679"/>
              <a:gd name="connsiteY11" fmla="*/ 2285999 h 3338285"/>
              <a:gd name="connsiteX0" fmla="*/ 2176336 w 9603515"/>
              <a:gd name="connsiteY0" fmla="*/ 3338285 h 3338285"/>
              <a:gd name="connsiteX1" fmla="*/ 2183595 w 9603515"/>
              <a:gd name="connsiteY1" fmla="*/ 2590799 h 3338285"/>
              <a:gd name="connsiteX2" fmla="*/ 3061708 w 9603515"/>
              <a:gd name="connsiteY2" fmla="*/ 1357085 h 3338285"/>
              <a:gd name="connsiteX3" fmla="*/ 4019653 w 9603515"/>
              <a:gd name="connsiteY3" fmla="*/ 1349829 h 3338285"/>
              <a:gd name="connsiteX4" fmla="*/ 6218565 w 9603515"/>
              <a:gd name="connsiteY4" fmla="*/ 1857828 h 3338285"/>
              <a:gd name="connsiteX5" fmla="*/ 9375422 w 9603515"/>
              <a:gd name="connsiteY5" fmla="*/ 1872340 h 3338285"/>
              <a:gd name="connsiteX6" fmla="*/ 9411708 w 9603515"/>
              <a:gd name="connsiteY6" fmla="*/ 1074057 h 3338285"/>
              <a:gd name="connsiteX7" fmla="*/ 7220052 w 9603515"/>
              <a:gd name="connsiteY7" fmla="*/ 1030513 h 3338285"/>
              <a:gd name="connsiteX8" fmla="*/ 4367994 w 9603515"/>
              <a:gd name="connsiteY8" fmla="*/ 0 h 3338285"/>
              <a:gd name="connsiteX9" fmla="*/ 1777194 w 9603515"/>
              <a:gd name="connsiteY9" fmla="*/ 7257 h 3338285"/>
              <a:gd name="connsiteX10" fmla="*/ 6452 w 9603515"/>
              <a:gd name="connsiteY10" fmla="*/ 1792514 h 3338285"/>
              <a:gd name="connsiteX11" fmla="*/ 6449 w 9603515"/>
              <a:gd name="connsiteY11" fmla="*/ 2285999 h 3338285"/>
              <a:gd name="connsiteX0" fmla="*/ 2176336 w 9778128"/>
              <a:gd name="connsiteY0" fmla="*/ 3338285 h 3338285"/>
              <a:gd name="connsiteX1" fmla="*/ 2183595 w 9778128"/>
              <a:gd name="connsiteY1" fmla="*/ 2590799 h 3338285"/>
              <a:gd name="connsiteX2" fmla="*/ 3061708 w 9778128"/>
              <a:gd name="connsiteY2" fmla="*/ 1357085 h 3338285"/>
              <a:gd name="connsiteX3" fmla="*/ 4019653 w 9778128"/>
              <a:gd name="connsiteY3" fmla="*/ 1349829 h 3338285"/>
              <a:gd name="connsiteX4" fmla="*/ 6218565 w 9778128"/>
              <a:gd name="connsiteY4" fmla="*/ 1857828 h 3338285"/>
              <a:gd name="connsiteX5" fmla="*/ 9375422 w 9778128"/>
              <a:gd name="connsiteY5" fmla="*/ 1872340 h 3338285"/>
              <a:gd name="connsiteX6" fmla="*/ 9411708 w 9778128"/>
              <a:gd name="connsiteY6" fmla="*/ 1074057 h 3338285"/>
              <a:gd name="connsiteX7" fmla="*/ 7220052 w 9778128"/>
              <a:gd name="connsiteY7" fmla="*/ 1030513 h 3338285"/>
              <a:gd name="connsiteX8" fmla="*/ 4367994 w 9778128"/>
              <a:gd name="connsiteY8" fmla="*/ 0 h 3338285"/>
              <a:gd name="connsiteX9" fmla="*/ 1777194 w 9778128"/>
              <a:gd name="connsiteY9" fmla="*/ 7257 h 3338285"/>
              <a:gd name="connsiteX10" fmla="*/ 6452 w 9778128"/>
              <a:gd name="connsiteY10" fmla="*/ 1792514 h 3338285"/>
              <a:gd name="connsiteX11" fmla="*/ 6449 w 9778128"/>
              <a:gd name="connsiteY11" fmla="*/ 2285999 h 33382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7573 w 9780315"/>
              <a:gd name="connsiteY0" fmla="*/ 4671785 h 4671785"/>
              <a:gd name="connsiteX1" fmla="*/ 2192132 w 9780315"/>
              <a:gd name="connsiteY1" fmla="*/ 2590799 h 4671785"/>
              <a:gd name="connsiteX2" fmla="*/ 3063895 w 9780315"/>
              <a:gd name="connsiteY2" fmla="*/ 1357085 h 4671785"/>
              <a:gd name="connsiteX3" fmla="*/ 4021840 w 9780315"/>
              <a:gd name="connsiteY3" fmla="*/ 1349829 h 4671785"/>
              <a:gd name="connsiteX4" fmla="*/ 6220752 w 9780315"/>
              <a:gd name="connsiteY4" fmla="*/ 1857828 h 4671785"/>
              <a:gd name="connsiteX5" fmla="*/ 9377609 w 9780315"/>
              <a:gd name="connsiteY5" fmla="*/ 1872340 h 4671785"/>
              <a:gd name="connsiteX6" fmla="*/ 9413895 w 9780315"/>
              <a:gd name="connsiteY6" fmla="*/ 1074057 h 4671785"/>
              <a:gd name="connsiteX7" fmla="*/ 7222239 w 9780315"/>
              <a:gd name="connsiteY7" fmla="*/ 1030513 h 4671785"/>
              <a:gd name="connsiteX8" fmla="*/ 4370181 w 9780315"/>
              <a:gd name="connsiteY8" fmla="*/ 0 h 4671785"/>
              <a:gd name="connsiteX9" fmla="*/ 1779381 w 9780315"/>
              <a:gd name="connsiteY9" fmla="*/ 7257 h 4671785"/>
              <a:gd name="connsiteX10" fmla="*/ 8639 w 9780315"/>
              <a:gd name="connsiteY10" fmla="*/ 1792514 h 4671785"/>
              <a:gd name="connsiteX11" fmla="*/ 2286 w 9780315"/>
              <a:gd name="connsiteY11" fmla="*/ 3003549 h 4671785"/>
              <a:gd name="connsiteX0" fmla="*/ 2191234 w 9773976"/>
              <a:gd name="connsiteY0" fmla="*/ 4671785 h 4671785"/>
              <a:gd name="connsiteX1" fmla="*/ 2185793 w 9773976"/>
              <a:gd name="connsiteY1" fmla="*/ 2590799 h 4671785"/>
              <a:gd name="connsiteX2" fmla="*/ 3057556 w 9773976"/>
              <a:gd name="connsiteY2" fmla="*/ 1357085 h 4671785"/>
              <a:gd name="connsiteX3" fmla="*/ 4015501 w 9773976"/>
              <a:gd name="connsiteY3" fmla="*/ 1349829 h 4671785"/>
              <a:gd name="connsiteX4" fmla="*/ 6214413 w 9773976"/>
              <a:gd name="connsiteY4" fmla="*/ 1857828 h 4671785"/>
              <a:gd name="connsiteX5" fmla="*/ 9371270 w 9773976"/>
              <a:gd name="connsiteY5" fmla="*/ 1872340 h 4671785"/>
              <a:gd name="connsiteX6" fmla="*/ 9407556 w 9773976"/>
              <a:gd name="connsiteY6" fmla="*/ 1074057 h 4671785"/>
              <a:gd name="connsiteX7" fmla="*/ 7215900 w 9773976"/>
              <a:gd name="connsiteY7" fmla="*/ 1030513 h 4671785"/>
              <a:gd name="connsiteX8" fmla="*/ 4363842 w 9773976"/>
              <a:gd name="connsiteY8" fmla="*/ 0 h 4671785"/>
              <a:gd name="connsiteX9" fmla="*/ 1773042 w 9773976"/>
              <a:gd name="connsiteY9" fmla="*/ 7257 h 4671785"/>
              <a:gd name="connsiteX10" fmla="*/ 2300 w 9773976"/>
              <a:gd name="connsiteY10" fmla="*/ 1792514 h 4671785"/>
              <a:gd name="connsiteX11" fmla="*/ 46747 w 9773976"/>
              <a:gd name="connsiteY11" fmla="*/ 3124199 h 4671785"/>
              <a:gd name="connsiteX0" fmla="*/ 2194069 w 9776811"/>
              <a:gd name="connsiteY0" fmla="*/ 4671785 h 4671785"/>
              <a:gd name="connsiteX1" fmla="*/ 2188628 w 9776811"/>
              <a:gd name="connsiteY1" fmla="*/ 2590799 h 4671785"/>
              <a:gd name="connsiteX2" fmla="*/ 3060391 w 9776811"/>
              <a:gd name="connsiteY2" fmla="*/ 1357085 h 4671785"/>
              <a:gd name="connsiteX3" fmla="*/ 4018336 w 9776811"/>
              <a:gd name="connsiteY3" fmla="*/ 1349829 h 4671785"/>
              <a:gd name="connsiteX4" fmla="*/ 6217248 w 9776811"/>
              <a:gd name="connsiteY4" fmla="*/ 1857828 h 4671785"/>
              <a:gd name="connsiteX5" fmla="*/ 9374105 w 9776811"/>
              <a:gd name="connsiteY5" fmla="*/ 1872340 h 4671785"/>
              <a:gd name="connsiteX6" fmla="*/ 9410391 w 9776811"/>
              <a:gd name="connsiteY6" fmla="*/ 1074057 h 4671785"/>
              <a:gd name="connsiteX7" fmla="*/ 7218735 w 9776811"/>
              <a:gd name="connsiteY7" fmla="*/ 1030513 h 4671785"/>
              <a:gd name="connsiteX8" fmla="*/ 4366677 w 9776811"/>
              <a:gd name="connsiteY8" fmla="*/ 0 h 4671785"/>
              <a:gd name="connsiteX9" fmla="*/ 1775877 w 9776811"/>
              <a:gd name="connsiteY9" fmla="*/ 7257 h 4671785"/>
              <a:gd name="connsiteX10" fmla="*/ 5135 w 9776811"/>
              <a:gd name="connsiteY10" fmla="*/ 1792514 h 4671785"/>
              <a:gd name="connsiteX11" fmla="*/ 11482 w 9776811"/>
              <a:gd name="connsiteY11" fmla="*/ 3124199 h 4671785"/>
              <a:gd name="connsiteX0" fmla="*/ 2168669 w 9776811"/>
              <a:gd name="connsiteY0" fmla="*/ 4493985 h 4493985"/>
              <a:gd name="connsiteX1" fmla="*/ 2188628 w 9776811"/>
              <a:gd name="connsiteY1" fmla="*/ 2590799 h 4493985"/>
              <a:gd name="connsiteX2" fmla="*/ 3060391 w 9776811"/>
              <a:gd name="connsiteY2" fmla="*/ 1357085 h 4493985"/>
              <a:gd name="connsiteX3" fmla="*/ 4018336 w 9776811"/>
              <a:gd name="connsiteY3" fmla="*/ 1349829 h 4493985"/>
              <a:gd name="connsiteX4" fmla="*/ 6217248 w 9776811"/>
              <a:gd name="connsiteY4" fmla="*/ 1857828 h 4493985"/>
              <a:gd name="connsiteX5" fmla="*/ 9374105 w 9776811"/>
              <a:gd name="connsiteY5" fmla="*/ 1872340 h 4493985"/>
              <a:gd name="connsiteX6" fmla="*/ 9410391 w 9776811"/>
              <a:gd name="connsiteY6" fmla="*/ 1074057 h 4493985"/>
              <a:gd name="connsiteX7" fmla="*/ 7218735 w 9776811"/>
              <a:gd name="connsiteY7" fmla="*/ 1030513 h 4493985"/>
              <a:gd name="connsiteX8" fmla="*/ 4366677 w 9776811"/>
              <a:gd name="connsiteY8" fmla="*/ 0 h 4493985"/>
              <a:gd name="connsiteX9" fmla="*/ 1775877 w 9776811"/>
              <a:gd name="connsiteY9" fmla="*/ 7257 h 4493985"/>
              <a:gd name="connsiteX10" fmla="*/ 5135 w 9776811"/>
              <a:gd name="connsiteY10" fmla="*/ 1792514 h 4493985"/>
              <a:gd name="connsiteX11" fmla="*/ 11482 w 9776811"/>
              <a:gd name="connsiteY11" fmla="*/ 3124199 h 4493985"/>
              <a:gd name="connsiteX0" fmla="*/ 2187719 w 9776811"/>
              <a:gd name="connsiteY0" fmla="*/ 4411435 h 4411435"/>
              <a:gd name="connsiteX1" fmla="*/ 2188628 w 9776811"/>
              <a:gd name="connsiteY1" fmla="*/ 2590799 h 4411435"/>
              <a:gd name="connsiteX2" fmla="*/ 3060391 w 9776811"/>
              <a:gd name="connsiteY2" fmla="*/ 1357085 h 4411435"/>
              <a:gd name="connsiteX3" fmla="*/ 4018336 w 9776811"/>
              <a:gd name="connsiteY3" fmla="*/ 1349829 h 4411435"/>
              <a:gd name="connsiteX4" fmla="*/ 6217248 w 9776811"/>
              <a:gd name="connsiteY4" fmla="*/ 1857828 h 4411435"/>
              <a:gd name="connsiteX5" fmla="*/ 9374105 w 9776811"/>
              <a:gd name="connsiteY5" fmla="*/ 1872340 h 4411435"/>
              <a:gd name="connsiteX6" fmla="*/ 9410391 w 9776811"/>
              <a:gd name="connsiteY6" fmla="*/ 1074057 h 4411435"/>
              <a:gd name="connsiteX7" fmla="*/ 7218735 w 9776811"/>
              <a:gd name="connsiteY7" fmla="*/ 1030513 h 4411435"/>
              <a:gd name="connsiteX8" fmla="*/ 4366677 w 9776811"/>
              <a:gd name="connsiteY8" fmla="*/ 0 h 4411435"/>
              <a:gd name="connsiteX9" fmla="*/ 1775877 w 9776811"/>
              <a:gd name="connsiteY9" fmla="*/ 7257 h 4411435"/>
              <a:gd name="connsiteX10" fmla="*/ 5135 w 9776811"/>
              <a:gd name="connsiteY10" fmla="*/ 1792514 h 4411435"/>
              <a:gd name="connsiteX11" fmla="*/ 11482 w 9776811"/>
              <a:gd name="connsiteY11" fmla="*/ 3124199 h 4411435"/>
              <a:gd name="connsiteX0" fmla="*/ 2194069 w 9776811"/>
              <a:gd name="connsiteY0" fmla="*/ 4297135 h 4297135"/>
              <a:gd name="connsiteX1" fmla="*/ 2188628 w 9776811"/>
              <a:gd name="connsiteY1" fmla="*/ 2590799 h 4297135"/>
              <a:gd name="connsiteX2" fmla="*/ 3060391 w 9776811"/>
              <a:gd name="connsiteY2" fmla="*/ 1357085 h 4297135"/>
              <a:gd name="connsiteX3" fmla="*/ 4018336 w 9776811"/>
              <a:gd name="connsiteY3" fmla="*/ 1349829 h 4297135"/>
              <a:gd name="connsiteX4" fmla="*/ 6217248 w 9776811"/>
              <a:gd name="connsiteY4" fmla="*/ 1857828 h 4297135"/>
              <a:gd name="connsiteX5" fmla="*/ 9374105 w 9776811"/>
              <a:gd name="connsiteY5" fmla="*/ 1872340 h 4297135"/>
              <a:gd name="connsiteX6" fmla="*/ 9410391 w 9776811"/>
              <a:gd name="connsiteY6" fmla="*/ 1074057 h 4297135"/>
              <a:gd name="connsiteX7" fmla="*/ 7218735 w 9776811"/>
              <a:gd name="connsiteY7" fmla="*/ 1030513 h 4297135"/>
              <a:gd name="connsiteX8" fmla="*/ 4366677 w 9776811"/>
              <a:gd name="connsiteY8" fmla="*/ 0 h 4297135"/>
              <a:gd name="connsiteX9" fmla="*/ 1775877 w 9776811"/>
              <a:gd name="connsiteY9" fmla="*/ 7257 h 4297135"/>
              <a:gd name="connsiteX10" fmla="*/ 5135 w 9776811"/>
              <a:gd name="connsiteY10" fmla="*/ 1792514 h 4297135"/>
              <a:gd name="connsiteX11" fmla="*/ 11482 w 9776811"/>
              <a:gd name="connsiteY11" fmla="*/ 3124199 h 4297135"/>
              <a:gd name="connsiteX0" fmla="*/ 2162319 w 9776811"/>
              <a:gd name="connsiteY0" fmla="*/ 4055835 h 4055835"/>
              <a:gd name="connsiteX1" fmla="*/ 2188628 w 9776811"/>
              <a:gd name="connsiteY1" fmla="*/ 2590799 h 4055835"/>
              <a:gd name="connsiteX2" fmla="*/ 3060391 w 9776811"/>
              <a:gd name="connsiteY2" fmla="*/ 1357085 h 4055835"/>
              <a:gd name="connsiteX3" fmla="*/ 4018336 w 9776811"/>
              <a:gd name="connsiteY3" fmla="*/ 1349829 h 4055835"/>
              <a:gd name="connsiteX4" fmla="*/ 6217248 w 9776811"/>
              <a:gd name="connsiteY4" fmla="*/ 1857828 h 4055835"/>
              <a:gd name="connsiteX5" fmla="*/ 9374105 w 9776811"/>
              <a:gd name="connsiteY5" fmla="*/ 1872340 h 4055835"/>
              <a:gd name="connsiteX6" fmla="*/ 9410391 w 9776811"/>
              <a:gd name="connsiteY6" fmla="*/ 1074057 h 4055835"/>
              <a:gd name="connsiteX7" fmla="*/ 7218735 w 9776811"/>
              <a:gd name="connsiteY7" fmla="*/ 1030513 h 4055835"/>
              <a:gd name="connsiteX8" fmla="*/ 4366677 w 9776811"/>
              <a:gd name="connsiteY8" fmla="*/ 0 h 4055835"/>
              <a:gd name="connsiteX9" fmla="*/ 1775877 w 9776811"/>
              <a:gd name="connsiteY9" fmla="*/ 7257 h 4055835"/>
              <a:gd name="connsiteX10" fmla="*/ 5135 w 9776811"/>
              <a:gd name="connsiteY10" fmla="*/ 1792514 h 4055835"/>
              <a:gd name="connsiteX11" fmla="*/ 11482 w 9776811"/>
              <a:gd name="connsiteY11" fmla="*/ 3124199 h 4055835"/>
              <a:gd name="connsiteX0" fmla="*/ 2187719 w 9776811"/>
              <a:gd name="connsiteY0" fmla="*/ 4062185 h 4062185"/>
              <a:gd name="connsiteX1" fmla="*/ 2188628 w 9776811"/>
              <a:gd name="connsiteY1" fmla="*/ 2590799 h 4062185"/>
              <a:gd name="connsiteX2" fmla="*/ 3060391 w 9776811"/>
              <a:gd name="connsiteY2" fmla="*/ 1357085 h 4062185"/>
              <a:gd name="connsiteX3" fmla="*/ 4018336 w 9776811"/>
              <a:gd name="connsiteY3" fmla="*/ 1349829 h 4062185"/>
              <a:gd name="connsiteX4" fmla="*/ 6217248 w 9776811"/>
              <a:gd name="connsiteY4" fmla="*/ 1857828 h 4062185"/>
              <a:gd name="connsiteX5" fmla="*/ 9374105 w 9776811"/>
              <a:gd name="connsiteY5" fmla="*/ 1872340 h 4062185"/>
              <a:gd name="connsiteX6" fmla="*/ 9410391 w 9776811"/>
              <a:gd name="connsiteY6" fmla="*/ 1074057 h 4062185"/>
              <a:gd name="connsiteX7" fmla="*/ 7218735 w 9776811"/>
              <a:gd name="connsiteY7" fmla="*/ 1030513 h 4062185"/>
              <a:gd name="connsiteX8" fmla="*/ 4366677 w 9776811"/>
              <a:gd name="connsiteY8" fmla="*/ 0 h 4062185"/>
              <a:gd name="connsiteX9" fmla="*/ 1775877 w 9776811"/>
              <a:gd name="connsiteY9" fmla="*/ 7257 h 4062185"/>
              <a:gd name="connsiteX10" fmla="*/ 5135 w 9776811"/>
              <a:gd name="connsiteY10" fmla="*/ 1792514 h 4062185"/>
              <a:gd name="connsiteX11" fmla="*/ 11482 w 9776811"/>
              <a:gd name="connsiteY11" fmla="*/ 3124199 h 406218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3124199 h 392883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2901949 h 3928835"/>
              <a:gd name="connsiteX0" fmla="*/ 2172703 w 9774495"/>
              <a:gd name="connsiteY0" fmla="*/ 3928835 h 3928835"/>
              <a:gd name="connsiteX1" fmla="*/ 2186312 w 9774495"/>
              <a:gd name="connsiteY1" fmla="*/ 2590799 h 3928835"/>
              <a:gd name="connsiteX2" fmla="*/ 3058075 w 9774495"/>
              <a:gd name="connsiteY2" fmla="*/ 1357085 h 3928835"/>
              <a:gd name="connsiteX3" fmla="*/ 4016020 w 9774495"/>
              <a:gd name="connsiteY3" fmla="*/ 1349829 h 3928835"/>
              <a:gd name="connsiteX4" fmla="*/ 6214932 w 9774495"/>
              <a:gd name="connsiteY4" fmla="*/ 1857828 h 3928835"/>
              <a:gd name="connsiteX5" fmla="*/ 9371789 w 9774495"/>
              <a:gd name="connsiteY5" fmla="*/ 1872340 h 3928835"/>
              <a:gd name="connsiteX6" fmla="*/ 9408075 w 9774495"/>
              <a:gd name="connsiteY6" fmla="*/ 1074057 h 3928835"/>
              <a:gd name="connsiteX7" fmla="*/ 7216419 w 9774495"/>
              <a:gd name="connsiteY7" fmla="*/ 1030513 h 3928835"/>
              <a:gd name="connsiteX8" fmla="*/ 4364361 w 9774495"/>
              <a:gd name="connsiteY8" fmla="*/ 0 h 3928835"/>
              <a:gd name="connsiteX9" fmla="*/ 1773561 w 9774495"/>
              <a:gd name="connsiteY9" fmla="*/ 7257 h 3928835"/>
              <a:gd name="connsiteX10" fmla="*/ 2819 w 9774495"/>
              <a:gd name="connsiteY10" fmla="*/ 1792514 h 3928835"/>
              <a:gd name="connsiteX11" fmla="*/ 34566 w 9774495"/>
              <a:gd name="connsiteY11" fmla="*/ 316864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244849 h 3928835"/>
              <a:gd name="connsiteX0" fmla="*/ 2174146 w 9775938"/>
              <a:gd name="connsiteY0" fmla="*/ 3928835 h 3928835"/>
              <a:gd name="connsiteX1" fmla="*/ 2187755 w 9775938"/>
              <a:gd name="connsiteY1" fmla="*/ 2590799 h 3928835"/>
              <a:gd name="connsiteX2" fmla="*/ 3059518 w 9775938"/>
              <a:gd name="connsiteY2" fmla="*/ 1357085 h 3928835"/>
              <a:gd name="connsiteX3" fmla="*/ 4017463 w 9775938"/>
              <a:gd name="connsiteY3" fmla="*/ 1349829 h 3928835"/>
              <a:gd name="connsiteX4" fmla="*/ 6216375 w 9775938"/>
              <a:gd name="connsiteY4" fmla="*/ 1857828 h 3928835"/>
              <a:gd name="connsiteX5" fmla="*/ 9373232 w 9775938"/>
              <a:gd name="connsiteY5" fmla="*/ 1872340 h 3928835"/>
              <a:gd name="connsiteX6" fmla="*/ 9409518 w 9775938"/>
              <a:gd name="connsiteY6" fmla="*/ 1074057 h 3928835"/>
              <a:gd name="connsiteX7" fmla="*/ 7217862 w 9775938"/>
              <a:gd name="connsiteY7" fmla="*/ 1030513 h 3928835"/>
              <a:gd name="connsiteX8" fmla="*/ 4365804 w 9775938"/>
              <a:gd name="connsiteY8" fmla="*/ 0 h 3928835"/>
              <a:gd name="connsiteX9" fmla="*/ 1775004 w 9775938"/>
              <a:gd name="connsiteY9" fmla="*/ 7257 h 3928835"/>
              <a:gd name="connsiteX10" fmla="*/ 4262 w 9775938"/>
              <a:gd name="connsiteY10" fmla="*/ 1792514 h 3928835"/>
              <a:gd name="connsiteX11" fmla="*/ 16959 w 9775938"/>
              <a:gd name="connsiteY11" fmla="*/ 33400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2638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1876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368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24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0479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717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884385 h 3884385"/>
              <a:gd name="connsiteX1" fmla="*/ 2187134 w 9775317"/>
              <a:gd name="connsiteY1" fmla="*/ 2590799 h 3884385"/>
              <a:gd name="connsiteX2" fmla="*/ 3058897 w 9775317"/>
              <a:gd name="connsiteY2" fmla="*/ 1357085 h 3884385"/>
              <a:gd name="connsiteX3" fmla="*/ 4016842 w 9775317"/>
              <a:gd name="connsiteY3" fmla="*/ 1349829 h 3884385"/>
              <a:gd name="connsiteX4" fmla="*/ 6215754 w 9775317"/>
              <a:gd name="connsiteY4" fmla="*/ 1857828 h 3884385"/>
              <a:gd name="connsiteX5" fmla="*/ 9372611 w 9775317"/>
              <a:gd name="connsiteY5" fmla="*/ 1872340 h 3884385"/>
              <a:gd name="connsiteX6" fmla="*/ 9408897 w 9775317"/>
              <a:gd name="connsiteY6" fmla="*/ 1074057 h 3884385"/>
              <a:gd name="connsiteX7" fmla="*/ 7217241 w 9775317"/>
              <a:gd name="connsiteY7" fmla="*/ 1030513 h 3884385"/>
              <a:gd name="connsiteX8" fmla="*/ 4365183 w 9775317"/>
              <a:gd name="connsiteY8" fmla="*/ 0 h 3884385"/>
              <a:gd name="connsiteX9" fmla="*/ 1774383 w 9775317"/>
              <a:gd name="connsiteY9" fmla="*/ 7257 h 3884385"/>
              <a:gd name="connsiteX10" fmla="*/ 3641 w 9775317"/>
              <a:gd name="connsiteY10" fmla="*/ 1792514 h 3884385"/>
              <a:gd name="connsiteX11" fmla="*/ 22688 w 9775317"/>
              <a:gd name="connsiteY11" fmla="*/ 2997199 h 3884385"/>
              <a:gd name="connsiteX0" fmla="*/ 2173525 w 9775317"/>
              <a:gd name="connsiteY0" fmla="*/ 3846285 h 3846285"/>
              <a:gd name="connsiteX1" fmla="*/ 2187134 w 9775317"/>
              <a:gd name="connsiteY1" fmla="*/ 2590799 h 3846285"/>
              <a:gd name="connsiteX2" fmla="*/ 3058897 w 9775317"/>
              <a:gd name="connsiteY2" fmla="*/ 1357085 h 3846285"/>
              <a:gd name="connsiteX3" fmla="*/ 4016842 w 9775317"/>
              <a:gd name="connsiteY3" fmla="*/ 1349829 h 3846285"/>
              <a:gd name="connsiteX4" fmla="*/ 6215754 w 9775317"/>
              <a:gd name="connsiteY4" fmla="*/ 1857828 h 3846285"/>
              <a:gd name="connsiteX5" fmla="*/ 9372611 w 9775317"/>
              <a:gd name="connsiteY5" fmla="*/ 1872340 h 3846285"/>
              <a:gd name="connsiteX6" fmla="*/ 9408897 w 9775317"/>
              <a:gd name="connsiteY6" fmla="*/ 1074057 h 3846285"/>
              <a:gd name="connsiteX7" fmla="*/ 7217241 w 9775317"/>
              <a:gd name="connsiteY7" fmla="*/ 1030513 h 3846285"/>
              <a:gd name="connsiteX8" fmla="*/ 4365183 w 9775317"/>
              <a:gd name="connsiteY8" fmla="*/ 0 h 3846285"/>
              <a:gd name="connsiteX9" fmla="*/ 1774383 w 9775317"/>
              <a:gd name="connsiteY9" fmla="*/ 7257 h 3846285"/>
              <a:gd name="connsiteX10" fmla="*/ 3641 w 9775317"/>
              <a:gd name="connsiteY10" fmla="*/ 1792514 h 3846285"/>
              <a:gd name="connsiteX11" fmla="*/ 22688 w 9775317"/>
              <a:gd name="connsiteY11" fmla="*/ 2997199 h 3846285"/>
              <a:gd name="connsiteX0" fmla="*/ 2173525 w 9775317"/>
              <a:gd name="connsiteY0" fmla="*/ 3827235 h 3827235"/>
              <a:gd name="connsiteX1" fmla="*/ 2187134 w 9775317"/>
              <a:gd name="connsiteY1" fmla="*/ 2590799 h 3827235"/>
              <a:gd name="connsiteX2" fmla="*/ 3058897 w 9775317"/>
              <a:gd name="connsiteY2" fmla="*/ 1357085 h 3827235"/>
              <a:gd name="connsiteX3" fmla="*/ 4016842 w 9775317"/>
              <a:gd name="connsiteY3" fmla="*/ 1349829 h 3827235"/>
              <a:gd name="connsiteX4" fmla="*/ 6215754 w 9775317"/>
              <a:gd name="connsiteY4" fmla="*/ 1857828 h 3827235"/>
              <a:gd name="connsiteX5" fmla="*/ 9372611 w 9775317"/>
              <a:gd name="connsiteY5" fmla="*/ 1872340 h 3827235"/>
              <a:gd name="connsiteX6" fmla="*/ 9408897 w 9775317"/>
              <a:gd name="connsiteY6" fmla="*/ 1074057 h 3827235"/>
              <a:gd name="connsiteX7" fmla="*/ 7217241 w 9775317"/>
              <a:gd name="connsiteY7" fmla="*/ 1030513 h 3827235"/>
              <a:gd name="connsiteX8" fmla="*/ 4365183 w 9775317"/>
              <a:gd name="connsiteY8" fmla="*/ 0 h 3827235"/>
              <a:gd name="connsiteX9" fmla="*/ 1774383 w 9775317"/>
              <a:gd name="connsiteY9" fmla="*/ 7257 h 3827235"/>
              <a:gd name="connsiteX10" fmla="*/ 3641 w 9775317"/>
              <a:gd name="connsiteY10" fmla="*/ 1792514 h 3827235"/>
              <a:gd name="connsiteX11" fmla="*/ 22688 w 9775317"/>
              <a:gd name="connsiteY11" fmla="*/ 2997199 h 3827235"/>
              <a:gd name="connsiteX0" fmla="*/ 2189400 w 9775317"/>
              <a:gd name="connsiteY0" fmla="*/ 3808185 h 3808185"/>
              <a:gd name="connsiteX1" fmla="*/ 2187134 w 9775317"/>
              <a:gd name="connsiteY1" fmla="*/ 2590799 h 3808185"/>
              <a:gd name="connsiteX2" fmla="*/ 3058897 w 9775317"/>
              <a:gd name="connsiteY2" fmla="*/ 1357085 h 3808185"/>
              <a:gd name="connsiteX3" fmla="*/ 4016842 w 9775317"/>
              <a:gd name="connsiteY3" fmla="*/ 1349829 h 3808185"/>
              <a:gd name="connsiteX4" fmla="*/ 6215754 w 9775317"/>
              <a:gd name="connsiteY4" fmla="*/ 1857828 h 3808185"/>
              <a:gd name="connsiteX5" fmla="*/ 9372611 w 9775317"/>
              <a:gd name="connsiteY5" fmla="*/ 1872340 h 3808185"/>
              <a:gd name="connsiteX6" fmla="*/ 9408897 w 9775317"/>
              <a:gd name="connsiteY6" fmla="*/ 1074057 h 3808185"/>
              <a:gd name="connsiteX7" fmla="*/ 7217241 w 9775317"/>
              <a:gd name="connsiteY7" fmla="*/ 1030513 h 3808185"/>
              <a:gd name="connsiteX8" fmla="*/ 4365183 w 9775317"/>
              <a:gd name="connsiteY8" fmla="*/ 0 h 3808185"/>
              <a:gd name="connsiteX9" fmla="*/ 1774383 w 9775317"/>
              <a:gd name="connsiteY9" fmla="*/ 7257 h 3808185"/>
              <a:gd name="connsiteX10" fmla="*/ 3641 w 9775317"/>
              <a:gd name="connsiteY10" fmla="*/ 1792514 h 3808185"/>
              <a:gd name="connsiteX11" fmla="*/ 22688 w 9775317"/>
              <a:gd name="connsiteY11" fmla="*/ 2997199 h 3808185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297021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4076606 w 9777396"/>
              <a:gd name="connsiteY3" fmla="*/ 1730552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191479 w 9777396"/>
              <a:gd name="connsiteY0" fmla="*/ 3779610 h 3779610"/>
              <a:gd name="connsiteX1" fmla="*/ 2223824 w 9777396"/>
              <a:gd name="connsiteY1" fmla="*/ 2585032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237627 w 9777396"/>
              <a:gd name="connsiteY0" fmla="*/ 3779610 h 3779610"/>
              <a:gd name="connsiteX1" fmla="*/ 2223824 w 9777396"/>
              <a:gd name="connsiteY1" fmla="*/ 2585032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220323 w 9777396"/>
              <a:gd name="connsiteY0" fmla="*/ 3785379 h 3785379"/>
              <a:gd name="connsiteX1" fmla="*/ 2223824 w 9777396"/>
              <a:gd name="connsiteY1" fmla="*/ 2585032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  <a:gd name="connsiteX0" fmla="*/ 2220323 w 9777396"/>
              <a:gd name="connsiteY0" fmla="*/ 3785379 h 3785379"/>
              <a:gd name="connsiteX1" fmla="*/ 2200751 w 9777396"/>
              <a:gd name="connsiteY1" fmla="*/ 2579264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  <a:gd name="connsiteX0" fmla="*/ 2220323 w 9777396"/>
              <a:gd name="connsiteY0" fmla="*/ 3785379 h 3785379"/>
              <a:gd name="connsiteX1" fmla="*/ 2223824 w 9777396"/>
              <a:gd name="connsiteY1" fmla="*/ 2579264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  <a:gd name="connsiteX0" fmla="*/ 2220323 w 9777396"/>
              <a:gd name="connsiteY0" fmla="*/ 3785379 h 3785379"/>
              <a:gd name="connsiteX1" fmla="*/ 2212288 w 9777396"/>
              <a:gd name="connsiteY1" fmla="*/ 2579264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77396" h="3785379">
                <a:moveTo>
                  <a:pt x="2220323" y="3785379"/>
                </a:moveTo>
                <a:cubicBezTo>
                  <a:pt x="2219416" y="3519284"/>
                  <a:pt x="2213951" y="3176164"/>
                  <a:pt x="2212288" y="2579264"/>
                </a:cubicBezTo>
                <a:cubicBezTo>
                  <a:pt x="2223325" y="2014114"/>
                  <a:pt x="2403089" y="1866206"/>
                  <a:pt x="3084051" y="1858948"/>
                </a:cubicBezTo>
                <a:lnTo>
                  <a:pt x="6217833" y="1857828"/>
                </a:lnTo>
                <a:lnTo>
                  <a:pt x="9374690" y="1872340"/>
                </a:lnTo>
                <a:cubicBezTo>
                  <a:pt x="9955866" y="1854198"/>
                  <a:pt x="9854266" y="1087964"/>
                  <a:pt x="9410976" y="1074057"/>
                </a:cubicBezTo>
                <a:cubicBezTo>
                  <a:pt x="8738481" y="1045028"/>
                  <a:pt x="8038168" y="1059541"/>
                  <a:pt x="7219320" y="1030513"/>
                </a:cubicBezTo>
                <a:cubicBezTo>
                  <a:pt x="5979558" y="907143"/>
                  <a:pt x="5498167" y="19352"/>
                  <a:pt x="4367262" y="0"/>
                </a:cubicBezTo>
                <a:lnTo>
                  <a:pt x="1776462" y="7257"/>
                </a:lnTo>
                <a:cubicBezTo>
                  <a:pt x="432680" y="25399"/>
                  <a:pt x="20235" y="1250648"/>
                  <a:pt x="5720" y="1792514"/>
                </a:cubicBezTo>
                <a:cubicBezTo>
                  <a:pt x="-8795" y="2334380"/>
                  <a:pt x="8892" y="3027362"/>
                  <a:pt x="8892" y="3027362"/>
                </a:cubicBezTo>
              </a:path>
            </a:pathLst>
          </a:custGeom>
          <a:gradFill flip="none" rotWithShape="1">
            <a:gsLst>
              <a:gs pos="73000">
                <a:srgbClr val="7D7D7D"/>
              </a:gs>
              <a:gs pos="22000">
                <a:srgbClr val="C6C6C6"/>
              </a:gs>
              <a:gs pos="40000">
                <a:schemeClr val="bg2">
                  <a:lumMod val="7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path path="shape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A511603D-BBAF-CB66-716D-C2109878851E}"/>
              </a:ext>
            </a:extLst>
          </p:cNvPr>
          <p:cNvSpPr/>
          <p:nvPr/>
        </p:nvSpPr>
        <p:spPr>
          <a:xfrm>
            <a:off x="7455467" y="-28747"/>
            <a:ext cx="4219834" cy="878011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11818 w 3693205"/>
              <a:gd name="connsiteY0" fmla="*/ 0 h 836385"/>
              <a:gd name="connsiteX1" fmla="*/ 0 w 3693205"/>
              <a:gd name="connsiteY1" fmla="*/ 402318 h 836385"/>
              <a:gd name="connsiteX2" fmla="*/ 486228 w 3693205"/>
              <a:gd name="connsiteY2" fmla="*/ 832077 h 836385"/>
              <a:gd name="connsiteX3" fmla="*/ 3303134 w 3693205"/>
              <a:gd name="connsiteY3" fmla="*/ 836385 h 836385"/>
              <a:gd name="connsiteX4" fmla="*/ 3693205 w 3693205"/>
              <a:gd name="connsiteY4" fmla="*/ 413657 h 836385"/>
              <a:gd name="connsiteX5" fmla="*/ 3457348 w 3693205"/>
              <a:gd name="connsiteY5" fmla="*/ 1814 h 836385"/>
              <a:gd name="connsiteX0" fmla="*/ 291647 w 3773034"/>
              <a:gd name="connsiteY0" fmla="*/ 0 h 836385"/>
              <a:gd name="connsiteX1" fmla="*/ 0 w 3773034"/>
              <a:gd name="connsiteY1" fmla="*/ 402318 h 836385"/>
              <a:gd name="connsiteX2" fmla="*/ 566057 w 3773034"/>
              <a:gd name="connsiteY2" fmla="*/ 832077 h 836385"/>
              <a:gd name="connsiteX3" fmla="*/ 3382963 w 3773034"/>
              <a:gd name="connsiteY3" fmla="*/ 836385 h 836385"/>
              <a:gd name="connsiteX4" fmla="*/ 3773034 w 3773034"/>
              <a:gd name="connsiteY4" fmla="*/ 413657 h 836385"/>
              <a:gd name="connsiteX5" fmla="*/ 3537177 w 3773034"/>
              <a:gd name="connsiteY5" fmla="*/ 1814 h 836385"/>
              <a:gd name="connsiteX0" fmla="*/ 291647 w 3954462"/>
              <a:gd name="connsiteY0" fmla="*/ 0 h 836385"/>
              <a:gd name="connsiteX1" fmla="*/ 0 w 3954462"/>
              <a:gd name="connsiteY1" fmla="*/ 402318 h 836385"/>
              <a:gd name="connsiteX2" fmla="*/ 566057 w 3954462"/>
              <a:gd name="connsiteY2" fmla="*/ 832077 h 836385"/>
              <a:gd name="connsiteX3" fmla="*/ 3382963 w 3954462"/>
              <a:gd name="connsiteY3" fmla="*/ 836385 h 836385"/>
              <a:gd name="connsiteX4" fmla="*/ 3954462 w 3954462"/>
              <a:gd name="connsiteY4" fmla="*/ 435428 h 836385"/>
              <a:gd name="connsiteX5" fmla="*/ 3537177 w 3954462"/>
              <a:gd name="connsiteY5" fmla="*/ 1814 h 836385"/>
              <a:gd name="connsiteX0" fmla="*/ 335190 w 3998005"/>
              <a:gd name="connsiteY0" fmla="*/ 0 h 836385"/>
              <a:gd name="connsiteX1" fmla="*/ 0 w 3998005"/>
              <a:gd name="connsiteY1" fmla="*/ 402318 h 836385"/>
              <a:gd name="connsiteX2" fmla="*/ 609600 w 3998005"/>
              <a:gd name="connsiteY2" fmla="*/ 832077 h 836385"/>
              <a:gd name="connsiteX3" fmla="*/ 3426506 w 3998005"/>
              <a:gd name="connsiteY3" fmla="*/ 836385 h 836385"/>
              <a:gd name="connsiteX4" fmla="*/ 3998005 w 3998005"/>
              <a:gd name="connsiteY4" fmla="*/ 435428 h 836385"/>
              <a:gd name="connsiteX5" fmla="*/ 3580720 w 3998005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20914 h 836385"/>
              <a:gd name="connsiteX5" fmla="*/ 3602491 w 4019776"/>
              <a:gd name="connsiteY5" fmla="*/ 1814 h 83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9776" h="836385">
                <a:moveTo>
                  <a:pt x="356961" y="0"/>
                </a:moveTo>
                <a:cubicBezTo>
                  <a:pt x="172811" y="15422"/>
                  <a:pt x="16782" y="192541"/>
                  <a:pt x="0" y="402318"/>
                </a:cubicBezTo>
                <a:cubicBezTo>
                  <a:pt x="18822" y="725940"/>
                  <a:pt x="337533" y="832606"/>
                  <a:pt x="631371" y="832077"/>
                </a:cubicBezTo>
                <a:lnTo>
                  <a:pt x="3448277" y="836385"/>
                </a:lnTo>
                <a:cubicBezTo>
                  <a:pt x="3735841" y="824592"/>
                  <a:pt x="4007983" y="715736"/>
                  <a:pt x="4019776" y="420914"/>
                </a:cubicBezTo>
                <a:cubicBezTo>
                  <a:pt x="4011612" y="202897"/>
                  <a:pt x="3852863" y="21771"/>
                  <a:pt x="3602491" y="1814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9F8B0971-B02E-D097-9C2D-5FB5D1DE2451}"/>
              </a:ext>
            </a:extLst>
          </p:cNvPr>
          <p:cNvSpPr/>
          <p:nvPr/>
        </p:nvSpPr>
        <p:spPr>
          <a:xfrm rot="5400000">
            <a:off x="10154649" y="4004777"/>
            <a:ext cx="3271975" cy="876106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41995 w 3723382"/>
              <a:gd name="connsiteY0" fmla="*/ 19958 h 834571"/>
              <a:gd name="connsiteX1" fmla="*/ 0 w 3723382"/>
              <a:gd name="connsiteY1" fmla="*/ 407761 h 834571"/>
              <a:gd name="connsiteX2" fmla="*/ 516405 w 3723382"/>
              <a:gd name="connsiteY2" fmla="*/ 830263 h 834571"/>
              <a:gd name="connsiteX3" fmla="*/ 3333311 w 3723382"/>
              <a:gd name="connsiteY3" fmla="*/ 834571 h 834571"/>
              <a:gd name="connsiteX4" fmla="*/ 3723382 w 3723382"/>
              <a:gd name="connsiteY4" fmla="*/ 411843 h 834571"/>
              <a:gd name="connsiteX5" fmla="*/ 3487525 w 3723382"/>
              <a:gd name="connsiteY5" fmla="*/ 0 h 834571"/>
              <a:gd name="connsiteX0" fmla="*/ 241995 w 3803865"/>
              <a:gd name="connsiteY0" fmla="*/ 19958 h 834571"/>
              <a:gd name="connsiteX1" fmla="*/ 0 w 3803865"/>
              <a:gd name="connsiteY1" fmla="*/ 407761 h 834571"/>
              <a:gd name="connsiteX2" fmla="*/ 516405 w 3803865"/>
              <a:gd name="connsiteY2" fmla="*/ 830263 h 834571"/>
              <a:gd name="connsiteX3" fmla="*/ 3333311 w 3803865"/>
              <a:gd name="connsiteY3" fmla="*/ 834571 h 834571"/>
              <a:gd name="connsiteX4" fmla="*/ 3803865 w 3803865"/>
              <a:gd name="connsiteY4" fmla="*/ 411843 h 834571"/>
              <a:gd name="connsiteX5" fmla="*/ 3487525 w 3803865"/>
              <a:gd name="connsiteY5" fmla="*/ 0 h 834571"/>
              <a:gd name="connsiteX0" fmla="*/ 282235 w 3844105"/>
              <a:gd name="connsiteY0" fmla="*/ 19958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  <a:gd name="connsiteX0" fmla="*/ 292298 w 3844105"/>
              <a:gd name="connsiteY0" fmla="*/ 5444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4105" h="834571">
                <a:moveTo>
                  <a:pt x="292298" y="5444"/>
                </a:moveTo>
                <a:cubicBezTo>
                  <a:pt x="173463" y="28123"/>
                  <a:pt x="16782" y="197984"/>
                  <a:pt x="0" y="407761"/>
                </a:cubicBezTo>
                <a:cubicBezTo>
                  <a:pt x="11565" y="658811"/>
                  <a:pt x="262807" y="830792"/>
                  <a:pt x="556645" y="830263"/>
                </a:cubicBezTo>
                <a:lnTo>
                  <a:pt x="3373551" y="834571"/>
                </a:lnTo>
                <a:cubicBezTo>
                  <a:pt x="3661115" y="822778"/>
                  <a:pt x="3832312" y="605065"/>
                  <a:pt x="3844105" y="411843"/>
                </a:cubicBezTo>
                <a:cubicBezTo>
                  <a:pt x="3835941" y="193826"/>
                  <a:pt x="3683794" y="12699"/>
                  <a:pt x="3527765" y="0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87130807-8DB4-7C23-B72C-2CA7B94227A9}"/>
              </a:ext>
            </a:extLst>
          </p:cNvPr>
          <p:cNvSpPr/>
          <p:nvPr/>
        </p:nvSpPr>
        <p:spPr>
          <a:xfrm>
            <a:off x="8534482" y="163069"/>
            <a:ext cx="1912649" cy="48851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1983C76-CFEC-7ACC-5272-A7D41D1261E1}"/>
              </a:ext>
            </a:extLst>
          </p:cNvPr>
          <p:cNvSpPr txBox="1"/>
          <p:nvPr/>
        </p:nvSpPr>
        <p:spPr>
          <a:xfrm>
            <a:off x="7601873" y="71527"/>
            <a:ext cx="876970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890" dirty="0" err="1"/>
              <a:t>logged</a:t>
            </a:r>
            <a:endParaRPr lang="de-DE" sz="1890" dirty="0"/>
          </a:p>
          <a:p>
            <a:pPr algn="r"/>
            <a:r>
              <a:rPr lang="de-DE" sz="1890" dirty="0"/>
              <a:t>in </a:t>
            </a:r>
            <a:r>
              <a:rPr lang="de-DE" sz="1890" dirty="0" err="1"/>
              <a:t>as</a:t>
            </a:r>
            <a:r>
              <a:rPr lang="de-DE" sz="1890" dirty="0"/>
              <a:t> 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25397D63-BE9A-EFF8-4CD3-B8B707F5A43C}"/>
              </a:ext>
            </a:extLst>
          </p:cNvPr>
          <p:cNvSpPr/>
          <p:nvPr/>
        </p:nvSpPr>
        <p:spPr>
          <a:xfrm>
            <a:off x="4730599" y="1636332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72CDDA83-7586-0D7A-EFF7-50326E27DA75}"/>
              </a:ext>
            </a:extLst>
          </p:cNvPr>
          <p:cNvSpPr/>
          <p:nvPr/>
        </p:nvSpPr>
        <p:spPr>
          <a:xfrm>
            <a:off x="6377682" y="1642912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Start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9C6EEF9-A547-5BDD-9AB3-01BD97B40131}"/>
              </a:ext>
            </a:extLst>
          </p:cNvPr>
          <p:cNvSpPr/>
          <p:nvPr/>
        </p:nvSpPr>
        <p:spPr>
          <a:xfrm>
            <a:off x="7946905" y="1642606"/>
            <a:ext cx="2004273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 and Restart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A7A76F95-112B-4801-A471-F755051FEEA5}"/>
              </a:ext>
            </a:extLst>
          </p:cNvPr>
          <p:cNvSpPr/>
          <p:nvPr/>
        </p:nvSpPr>
        <p:spPr>
          <a:xfrm>
            <a:off x="3144671" y="2582407"/>
            <a:ext cx="7853473" cy="4412412"/>
          </a:xfrm>
          <a:prstGeom prst="roundRect">
            <a:avLst>
              <a:gd name="adj" fmla="val 7145"/>
            </a:avLst>
          </a:prstGeom>
          <a:solidFill>
            <a:schemeClr val="bg1">
              <a:lumMod val="85000"/>
            </a:schemeClr>
          </a:solidFill>
          <a:ln w="476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988086A-7A8B-530B-1423-80074AF67CC6}"/>
              </a:ext>
            </a:extLst>
          </p:cNvPr>
          <p:cNvSpPr txBox="1"/>
          <p:nvPr/>
        </p:nvSpPr>
        <p:spPr>
          <a:xfrm>
            <a:off x="1325304" y="493048"/>
            <a:ext cx="830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 err="1"/>
              <a:t>Started</a:t>
            </a:r>
            <a:endParaRPr lang="de-DE" sz="16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54637DFB-1931-C8B2-4ED7-3488616F89E3}"/>
              </a:ext>
            </a:extLst>
          </p:cNvPr>
          <p:cNvSpPr txBox="1"/>
          <p:nvPr/>
        </p:nvSpPr>
        <p:spPr>
          <a:xfrm>
            <a:off x="3396032" y="478190"/>
            <a:ext cx="938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 err="1"/>
              <a:t>Finished</a:t>
            </a:r>
            <a:endParaRPr lang="de-DE" sz="1600" dirty="0"/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F97B461-7A76-4AD6-7E89-513382847C66}"/>
              </a:ext>
            </a:extLst>
          </p:cNvPr>
          <p:cNvSpPr txBox="1"/>
          <p:nvPr/>
        </p:nvSpPr>
        <p:spPr>
          <a:xfrm>
            <a:off x="2269893" y="1338094"/>
            <a:ext cx="898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 err="1"/>
              <a:t>Elapsed</a:t>
            </a:r>
            <a:endParaRPr lang="de-DE" sz="1600" dirty="0"/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F0D1D8F6-26A4-B117-A1C8-0A8607A3BFC3}"/>
              </a:ext>
            </a:extLst>
          </p:cNvPr>
          <p:cNvSpPr/>
          <p:nvPr/>
        </p:nvSpPr>
        <p:spPr>
          <a:xfrm>
            <a:off x="1415480" y="791344"/>
            <a:ext cx="1437090" cy="37474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F2806627-E732-BBB9-3BEB-34E0B8C3703A}"/>
              </a:ext>
            </a:extLst>
          </p:cNvPr>
          <p:cNvSpPr/>
          <p:nvPr/>
        </p:nvSpPr>
        <p:spPr>
          <a:xfrm>
            <a:off x="10700067" y="84936"/>
            <a:ext cx="643350" cy="627588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41A74AB-4BA5-44EB-CE45-146AB9FE552A}"/>
              </a:ext>
            </a:extLst>
          </p:cNvPr>
          <p:cNvSpPr txBox="1"/>
          <p:nvPr/>
        </p:nvSpPr>
        <p:spPr>
          <a:xfrm>
            <a:off x="347472" y="1318642"/>
            <a:ext cx="8114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/>
              <a:t>Project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7430B4C-0B69-4BB1-7CBD-D03B88877E16}"/>
              </a:ext>
            </a:extLst>
          </p:cNvPr>
          <p:cNvSpPr txBox="1"/>
          <p:nvPr/>
        </p:nvSpPr>
        <p:spPr>
          <a:xfrm>
            <a:off x="365640" y="2119726"/>
            <a:ext cx="707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/>
              <a:t>Ticket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B16BA18-A2DE-8136-0FD6-BB3B69B94A68}"/>
              </a:ext>
            </a:extLst>
          </p:cNvPr>
          <p:cNvSpPr/>
          <p:nvPr/>
        </p:nvSpPr>
        <p:spPr>
          <a:xfrm>
            <a:off x="281756" y="3282871"/>
            <a:ext cx="2012419" cy="2066238"/>
          </a:xfrm>
          <a:prstGeom prst="roundRect">
            <a:avLst>
              <a:gd name="adj" fmla="val 13086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EB84831-2931-6CED-0AD9-6EC7C8EE916D}"/>
              </a:ext>
            </a:extLst>
          </p:cNvPr>
          <p:cNvSpPr txBox="1"/>
          <p:nvPr/>
        </p:nvSpPr>
        <p:spPr>
          <a:xfrm>
            <a:off x="413718" y="2972792"/>
            <a:ext cx="12170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600" dirty="0"/>
              <a:t>Description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3AE0CD77-AB95-B6B9-7DAD-6DEB3A981D39}"/>
              </a:ext>
            </a:extLst>
          </p:cNvPr>
          <p:cNvSpPr/>
          <p:nvPr/>
        </p:nvSpPr>
        <p:spPr>
          <a:xfrm>
            <a:off x="597835" y="5458849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Export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791CE99A-8258-0152-4EDC-32E244F84EDD}"/>
              </a:ext>
            </a:extLst>
          </p:cNvPr>
          <p:cNvSpPr/>
          <p:nvPr/>
        </p:nvSpPr>
        <p:spPr>
          <a:xfrm>
            <a:off x="607028" y="6040969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Import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F1D323AB-958B-CFC2-19EC-79529007D284}"/>
              </a:ext>
            </a:extLst>
          </p:cNvPr>
          <p:cNvSpPr/>
          <p:nvPr/>
        </p:nvSpPr>
        <p:spPr>
          <a:xfrm>
            <a:off x="601502" y="6617033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Edit File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B31F3638-5BB7-C0B4-D77E-FFBE5CB0E21D}"/>
              </a:ext>
            </a:extLst>
          </p:cNvPr>
          <p:cNvSpPr/>
          <p:nvPr/>
        </p:nvSpPr>
        <p:spPr>
          <a:xfrm>
            <a:off x="3506782" y="791344"/>
            <a:ext cx="1437090" cy="37474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A7971A01-5577-D370-C173-10A4BBB8BEEF}"/>
              </a:ext>
            </a:extLst>
          </p:cNvPr>
          <p:cNvSpPr/>
          <p:nvPr/>
        </p:nvSpPr>
        <p:spPr>
          <a:xfrm>
            <a:off x="454203" y="1634339"/>
            <a:ext cx="1437090" cy="37474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35151A14-0C40-42C9-36DB-0F3CC05FCD58}"/>
              </a:ext>
            </a:extLst>
          </p:cNvPr>
          <p:cNvSpPr/>
          <p:nvPr/>
        </p:nvSpPr>
        <p:spPr>
          <a:xfrm>
            <a:off x="453290" y="2414155"/>
            <a:ext cx="1437090" cy="37474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04142D85-FF1F-4C7F-C764-28E888D5BB5C}"/>
              </a:ext>
            </a:extLst>
          </p:cNvPr>
          <p:cNvSpPr/>
          <p:nvPr/>
        </p:nvSpPr>
        <p:spPr>
          <a:xfrm>
            <a:off x="2380054" y="1638732"/>
            <a:ext cx="1437090" cy="374746"/>
          </a:xfrm>
          <a:prstGeom prst="roundRect">
            <a:avLst/>
          </a:prstGeom>
          <a:solidFill>
            <a:srgbClr val="A6A6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7AE07AA-9842-19DF-B471-404AD07FA2CF}"/>
              </a:ext>
            </a:extLst>
          </p:cNvPr>
          <p:cNvSpPr/>
          <p:nvPr/>
        </p:nvSpPr>
        <p:spPr>
          <a:xfrm>
            <a:off x="11533674" y="3239486"/>
            <a:ext cx="558834" cy="54514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FC1BB4D-9A45-733A-F7BF-D821A9403BFB}"/>
              </a:ext>
            </a:extLst>
          </p:cNvPr>
          <p:cNvSpPr/>
          <p:nvPr/>
        </p:nvSpPr>
        <p:spPr>
          <a:xfrm>
            <a:off x="11662577" y="3379268"/>
            <a:ext cx="297324" cy="25993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7EE690F9-D01D-0490-8BB8-1DE76E6AFE3C}"/>
              </a:ext>
            </a:extLst>
          </p:cNvPr>
          <p:cNvSpPr txBox="1"/>
          <p:nvPr/>
        </p:nvSpPr>
        <p:spPr>
          <a:xfrm>
            <a:off x="11595475" y="332274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5DC928F3-D2BA-C30E-44FC-5E0E5C9EFFB0}"/>
              </a:ext>
            </a:extLst>
          </p:cNvPr>
          <p:cNvSpPr/>
          <p:nvPr/>
        </p:nvSpPr>
        <p:spPr>
          <a:xfrm>
            <a:off x="11532880" y="4150320"/>
            <a:ext cx="558834" cy="54514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AA4C9176-0CD1-D9F3-D0D6-53B740B34583}"/>
              </a:ext>
            </a:extLst>
          </p:cNvPr>
          <p:cNvSpPr/>
          <p:nvPr/>
        </p:nvSpPr>
        <p:spPr>
          <a:xfrm>
            <a:off x="11600362" y="4391752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39B592F4-9DBE-26C1-71DE-6A6F1101662C}"/>
              </a:ext>
            </a:extLst>
          </p:cNvPr>
          <p:cNvSpPr/>
          <p:nvPr/>
        </p:nvSpPr>
        <p:spPr>
          <a:xfrm>
            <a:off x="11670782" y="4391752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C62CF86-FE83-830F-4040-A6D3BCAED288}"/>
              </a:ext>
            </a:extLst>
          </p:cNvPr>
          <p:cNvSpPr/>
          <p:nvPr/>
        </p:nvSpPr>
        <p:spPr>
          <a:xfrm>
            <a:off x="11744378" y="4390164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4A5B0F2A-BA52-3D02-A1EE-E2D6B69A0FCA}"/>
              </a:ext>
            </a:extLst>
          </p:cNvPr>
          <p:cNvSpPr/>
          <p:nvPr/>
        </p:nvSpPr>
        <p:spPr>
          <a:xfrm>
            <a:off x="11816386" y="4390909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3E0584AF-0A31-AF35-6379-A60E4B79DE5C}"/>
              </a:ext>
            </a:extLst>
          </p:cNvPr>
          <p:cNvSpPr/>
          <p:nvPr/>
        </p:nvSpPr>
        <p:spPr>
          <a:xfrm>
            <a:off x="11893158" y="4390909"/>
            <a:ext cx="59304" cy="593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CC9D1251-B332-57AE-0988-28675572900C}"/>
              </a:ext>
            </a:extLst>
          </p:cNvPr>
          <p:cNvSpPr/>
          <p:nvPr/>
        </p:nvSpPr>
        <p:spPr>
          <a:xfrm>
            <a:off x="11966752" y="4389321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BE086D06-D263-2FB7-BB88-14FA1EFDEBB2}"/>
              </a:ext>
            </a:extLst>
          </p:cNvPr>
          <p:cNvSpPr/>
          <p:nvPr/>
        </p:nvSpPr>
        <p:spPr>
          <a:xfrm>
            <a:off x="11533674" y="5109666"/>
            <a:ext cx="558834" cy="54514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7C4B4E0-C95A-0160-5CE2-08B4B59C2482}"/>
              </a:ext>
            </a:extLst>
          </p:cNvPr>
          <p:cNvSpPr/>
          <p:nvPr/>
        </p:nvSpPr>
        <p:spPr>
          <a:xfrm>
            <a:off x="11669752" y="5256113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6F7A4E6-D8CC-B3C7-F15B-EEEA2492574C}"/>
              </a:ext>
            </a:extLst>
          </p:cNvPr>
          <p:cNvSpPr/>
          <p:nvPr/>
        </p:nvSpPr>
        <p:spPr>
          <a:xfrm>
            <a:off x="11743348" y="5254525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DF3913AD-CA87-ED35-9088-76255ABBA5E4}"/>
              </a:ext>
            </a:extLst>
          </p:cNvPr>
          <p:cNvSpPr/>
          <p:nvPr/>
        </p:nvSpPr>
        <p:spPr>
          <a:xfrm>
            <a:off x="11815356" y="5255270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A4749872-4061-39F9-1931-FB6D1D688544}"/>
              </a:ext>
            </a:extLst>
          </p:cNvPr>
          <p:cNvSpPr/>
          <p:nvPr/>
        </p:nvSpPr>
        <p:spPr>
          <a:xfrm>
            <a:off x="11887364" y="5255270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1F2A7641-E16F-4E71-E946-F05D708B1B92}"/>
              </a:ext>
            </a:extLst>
          </p:cNvPr>
          <p:cNvSpPr/>
          <p:nvPr/>
        </p:nvSpPr>
        <p:spPr>
          <a:xfrm>
            <a:off x="11960958" y="5253682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742F9AF2-C250-9920-E116-2BC0E6E5DF9D}"/>
              </a:ext>
            </a:extLst>
          </p:cNvPr>
          <p:cNvSpPr/>
          <p:nvPr/>
        </p:nvSpPr>
        <p:spPr>
          <a:xfrm>
            <a:off x="11599332" y="5321446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84A026E0-3321-BB95-B220-8E7C3E885ED0}"/>
              </a:ext>
            </a:extLst>
          </p:cNvPr>
          <p:cNvSpPr/>
          <p:nvPr/>
        </p:nvSpPr>
        <p:spPr>
          <a:xfrm>
            <a:off x="11669752" y="5321446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6C9EB400-6431-8D90-8B4F-E3037EC753D8}"/>
              </a:ext>
            </a:extLst>
          </p:cNvPr>
          <p:cNvSpPr/>
          <p:nvPr/>
        </p:nvSpPr>
        <p:spPr>
          <a:xfrm>
            <a:off x="11743348" y="5319858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6FFA8C26-151A-8481-2BFA-F44FB0BD3BA5}"/>
              </a:ext>
            </a:extLst>
          </p:cNvPr>
          <p:cNvSpPr/>
          <p:nvPr/>
        </p:nvSpPr>
        <p:spPr>
          <a:xfrm>
            <a:off x="11815356" y="5320603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57F7D931-097B-9E57-617D-AE2D6FA695A6}"/>
              </a:ext>
            </a:extLst>
          </p:cNvPr>
          <p:cNvSpPr/>
          <p:nvPr/>
        </p:nvSpPr>
        <p:spPr>
          <a:xfrm>
            <a:off x="11887364" y="5320603"/>
            <a:ext cx="59304" cy="593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C3379B4F-7413-3E20-B123-8CE1EE35A0FB}"/>
              </a:ext>
            </a:extLst>
          </p:cNvPr>
          <p:cNvSpPr/>
          <p:nvPr/>
        </p:nvSpPr>
        <p:spPr>
          <a:xfrm>
            <a:off x="11960958" y="5319015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6AF2BA11-1D82-3125-6039-D268481C8474}"/>
              </a:ext>
            </a:extLst>
          </p:cNvPr>
          <p:cNvSpPr/>
          <p:nvPr/>
        </p:nvSpPr>
        <p:spPr>
          <a:xfrm>
            <a:off x="11599332" y="5387622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BBD3580F-2517-3D50-A970-F718DD1C04C4}"/>
              </a:ext>
            </a:extLst>
          </p:cNvPr>
          <p:cNvSpPr/>
          <p:nvPr/>
        </p:nvSpPr>
        <p:spPr>
          <a:xfrm>
            <a:off x="11669752" y="5387622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3675141-65DE-6F82-BF14-86D014A3D854}"/>
              </a:ext>
            </a:extLst>
          </p:cNvPr>
          <p:cNvSpPr/>
          <p:nvPr/>
        </p:nvSpPr>
        <p:spPr>
          <a:xfrm>
            <a:off x="11743348" y="5386034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657090B5-4EE3-4E7B-0EFA-9ADC3859E605}"/>
              </a:ext>
            </a:extLst>
          </p:cNvPr>
          <p:cNvSpPr/>
          <p:nvPr/>
        </p:nvSpPr>
        <p:spPr>
          <a:xfrm>
            <a:off x="11815356" y="5386779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7BB98075-4886-1BD0-E9F9-6E96D4D1C34E}"/>
              </a:ext>
            </a:extLst>
          </p:cNvPr>
          <p:cNvSpPr/>
          <p:nvPr/>
        </p:nvSpPr>
        <p:spPr>
          <a:xfrm>
            <a:off x="11887364" y="5386779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CD60182-A78F-EB58-94FF-A54B3CA5EE68}"/>
              </a:ext>
            </a:extLst>
          </p:cNvPr>
          <p:cNvSpPr/>
          <p:nvPr/>
        </p:nvSpPr>
        <p:spPr>
          <a:xfrm>
            <a:off x="11960958" y="5385191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922ECE1A-E690-B8AE-E567-F1D7E9E879D3}"/>
              </a:ext>
            </a:extLst>
          </p:cNvPr>
          <p:cNvSpPr/>
          <p:nvPr/>
        </p:nvSpPr>
        <p:spPr>
          <a:xfrm>
            <a:off x="11599332" y="5455899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C850C373-9D8A-EB44-3A19-53862537A76A}"/>
              </a:ext>
            </a:extLst>
          </p:cNvPr>
          <p:cNvSpPr/>
          <p:nvPr/>
        </p:nvSpPr>
        <p:spPr>
          <a:xfrm>
            <a:off x="11669752" y="5455899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7129AF59-8845-CB6A-44CD-27DAC73C200C}"/>
              </a:ext>
            </a:extLst>
          </p:cNvPr>
          <p:cNvSpPr/>
          <p:nvPr/>
        </p:nvSpPr>
        <p:spPr>
          <a:xfrm>
            <a:off x="11743348" y="5454311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5607CD6C-C126-7BB6-0160-78FEEE675A5B}"/>
              </a:ext>
            </a:extLst>
          </p:cNvPr>
          <p:cNvSpPr/>
          <p:nvPr/>
        </p:nvSpPr>
        <p:spPr>
          <a:xfrm>
            <a:off x="11815356" y="5455056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8851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8D9F7-D0E7-1501-EE1F-C137DADE9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AFC7D09-0768-30BD-9320-179CA47EB698}"/>
              </a:ext>
            </a:extLst>
          </p:cNvPr>
          <p:cNvSpPr/>
          <p:nvPr/>
        </p:nvSpPr>
        <p:spPr>
          <a:xfrm>
            <a:off x="5509618" y="1720453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D3A5C56-B226-30FD-6CF3-9062C3686D12}"/>
              </a:ext>
            </a:extLst>
          </p:cNvPr>
          <p:cNvSpPr/>
          <p:nvPr/>
        </p:nvSpPr>
        <p:spPr>
          <a:xfrm>
            <a:off x="5509618" y="1108182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750EEAC-69E2-53F8-3594-0C419296D752}"/>
              </a:ext>
            </a:extLst>
          </p:cNvPr>
          <p:cNvSpPr/>
          <p:nvPr/>
        </p:nvSpPr>
        <p:spPr>
          <a:xfrm>
            <a:off x="-24679" y="-28747"/>
            <a:ext cx="2825468" cy="7228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0" name="Flussdiagramm: Daten 15">
            <a:extLst>
              <a:ext uri="{FF2B5EF4-FFF2-40B4-BE49-F238E27FC236}">
                <a16:creationId xmlns:a16="http://schemas.microsoft.com/office/drawing/2014/main" id="{6A094AFF-D1F5-A63E-94FC-772BD6C3DE5B}"/>
              </a:ext>
            </a:extLst>
          </p:cNvPr>
          <p:cNvSpPr/>
          <p:nvPr/>
        </p:nvSpPr>
        <p:spPr>
          <a:xfrm rot="958259" flipV="1">
            <a:off x="-428516" y="2919333"/>
            <a:ext cx="3411956" cy="3056497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291"/>
              <a:gd name="connsiteY0" fmla="*/ 11568 h 11568"/>
              <a:gd name="connsiteX1" fmla="*/ 2291 w 10291"/>
              <a:gd name="connsiteY1" fmla="*/ 0 h 11568"/>
              <a:gd name="connsiteX2" fmla="*/ 10291 w 10291"/>
              <a:gd name="connsiteY2" fmla="*/ 0 h 11568"/>
              <a:gd name="connsiteX3" fmla="*/ 8291 w 10291"/>
              <a:gd name="connsiteY3" fmla="*/ 10000 h 11568"/>
              <a:gd name="connsiteX4" fmla="*/ 0 w 10291"/>
              <a:gd name="connsiteY4" fmla="*/ 11568 h 11568"/>
              <a:gd name="connsiteX0" fmla="*/ 0 w 10556"/>
              <a:gd name="connsiteY0" fmla="*/ 12769 h 12769"/>
              <a:gd name="connsiteX1" fmla="*/ 2556 w 10556"/>
              <a:gd name="connsiteY1" fmla="*/ 0 h 12769"/>
              <a:gd name="connsiteX2" fmla="*/ 10556 w 10556"/>
              <a:gd name="connsiteY2" fmla="*/ 0 h 12769"/>
              <a:gd name="connsiteX3" fmla="*/ 8556 w 10556"/>
              <a:gd name="connsiteY3" fmla="*/ 10000 h 12769"/>
              <a:gd name="connsiteX4" fmla="*/ 0 w 10556"/>
              <a:gd name="connsiteY4" fmla="*/ 12769 h 12769"/>
              <a:gd name="connsiteX0" fmla="*/ 0 w 10839"/>
              <a:gd name="connsiteY0" fmla="*/ 13945 h 13945"/>
              <a:gd name="connsiteX1" fmla="*/ 2839 w 10839"/>
              <a:gd name="connsiteY1" fmla="*/ 0 h 13945"/>
              <a:gd name="connsiteX2" fmla="*/ 10839 w 10839"/>
              <a:gd name="connsiteY2" fmla="*/ 0 h 13945"/>
              <a:gd name="connsiteX3" fmla="*/ 8839 w 10839"/>
              <a:gd name="connsiteY3" fmla="*/ 10000 h 13945"/>
              <a:gd name="connsiteX4" fmla="*/ 0 w 10839"/>
              <a:gd name="connsiteY4" fmla="*/ 13945 h 13945"/>
              <a:gd name="connsiteX0" fmla="*/ 0 w 10917"/>
              <a:gd name="connsiteY0" fmla="*/ 14566 h 14566"/>
              <a:gd name="connsiteX1" fmla="*/ 2917 w 10917"/>
              <a:gd name="connsiteY1" fmla="*/ 0 h 14566"/>
              <a:gd name="connsiteX2" fmla="*/ 10917 w 10917"/>
              <a:gd name="connsiteY2" fmla="*/ 0 h 14566"/>
              <a:gd name="connsiteX3" fmla="*/ 8917 w 10917"/>
              <a:gd name="connsiteY3" fmla="*/ 10000 h 14566"/>
              <a:gd name="connsiteX4" fmla="*/ 0 w 10917"/>
              <a:gd name="connsiteY4" fmla="*/ 14566 h 14566"/>
              <a:gd name="connsiteX0" fmla="*/ 0 w 11104"/>
              <a:gd name="connsiteY0" fmla="*/ 15146 h 15146"/>
              <a:gd name="connsiteX1" fmla="*/ 3104 w 11104"/>
              <a:gd name="connsiteY1" fmla="*/ 0 h 15146"/>
              <a:gd name="connsiteX2" fmla="*/ 11104 w 11104"/>
              <a:gd name="connsiteY2" fmla="*/ 0 h 15146"/>
              <a:gd name="connsiteX3" fmla="*/ 9104 w 11104"/>
              <a:gd name="connsiteY3" fmla="*/ 10000 h 15146"/>
              <a:gd name="connsiteX4" fmla="*/ 0 w 11104"/>
              <a:gd name="connsiteY4" fmla="*/ 15146 h 15146"/>
              <a:gd name="connsiteX0" fmla="*/ 0 w 10259"/>
              <a:gd name="connsiteY0" fmla="*/ 11415 h 11415"/>
              <a:gd name="connsiteX1" fmla="*/ 2259 w 10259"/>
              <a:gd name="connsiteY1" fmla="*/ 0 h 11415"/>
              <a:gd name="connsiteX2" fmla="*/ 10259 w 10259"/>
              <a:gd name="connsiteY2" fmla="*/ 0 h 11415"/>
              <a:gd name="connsiteX3" fmla="*/ 8259 w 10259"/>
              <a:gd name="connsiteY3" fmla="*/ 10000 h 11415"/>
              <a:gd name="connsiteX4" fmla="*/ 0 w 10259"/>
              <a:gd name="connsiteY4" fmla="*/ 11415 h 11415"/>
              <a:gd name="connsiteX0" fmla="*/ 0 w 9896"/>
              <a:gd name="connsiteY0" fmla="*/ 10038 h 10038"/>
              <a:gd name="connsiteX1" fmla="*/ 1896 w 9896"/>
              <a:gd name="connsiteY1" fmla="*/ 0 h 10038"/>
              <a:gd name="connsiteX2" fmla="*/ 9896 w 9896"/>
              <a:gd name="connsiteY2" fmla="*/ 0 h 10038"/>
              <a:gd name="connsiteX3" fmla="*/ 7896 w 9896"/>
              <a:gd name="connsiteY3" fmla="*/ 10000 h 10038"/>
              <a:gd name="connsiteX4" fmla="*/ 0 w 9896"/>
              <a:gd name="connsiteY4" fmla="*/ 10038 h 10038"/>
              <a:gd name="connsiteX0" fmla="*/ 0 w 10452"/>
              <a:gd name="connsiteY0" fmla="*/ 11323 h 11323"/>
              <a:gd name="connsiteX1" fmla="*/ 2368 w 10452"/>
              <a:gd name="connsiteY1" fmla="*/ 0 h 11323"/>
              <a:gd name="connsiteX2" fmla="*/ 10452 w 10452"/>
              <a:gd name="connsiteY2" fmla="*/ 0 h 11323"/>
              <a:gd name="connsiteX3" fmla="*/ 8431 w 10452"/>
              <a:gd name="connsiteY3" fmla="*/ 9962 h 11323"/>
              <a:gd name="connsiteX4" fmla="*/ 0 w 10452"/>
              <a:gd name="connsiteY4" fmla="*/ 11323 h 11323"/>
              <a:gd name="connsiteX0" fmla="*/ 0 w 10900"/>
              <a:gd name="connsiteY0" fmla="*/ 12864 h 12864"/>
              <a:gd name="connsiteX1" fmla="*/ 2816 w 10900"/>
              <a:gd name="connsiteY1" fmla="*/ 0 h 12864"/>
              <a:gd name="connsiteX2" fmla="*/ 10900 w 10900"/>
              <a:gd name="connsiteY2" fmla="*/ 0 h 12864"/>
              <a:gd name="connsiteX3" fmla="*/ 8879 w 10900"/>
              <a:gd name="connsiteY3" fmla="*/ 9962 h 12864"/>
              <a:gd name="connsiteX4" fmla="*/ 0 w 10900"/>
              <a:gd name="connsiteY4" fmla="*/ 12864 h 12864"/>
              <a:gd name="connsiteX0" fmla="*/ 0 w 10886"/>
              <a:gd name="connsiteY0" fmla="*/ 13275 h 13275"/>
              <a:gd name="connsiteX1" fmla="*/ 2802 w 10886"/>
              <a:gd name="connsiteY1" fmla="*/ 0 h 13275"/>
              <a:gd name="connsiteX2" fmla="*/ 10886 w 10886"/>
              <a:gd name="connsiteY2" fmla="*/ 0 h 13275"/>
              <a:gd name="connsiteX3" fmla="*/ 8865 w 10886"/>
              <a:gd name="connsiteY3" fmla="*/ 9962 h 13275"/>
              <a:gd name="connsiteX4" fmla="*/ 0 w 10886"/>
              <a:gd name="connsiteY4" fmla="*/ 13275 h 1327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877 w 10898"/>
              <a:gd name="connsiteY3" fmla="*/ 9962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4 w 10898"/>
              <a:gd name="connsiteY3" fmla="*/ 963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55 w 10898"/>
              <a:gd name="connsiteY3" fmla="*/ 940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85 w 10898"/>
              <a:gd name="connsiteY3" fmla="*/ 905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80 w 10898"/>
              <a:gd name="connsiteY3" fmla="*/ 919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1 w 10898"/>
              <a:gd name="connsiteY3" fmla="*/ 931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6 w 10898"/>
              <a:gd name="connsiteY3" fmla="*/ 937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3 w 10898"/>
              <a:gd name="connsiteY3" fmla="*/ 9398 h 13815"/>
              <a:gd name="connsiteX4" fmla="*/ 0 w 10898"/>
              <a:gd name="connsiteY4" fmla="*/ 13815 h 1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" h="13815">
                <a:moveTo>
                  <a:pt x="0" y="13815"/>
                </a:moveTo>
                <a:lnTo>
                  <a:pt x="2814" y="0"/>
                </a:lnTo>
                <a:lnTo>
                  <a:pt x="10898" y="0"/>
                </a:lnTo>
                <a:lnTo>
                  <a:pt x="9003" y="9398"/>
                </a:lnTo>
                <a:lnTo>
                  <a:pt x="0" y="13815"/>
                </a:lnTo>
                <a:close/>
              </a:path>
            </a:pathLst>
          </a:custGeom>
          <a:gradFill flip="none" rotWithShape="1">
            <a:gsLst>
              <a:gs pos="27000">
                <a:srgbClr val="D4D4D4">
                  <a:alpha val="20000"/>
                </a:srgbClr>
              </a:gs>
              <a:gs pos="18000">
                <a:srgbClr val="CAD1D4">
                  <a:alpha val="1961"/>
                </a:srgbClr>
              </a:gs>
              <a:gs pos="50000">
                <a:srgbClr val="C0C0C0">
                  <a:alpha val="76000"/>
                  <a:lumMod val="80000"/>
                </a:srgbClr>
              </a:gs>
              <a:gs pos="0">
                <a:schemeClr val="bg1">
                  <a:lumMod val="85000"/>
                  <a:alpha val="0"/>
                </a:schemeClr>
              </a:gs>
              <a:gs pos="59000">
                <a:srgbClr val="939393"/>
              </a:gs>
              <a:gs pos="52000">
                <a:srgbClr val="828282"/>
              </a:gs>
              <a:gs pos="82000">
                <a:schemeClr val="bg1">
                  <a:lumMod val="75000"/>
                </a:schemeClr>
              </a:gs>
            </a:gsLst>
            <a:lin ang="63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8C83A08D-8029-44EF-F5B0-D9F1D4914194}"/>
              </a:ext>
            </a:extLst>
          </p:cNvPr>
          <p:cNvSpPr/>
          <p:nvPr/>
        </p:nvSpPr>
        <p:spPr>
          <a:xfrm>
            <a:off x="53245" y="279731"/>
            <a:ext cx="10396658" cy="4080205"/>
          </a:xfrm>
          <a:custGeom>
            <a:avLst/>
            <a:gdLst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13" fmla="*/ 461848 w 10092827"/>
              <a:gd name="connsiteY13" fmla="*/ 5958411 h 6154354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0" fmla="*/ 2014876 w 10092827"/>
              <a:gd name="connsiteY0" fmla="*/ 6096296 h 6800240"/>
              <a:gd name="connsiteX1" fmla="*/ 1985848 w 10092827"/>
              <a:gd name="connsiteY1" fmla="*/ 2866868 h 6800240"/>
              <a:gd name="connsiteX2" fmla="*/ 2820419 w 10092827"/>
              <a:gd name="connsiteY2" fmla="*/ 1495268 h 6800240"/>
              <a:gd name="connsiteX3" fmla="*/ 4511334 w 10092827"/>
              <a:gd name="connsiteY3" fmla="*/ 1161439 h 6800240"/>
              <a:gd name="connsiteX4" fmla="*/ 6006305 w 10092827"/>
              <a:gd name="connsiteY4" fmla="*/ 1821839 h 6800240"/>
              <a:gd name="connsiteX5" fmla="*/ 9888876 w 10092827"/>
              <a:gd name="connsiteY5" fmla="*/ 1858125 h 6800240"/>
              <a:gd name="connsiteX6" fmla="*/ 9228476 w 10092827"/>
              <a:gd name="connsiteY6" fmla="*/ 689725 h 6800240"/>
              <a:gd name="connsiteX7" fmla="*/ 6485276 w 10092827"/>
              <a:gd name="connsiteY7" fmla="*/ 646182 h 6800240"/>
              <a:gd name="connsiteX8" fmla="*/ 4649219 w 10092827"/>
              <a:gd name="connsiteY8" fmla="*/ 116411 h 6800240"/>
              <a:gd name="connsiteX9" fmla="*/ 1492362 w 10092827"/>
              <a:gd name="connsiteY9" fmla="*/ 159954 h 6800240"/>
              <a:gd name="connsiteX10" fmla="*/ 157048 w 10092827"/>
              <a:gd name="connsiteY10" fmla="*/ 1792811 h 6800240"/>
              <a:gd name="connsiteX11" fmla="*/ 26419 w 10092827"/>
              <a:gd name="connsiteY11" fmla="*/ 6154354 h 6800240"/>
              <a:gd name="connsiteX12" fmla="*/ 831962 w 10092827"/>
              <a:gd name="connsiteY12" fmla="*/ 6800240 h 6800240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0" fmla="*/ 1908035 w 9985986"/>
              <a:gd name="connsiteY0" fmla="*/ 6096296 h 6219669"/>
              <a:gd name="connsiteX1" fmla="*/ 1879007 w 9985986"/>
              <a:gd name="connsiteY1" fmla="*/ 2866868 h 6219669"/>
              <a:gd name="connsiteX2" fmla="*/ 2713578 w 9985986"/>
              <a:gd name="connsiteY2" fmla="*/ 1495268 h 6219669"/>
              <a:gd name="connsiteX3" fmla="*/ 4404493 w 9985986"/>
              <a:gd name="connsiteY3" fmla="*/ 1161439 h 6219669"/>
              <a:gd name="connsiteX4" fmla="*/ 5899464 w 9985986"/>
              <a:gd name="connsiteY4" fmla="*/ 1821839 h 6219669"/>
              <a:gd name="connsiteX5" fmla="*/ 9782035 w 9985986"/>
              <a:gd name="connsiteY5" fmla="*/ 1858125 h 6219669"/>
              <a:gd name="connsiteX6" fmla="*/ 9121635 w 9985986"/>
              <a:gd name="connsiteY6" fmla="*/ 689725 h 6219669"/>
              <a:gd name="connsiteX7" fmla="*/ 6378435 w 9985986"/>
              <a:gd name="connsiteY7" fmla="*/ 646182 h 6219669"/>
              <a:gd name="connsiteX8" fmla="*/ 4542378 w 9985986"/>
              <a:gd name="connsiteY8" fmla="*/ 116411 h 6219669"/>
              <a:gd name="connsiteX9" fmla="*/ 1385521 w 9985986"/>
              <a:gd name="connsiteY9" fmla="*/ 159954 h 6219669"/>
              <a:gd name="connsiteX10" fmla="*/ 50207 w 9985986"/>
              <a:gd name="connsiteY10" fmla="*/ 1792811 h 6219669"/>
              <a:gd name="connsiteX11" fmla="*/ 260663 w 9985986"/>
              <a:gd name="connsiteY11" fmla="*/ 6219669 h 6219669"/>
              <a:gd name="connsiteX0" fmla="*/ 1793893 w 9871844"/>
              <a:gd name="connsiteY0" fmla="*/ 6111104 h 6234477"/>
              <a:gd name="connsiteX1" fmla="*/ 1764865 w 9871844"/>
              <a:gd name="connsiteY1" fmla="*/ 2881676 h 6234477"/>
              <a:gd name="connsiteX2" fmla="*/ 2599436 w 9871844"/>
              <a:gd name="connsiteY2" fmla="*/ 1510076 h 6234477"/>
              <a:gd name="connsiteX3" fmla="*/ 4290351 w 9871844"/>
              <a:gd name="connsiteY3" fmla="*/ 1176247 h 6234477"/>
              <a:gd name="connsiteX4" fmla="*/ 5785322 w 9871844"/>
              <a:gd name="connsiteY4" fmla="*/ 1836647 h 6234477"/>
              <a:gd name="connsiteX5" fmla="*/ 9667893 w 9871844"/>
              <a:gd name="connsiteY5" fmla="*/ 1872933 h 6234477"/>
              <a:gd name="connsiteX6" fmla="*/ 9007493 w 9871844"/>
              <a:gd name="connsiteY6" fmla="*/ 704533 h 6234477"/>
              <a:gd name="connsiteX7" fmla="*/ 6264293 w 9871844"/>
              <a:gd name="connsiteY7" fmla="*/ 660990 h 6234477"/>
              <a:gd name="connsiteX8" fmla="*/ 4428236 w 9871844"/>
              <a:gd name="connsiteY8" fmla="*/ 131219 h 6234477"/>
              <a:gd name="connsiteX9" fmla="*/ 1271379 w 9871844"/>
              <a:gd name="connsiteY9" fmla="*/ 174762 h 6234477"/>
              <a:gd name="connsiteX10" fmla="*/ 66694 w 9871844"/>
              <a:gd name="connsiteY10" fmla="*/ 2018076 h 6234477"/>
              <a:gd name="connsiteX11" fmla="*/ 146521 w 9871844"/>
              <a:gd name="connsiteY11" fmla="*/ 6234477 h 6234477"/>
              <a:gd name="connsiteX0" fmla="*/ 1809514 w 9887465"/>
              <a:gd name="connsiteY0" fmla="*/ 6111104 h 6365105"/>
              <a:gd name="connsiteX1" fmla="*/ 1780486 w 9887465"/>
              <a:gd name="connsiteY1" fmla="*/ 2881676 h 6365105"/>
              <a:gd name="connsiteX2" fmla="*/ 2615057 w 9887465"/>
              <a:gd name="connsiteY2" fmla="*/ 1510076 h 6365105"/>
              <a:gd name="connsiteX3" fmla="*/ 4305972 w 9887465"/>
              <a:gd name="connsiteY3" fmla="*/ 1176247 h 6365105"/>
              <a:gd name="connsiteX4" fmla="*/ 5800943 w 9887465"/>
              <a:gd name="connsiteY4" fmla="*/ 1836647 h 6365105"/>
              <a:gd name="connsiteX5" fmla="*/ 9683514 w 9887465"/>
              <a:gd name="connsiteY5" fmla="*/ 1872933 h 6365105"/>
              <a:gd name="connsiteX6" fmla="*/ 9023114 w 9887465"/>
              <a:gd name="connsiteY6" fmla="*/ 704533 h 6365105"/>
              <a:gd name="connsiteX7" fmla="*/ 6279914 w 9887465"/>
              <a:gd name="connsiteY7" fmla="*/ 660990 h 6365105"/>
              <a:gd name="connsiteX8" fmla="*/ 4443857 w 9887465"/>
              <a:gd name="connsiteY8" fmla="*/ 131219 h 6365105"/>
              <a:gd name="connsiteX9" fmla="*/ 1287000 w 9887465"/>
              <a:gd name="connsiteY9" fmla="*/ 174762 h 6365105"/>
              <a:gd name="connsiteX10" fmla="*/ 82315 w 9887465"/>
              <a:gd name="connsiteY10" fmla="*/ 2018076 h 6365105"/>
              <a:gd name="connsiteX11" fmla="*/ 104084 w 9887465"/>
              <a:gd name="connsiteY11" fmla="*/ 6365105 h 6365105"/>
              <a:gd name="connsiteX0" fmla="*/ 1809514 w 9887465"/>
              <a:gd name="connsiteY0" fmla="*/ 6111104 h 6372362"/>
              <a:gd name="connsiteX1" fmla="*/ 1780486 w 9887465"/>
              <a:gd name="connsiteY1" fmla="*/ 2881676 h 6372362"/>
              <a:gd name="connsiteX2" fmla="*/ 2615057 w 9887465"/>
              <a:gd name="connsiteY2" fmla="*/ 1510076 h 6372362"/>
              <a:gd name="connsiteX3" fmla="*/ 4305972 w 9887465"/>
              <a:gd name="connsiteY3" fmla="*/ 1176247 h 6372362"/>
              <a:gd name="connsiteX4" fmla="*/ 5800943 w 9887465"/>
              <a:gd name="connsiteY4" fmla="*/ 1836647 h 6372362"/>
              <a:gd name="connsiteX5" fmla="*/ 9683514 w 9887465"/>
              <a:gd name="connsiteY5" fmla="*/ 1872933 h 6372362"/>
              <a:gd name="connsiteX6" fmla="*/ 9023114 w 9887465"/>
              <a:gd name="connsiteY6" fmla="*/ 704533 h 6372362"/>
              <a:gd name="connsiteX7" fmla="*/ 6279914 w 9887465"/>
              <a:gd name="connsiteY7" fmla="*/ 660990 h 6372362"/>
              <a:gd name="connsiteX8" fmla="*/ 4443857 w 9887465"/>
              <a:gd name="connsiteY8" fmla="*/ 131219 h 6372362"/>
              <a:gd name="connsiteX9" fmla="*/ 1287000 w 9887465"/>
              <a:gd name="connsiteY9" fmla="*/ 174762 h 6372362"/>
              <a:gd name="connsiteX10" fmla="*/ 82315 w 9887465"/>
              <a:gd name="connsiteY10" fmla="*/ 2018076 h 6372362"/>
              <a:gd name="connsiteX11" fmla="*/ 104084 w 9887465"/>
              <a:gd name="connsiteY11" fmla="*/ 6372362 h 6372362"/>
              <a:gd name="connsiteX0" fmla="*/ 1809514 w 9887465"/>
              <a:gd name="connsiteY0" fmla="*/ 6111104 h 6379619"/>
              <a:gd name="connsiteX1" fmla="*/ 1780486 w 9887465"/>
              <a:gd name="connsiteY1" fmla="*/ 2881676 h 6379619"/>
              <a:gd name="connsiteX2" fmla="*/ 2615057 w 9887465"/>
              <a:gd name="connsiteY2" fmla="*/ 1510076 h 6379619"/>
              <a:gd name="connsiteX3" fmla="*/ 4305972 w 9887465"/>
              <a:gd name="connsiteY3" fmla="*/ 1176247 h 6379619"/>
              <a:gd name="connsiteX4" fmla="*/ 5800943 w 9887465"/>
              <a:gd name="connsiteY4" fmla="*/ 1836647 h 6379619"/>
              <a:gd name="connsiteX5" fmla="*/ 9683514 w 9887465"/>
              <a:gd name="connsiteY5" fmla="*/ 1872933 h 6379619"/>
              <a:gd name="connsiteX6" fmla="*/ 9023114 w 9887465"/>
              <a:gd name="connsiteY6" fmla="*/ 704533 h 6379619"/>
              <a:gd name="connsiteX7" fmla="*/ 6279914 w 9887465"/>
              <a:gd name="connsiteY7" fmla="*/ 660990 h 6379619"/>
              <a:gd name="connsiteX8" fmla="*/ 4443857 w 9887465"/>
              <a:gd name="connsiteY8" fmla="*/ 131219 h 6379619"/>
              <a:gd name="connsiteX9" fmla="*/ 1287000 w 9887465"/>
              <a:gd name="connsiteY9" fmla="*/ 174762 h 6379619"/>
              <a:gd name="connsiteX10" fmla="*/ 82315 w 9887465"/>
              <a:gd name="connsiteY10" fmla="*/ 2018076 h 6379619"/>
              <a:gd name="connsiteX11" fmla="*/ 104084 w 9887465"/>
              <a:gd name="connsiteY11" fmla="*/ 6379619 h 6379619"/>
              <a:gd name="connsiteX0" fmla="*/ 1733763 w 9811714"/>
              <a:gd name="connsiteY0" fmla="*/ 6111104 h 6379619"/>
              <a:gd name="connsiteX1" fmla="*/ 1704735 w 9811714"/>
              <a:gd name="connsiteY1" fmla="*/ 2881676 h 6379619"/>
              <a:gd name="connsiteX2" fmla="*/ 2539306 w 9811714"/>
              <a:gd name="connsiteY2" fmla="*/ 1510076 h 6379619"/>
              <a:gd name="connsiteX3" fmla="*/ 4230221 w 9811714"/>
              <a:gd name="connsiteY3" fmla="*/ 1176247 h 6379619"/>
              <a:gd name="connsiteX4" fmla="*/ 5725192 w 9811714"/>
              <a:gd name="connsiteY4" fmla="*/ 1836647 h 6379619"/>
              <a:gd name="connsiteX5" fmla="*/ 9607763 w 9811714"/>
              <a:gd name="connsiteY5" fmla="*/ 1872933 h 6379619"/>
              <a:gd name="connsiteX6" fmla="*/ 8947363 w 9811714"/>
              <a:gd name="connsiteY6" fmla="*/ 704533 h 6379619"/>
              <a:gd name="connsiteX7" fmla="*/ 6204163 w 9811714"/>
              <a:gd name="connsiteY7" fmla="*/ 660990 h 6379619"/>
              <a:gd name="connsiteX8" fmla="*/ 4368106 w 9811714"/>
              <a:gd name="connsiteY8" fmla="*/ 131219 h 6379619"/>
              <a:gd name="connsiteX9" fmla="*/ 1211249 w 9811714"/>
              <a:gd name="connsiteY9" fmla="*/ 174762 h 6379619"/>
              <a:gd name="connsiteX10" fmla="*/ 6564 w 9811714"/>
              <a:gd name="connsiteY10" fmla="*/ 2018076 h 6379619"/>
              <a:gd name="connsiteX11" fmla="*/ 28333 w 9811714"/>
              <a:gd name="connsiteY11" fmla="*/ 6379619 h 6379619"/>
              <a:gd name="connsiteX0" fmla="*/ 1807347 w 9885298"/>
              <a:gd name="connsiteY0" fmla="*/ 6111104 h 6394133"/>
              <a:gd name="connsiteX1" fmla="*/ 1778319 w 9885298"/>
              <a:gd name="connsiteY1" fmla="*/ 2881676 h 6394133"/>
              <a:gd name="connsiteX2" fmla="*/ 2612890 w 9885298"/>
              <a:gd name="connsiteY2" fmla="*/ 1510076 h 6394133"/>
              <a:gd name="connsiteX3" fmla="*/ 4303805 w 9885298"/>
              <a:gd name="connsiteY3" fmla="*/ 1176247 h 6394133"/>
              <a:gd name="connsiteX4" fmla="*/ 5798776 w 9885298"/>
              <a:gd name="connsiteY4" fmla="*/ 1836647 h 6394133"/>
              <a:gd name="connsiteX5" fmla="*/ 9681347 w 9885298"/>
              <a:gd name="connsiteY5" fmla="*/ 1872933 h 6394133"/>
              <a:gd name="connsiteX6" fmla="*/ 9020947 w 9885298"/>
              <a:gd name="connsiteY6" fmla="*/ 704533 h 6394133"/>
              <a:gd name="connsiteX7" fmla="*/ 6277747 w 9885298"/>
              <a:gd name="connsiteY7" fmla="*/ 660990 h 6394133"/>
              <a:gd name="connsiteX8" fmla="*/ 4441690 w 9885298"/>
              <a:gd name="connsiteY8" fmla="*/ 131219 h 6394133"/>
              <a:gd name="connsiteX9" fmla="*/ 1284833 w 9885298"/>
              <a:gd name="connsiteY9" fmla="*/ 174762 h 6394133"/>
              <a:gd name="connsiteX10" fmla="*/ 80148 w 9885298"/>
              <a:gd name="connsiteY10" fmla="*/ 2018076 h 6394133"/>
              <a:gd name="connsiteX11" fmla="*/ 109174 w 9885298"/>
              <a:gd name="connsiteY11" fmla="*/ 6394133 h 6394133"/>
              <a:gd name="connsiteX0" fmla="*/ 1727280 w 9805231"/>
              <a:gd name="connsiteY0" fmla="*/ 6111104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13052"/>
              <a:gd name="connsiteY0" fmla="*/ 6379618 h 6394133"/>
              <a:gd name="connsiteX1" fmla="*/ 1458767 w 9813052"/>
              <a:gd name="connsiteY1" fmla="*/ 2867162 h 6394133"/>
              <a:gd name="connsiteX2" fmla="*/ 2032080 w 9813052"/>
              <a:gd name="connsiteY2" fmla="*/ 1669733 h 6394133"/>
              <a:gd name="connsiteX3" fmla="*/ 3599624 w 9813052"/>
              <a:gd name="connsiteY3" fmla="*/ 1502819 h 6394133"/>
              <a:gd name="connsiteX4" fmla="*/ 5609852 w 9813052"/>
              <a:gd name="connsiteY4" fmla="*/ 2344647 h 6394133"/>
              <a:gd name="connsiteX5" fmla="*/ 9601280 w 9813052"/>
              <a:gd name="connsiteY5" fmla="*/ 1872933 h 6394133"/>
              <a:gd name="connsiteX6" fmla="*/ 8940880 w 9813052"/>
              <a:gd name="connsiteY6" fmla="*/ 704533 h 6394133"/>
              <a:gd name="connsiteX7" fmla="*/ 6197680 w 9813052"/>
              <a:gd name="connsiteY7" fmla="*/ 660990 h 6394133"/>
              <a:gd name="connsiteX8" fmla="*/ 4361623 w 9813052"/>
              <a:gd name="connsiteY8" fmla="*/ 131219 h 6394133"/>
              <a:gd name="connsiteX9" fmla="*/ 1204766 w 9813052"/>
              <a:gd name="connsiteY9" fmla="*/ 174762 h 6394133"/>
              <a:gd name="connsiteX10" fmla="*/ 81 w 9813052"/>
              <a:gd name="connsiteY10" fmla="*/ 2018076 h 6394133"/>
              <a:gd name="connsiteX11" fmla="*/ 29107 w 9813052"/>
              <a:gd name="connsiteY11" fmla="*/ 6394133 h 6394133"/>
              <a:gd name="connsiteX0" fmla="*/ 1466022 w 9806904"/>
              <a:gd name="connsiteY0" fmla="*/ 6379618 h 6394133"/>
              <a:gd name="connsiteX1" fmla="*/ 1458767 w 9806904"/>
              <a:gd name="connsiteY1" fmla="*/ 2867162 h 6394133"/>
              <a:gd name="connsiteX2" fmla="*/ 2032080 w 9806904"/>
              <a:gd name="connsiteY2" fmla="*/ 1669733 h 6394133"/>
              <a:gd name="connsiteX3" fmla="*/ 3599624 w 9806904"/>
              <a:gd name="connsiteY3" fmla="*/ 1502819 h 6394133"/>
              <a:gd name="connsiteX4" fmla="*/ 5609852 w 9806904"/>
              <a:gd name="connsiteY4" fmla="*/ 2344647 h 6394133"/>
              <a:gd name="connsiteX5" fmla="*/ 9594023 w 9806904"/>
              <a:gd name="connsiteY5" fmla="*/ 2221275 h 6394133"/>
              <a:gd name="connsiteX6" fmla="*/ 8940880 w 9806904"/>
              <a:gd name="connsiteY6" fmla="*/ 704533 h 6394133"/>
              <a:gd name="connsiteX7" fmla="*/ 6197680 w 9806904"/>
              <a:gd name="connsiteY7" fmla="*/ 660990 h 6394133"/>
              <a:gd name="connsiteX8" fmla="*/ 4361623 w 9806904"/>
              <a:gd name="connsiteY8" fmla="*/ 131219 h 6394133"/>
              <a:gd name="connsiteX9" fmla="*/ 1204766 w 9806904"/>
              <a:gd name="connsiteY9" fmla="*/ 174762 h 6394133"/>
              <a:gd name="connsiteX10" fmla="*/ 81 w 9806904"/>
              <a:gd name="connsiteY10" fmla="*/ 2018076 h 6394133"/>
              <a:gd name="connsiteX11" fmla="*/ 29107 w 9806904"/>
              <a:gd name="connsiteY11" fmla="*/ 6394133 h 6394133"/>
              <a:gd name="connsiteX0" fmla="*/ 1466022 w 9892049"/>
              <a:gd name="connsiteY0" fmla="*/ 6379618 h 6394133"/>
              <a:gd name="connsiteX1" fmla="*/ 1458767 w 9892049"/>
              <a:gd name="connsiteY1" fmla="*/ 2867162 h 6394133"/>
              <a:gd name="connsiteX2" fmla="*/ 2032080 w 9892049"/>
              <a:gd name="connsiteY2" fmla="*/ 1669733 h 6394133"/>
              <a:gd name="connsiteX3" fmla="*/ 3599624 w 9892049"/>
              <a:gd name="connsiteY3" fmla="*/ 1502819 h 6394133"/>
              <a:gd name="connsiteX4" fmla="*/ 5609852 w 9892049"/>
              <a:gd name="connsiteY4" fmla="*/ 2344647 h 6394133"/>
              <a:gd name="connsiteX5" fmla="*/ 9594023 w 9892049"/>
              <a:gd name="connsiteY5" fmla="*/ 2221275 h 6394133"/>
              <a:gd name="connsiteX6" fmla="*/ 8940880 w 9892049"/>
              <a:gd name="connsiteY6" fmla="*/ 704533 h 6394133"/>
              <a:gd name="connsiteX7" fmla="*/ 6197680 w 9892049"/>
              <a:gd name="connsiteY7" fmla="*/ 660990 h 6394133"/>
              <a:gd name="connsiteX8" fmla="*/ 4361623 w 9892049"/>
              <a:gd name="connsiteY8" fmla="*/ 131219 h 6394133"/>
              <a:gd name="connsiteX9" fmla="*/ 1204766 w 9892049"/>
              <a:gd name="connsiteY9" fmla="*/ 174762 h 6394133"/>
              <a:gd name="connsiteX10" fmla="*/ 81 w 9892049"/>
              <a:gd name="connsiteY10" fmla="*/ 2018076 h 6394133"/>
              <a:gd name="connsiteX11" fmla="*/ 29107 w 9892049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758649"/>
              <a:gd name="connsiteY0" fmla="*/ 6379618 h 6394133"/>
              <a:gd name="connsiteX1" fmla="*/ 1458767 w 9758649"/>
              <a:gd name="connsiteY1" fmla="*/ 2867162 h 6394133"/>
              <a:gd name="connsiteX2" fmla="*/ 2032080 w 9758649"/>
              <a:gd name="connsiteY2" fmla="*/ 1669733 h 6394133"/>
              <a:gd name="connsiteX3" fmla="*/ 3599624 w 9758649"/>
              <a:gd name="connsiteY3" fmla="*/ 1502819 h 6394133"/>
              <a:gd name="connsiteX4" fmla="*/ 5602595 w 9758649"/>
              <a:gd name="connsiteY4" fmla="*/ 2047104 h 6394133"/>
              <a:gd name="connsiteX5" fmla="*/ 9535966 w 9758649"/>
              <a:gd name="connsiteY5" fmla="*/ 2054360 h 6394133"/>
              <a:gd name="connsiteX6" fmla="*/ 8940880 w 9758649"/>
              <a:gd name="connsiteY6" fmla="*/ 704533 h 6394133"/>
              <a:gd name="connsiteX7" fmla="*/ 6197680 w 9758649"/>
              <a:gd name="connsiteY7" fmla="*/ 660990 h 6394133"/>
              <a:gd name="connsiteX8" fmla="*/ 4361623 w 9758649"/>
              <a:gd name="connsiteY8" fmla="*/ 131219 h 6394133"/>
              <a:gd name="connsiteX9" fmla="*/ 1204766 w 9758649"/>
              <a:gd name="connsiteY9" fmla="*/ 174762 h 6394133"/>
              <a:gd name="connsiteX10" fmla="*/ 81 w 9758649"/>
              <a:gd name="connsiteY10" fmla="*/ 2018076 h 6394133"/>
              <a:gd name="connsiteX11" fmla="*/ 29107 w 9758649"/>
              <a:gd name="connsiteY11" fmla="*/ 6394133 h 6394133"/>
              <a:gd name="connsiteX0" fmla="*/ 1466022 w 9622995"/>
              <a:gd name="connsiteY0" fmla="*/ 6379618 h 6394133"/>
              <a:gd name="connsiteX1" fmla="*/ 1458767 w 9622995"/>
              <a:gd name="connsiteY1" fmla="*/ 2867162 h 6394133"/>
              <a:gd name="connsiteX2" fmla="*/ 2032080 w 9622995"/>
              <a:gd name="connsiteY2" fmla="*/ 1669733 h 6394133"/>
              <a:gd name="connsiteX3" fmla="*/ 3599624 w 9622995"/>
              <a:gd name="connsiteY3" fmla="*/ 1502819 h 6394133"/>
              <a:gd name="connsiteX4" fmla="*/ 5602595 w 9622995"/>
              <a:gd name="connsiteY4" fmla="*/ 2047104 h 6394133"/>
              <a:gd name="connsiteX5" fmla="*/ 9369051 w 9622995"/>
              <a:gd name="connsiteY5" fmla="*/ 2039845 h 6394133"/>
              <a:gd name="connsiteX6" fmla="*/ 8940880 w 9622995"/>
              <a:gd name="connsiteY6" fmla="*/ 704533 h 6394133"/>
              <a:gd name="connsiteX7" fmla="*/ 6197680 w 9622995"/>
              <a:gd name="connsiteY7" fmla="*/ 660990 h 6394133"/>
              <a:gd name="connsiteX8" fmla="*/ 4361623 w 9622995"/>
              <a:gd name="connsiteY8" fmla="*/ 131219 h 6394133"/>
              <a:gd name="connsiteX9" fmla="*/ 1204766 w 9622995"/>
              <a:gd name="connsiteY9" fmla="*/ 174762 h 6394133"/>
              <a:gd name="connsiteX10" fmla="*/ 81 w 9622995"/>
              <a:gd name="connsiteY10" fmla="*/ 2018076 h 6394133"/>
              <a:gd name="connsiteX11" fmla="*/ 29107 w 9622995"/>
              <a:gd name="connsiteY11" fmla="*/ 6394133 h 6394133"/>
              <a:gd name="connsiteX0" fmla="*/ 1466022 w 9668123"/>
              <a:gd name="connsiteY0" fmla="*/ 6379618 h 6394133"/>
              <a:gd name="connsiteX1" fmla="*/ 1458767 w 9668123"/>
              <a:gd name="connsiteY1" fmla="*/ 2867162 h 6394133"/>
              <a:gd name="connsiteX2" fmla="*/ 2032080 w 9668123"/>
              <a:gd name="connsiteY2" fmla="*/ 1669733 h 6394133"/>
              <a:gd name="connsiteX3" fmla="*/ 3599624 w 9668123"/>
              <a:gd name="connsiteY3" fmla="*/ 1502819 h 6394133"/>
              <a:gd name="connsiteX4" fmla="*/ 5602595 w 9668123"/>
              <a:gd name="connsiteY4" fmla="*/ 2047104 h 6394133"/>
              <a:gd name="connsiteX5" fmla="*/ 9369051 w 9668123"/>
              <a:gd name="connsiteY5" fmla="*/ 2039845 h 6394133"/>
              <a:gd name="connsiteX6" fmla="*/ 8940880 w 9668123"/>
              <a:gd name="connsiteY6" fmla="*/ 704533 h 6394133"/>
              <a:gd name="connsiteX7" fmla="*/ 6197680 w 9668123"/>
              <a:gd name="connsiteY7" fmla="*/ 660990 h 6394133"/>
              <a:gd name="connsiteX8" fmla="*/ 4361623 w 9668123"/>
              <a:gd name="connsiteY8" fmla="*/ 131219 h 6394133"/>
              <a:gd name="connsiteX9" fmla="*/ 1204766 w 9668123"/>
              <a:gd name="connsiteY9" fmla="*/ 174762 h 6394133"/>
              <a:gd name="connsiteX10" fmla="*/ 81 w 9668123"/>
              <a:gd name="connsiteY10" fmla="*/ 2018076 h 6394133"/>
              <a:gd name="connsiteX11" fmla="*/ 29107 w 9668123"/>
              <a:gd name="connsiteY11" fmla="*/ 6394133 h 6394133"/>
              <a:gd name="connsiteX0" fmla="*/ 1466022 w 9795780"/>
              <a:gd name="connsiteY0" fmla="*/ 6379618 h 6394133"/>
              <a:gd name="connsiteX1" fmla="*/ 1458767 w 9795780"/>
              <a:gd name="connsiteY1" fmla="*/ 2867162 h 6394133"/>
              <a:gd name="connsiteX2" fmla="*/ 2032080 w 9795780"/>
              <a:gd name="connsiteY2" fmla="*/ 1669733 h 6394133"/>
              <a:gd name="connsiteX3" fmla="*/ 3599624 w 9795780"/>
              <a:gd name="connsiteY3" fmla="*/ 1502819 h 6394133"/>
              <a:gd name="connsiteX4" fmla="*/ 5602595 w 9795780"/>
              <a:gd name="connsiteY4" fmla="*/ 2047104 h 6394133"/>
              <a:gd name="connsiteX5" fmla="*/ 9369051 w 9795780"/>
              <a:gd name="connsiteY5" fmla="*/ 2039845 h 6394133"/>
              <a:gd name="connsiteX6" fmla="*/ 9354537 w 9795780"/>
              <a:gd name="connsiteY6" fmla="*/ 602933 h 6394133"/>
              <a:gd name="connsiteX7" fmla="*/ 6197680 w 9795780"/>
              <a:gd name="connsiteY7" fmla="*/ 660990 h 6394133"/>
              <a:gd name="connsiteX8" fmla="*/ 4361623 w 9795780"/>
              <a:gd name="connsiteY8" fmla="*/ 131219 h 6394133"/>
              <a:gd name="connsiteX9" fmla="*/ 1204766 w 9795780"/>
              <a:gd name="connsiteY9" fmla="*/ 174762 h 6394133"/>
              <a:gd name="connsiteX10" fmla="*/ 81 w 9795780"/>
              <a:gd name="connsiteY10" fmla="*/ 2018076 h 6394133"/>
              <a:gd name="connsiteX11" fmla="*/ 29107 w 9795780"/>
              <a:gd name="connsiteY11" fmla="*/ 6394133 h 6394133"/>
              <a:gd name="connsiteX0" fmla="*/ 1466022 w 9823161"/>
              <a:gd name="connsiteY0" fmla="*/ 6379618 h 6394133"/>
              <a:gd name="connsiteX1" fmla="*/ 1458767 w 9823161"/>
              <a:gd name="connsiteY1" fmla="*/ 2867162 h 6394133"/>
              <a:gd name="connsiteX2" fmla="*/ 2032080 w 9823161"/>
              <a:gd name="connsiteY2" fmla="*/ 1669733 h 6394133"/>
              <a:gd name="connsiteX3" fmla="*/ 3599624 w 9823161"/>
              <a:gd name="connsiteY3" fmla="*/ 1502819 h 6394133"/>
              <a:gd name="connsiteX4" fmla="*/ 5602595 w 9823161"/>
              <a:gd name="connsiteY4" fmla="*/ 2047104 h 6394133"/>
              <a:gd name="connsiteX5" fmla="*/ 9369051 w 9823161"/>
              <a:gd name="connsiteY5" fmla="*/ 2039845 h 6394133"/>
              <a:gd name="connsiteX6" fmla="*/ 9405337 w 9823161"/>
              <a:gd name="connsiteY6" fmla="*/ 1299619 h 6394133"/>
              <a:gd name="connsiteX7" fmla="*/ 6197680 w 9823161"/>
              <a:gd name="connsiteY7" fmla="*/ 660990 h 6394133"/>
              <a:gd name="connsiteX8" fmla="*/ 4361623 w 9823161"/>
              <a:gd name="connsiteY8" fmla="*/ 131219 h 6394133"/>
              <a:gd name="connsiteX9" fmla="*/ 1204766 w 9823161"/>
              <a:gd name="connsiteY9" fmla="*/ 174762 h 6394133"/>
              <a:gd name="connsiteX10" fmla="*/ 81 w 9823161"/>
              <a:gd name="connsiteY10" fmla="*/ 2018076 h 6394133"/>
              <a:gd name="connsiteX11" fmla="*/ 29107 w 9823161"/>
              <a:gd name="connsiteY11" fmla="*/ 6394133 h 6394133"/>
              <a:gd name="connsiteX0" fmla="*/ 1466022 w 9855955"/>
              <a:gd name="connsiteY0" fmla="*/ 6379618 h 6394133"/>
              <a:gd name="connsiteX1" fmla="*/ 1458767 w 9855955"/>
              <a:gd name="connsiteY1" fmla="*/ 2867162 h 6394133"/>
              <a:gd name="connsiteX2" fmla="*/ 2032080 w 9855955"/>
              <a:gd name="connsiteY2" fmla="*/ 1669733 h 6394133"/>
              <a:gd name="connsiteX3" fmla="*/ 3599624 w 9855955"/>
              <a:gd name="connsiteY3" fmla="*/ 1502819 h 6394133"/>
              <a:gd name="connsiteX4" fmla="*/ 5602595 w 9855955"/>
              <a:gd name="connsiteY4" fmla="*/ 2047104 h 6394133"/>
              <a:gd name="connsiteX5" fmla="*/ 9369051 w 9855955"/>
              <a:gd name="connsiteY5" fmla="*/ 2039845 h 6394133"/>
              <a:gd name="connsiteX6" fmla="*/ 9405337 w 9855955"/>
              <a:gd name="connsiteY6" fmla="*/ 1299619 h 6394133"/>
              <a:gd name="connsiteX7" fmla="*/ 6197680 w 9855955"/>
              <a:gd name="connsiteY7" fmla="*/ 660990 h 6394133"/>
              <a:gd name="connsiteX8" fmla="*/ 4361623 w 9855955"/>
              <a:gd name="connsiteY8" fmla="*/ 131219 h 6394133"/>
              <a:gd name="connsiteX9" fmla="*/ 1204766 w 9855955"/>
              <a:gd name="connsiteY9" fmla="*/ 174762 h 6394133"/>
              <a:gd name="connsiteX10" fmla="*/ 81 w 9855955"/>
              <a:gd name="connsiteY10" fmla="*/ 2018076 h 6394133"/>
              <a:gd name="connsiteX11" fmla="*/ 29107 w 9855955"/>
              <a:gd name="connsiteY11" fmla="*/ 6394133 h 6394133"/>
              <a:gd name="connsiteX0" fmla="*/ 1466022 w 9872070"/>
              <a:gd name="connsiteY0" fmla="*/ 6379618 h 6394133"/>
              <a:gd name="connsiteX1" fmla="*/ 1458767 w 9872070"/>
              <a:gd name="connsiteY1" fmla="*/ 2867162 h 6394133"/>
              <a:gd name="connsiteX2" fmla="*/ 2032080 w 9872070"/>
              <a:gd name="connsiteY2" fmla="*/ 1669733 h 6394133"/>
              <a:gd name="connsiteX3" fmla="*/ 3599624 w 9872070"/>
              <a:gd name="connsiteY3" fmla="*/ 1502819 h 6394133"/>
              <a:gd name="connsiteX4" fmla="*/ 5602595 w 9872070"/>
              <a:gd name="connsiteY4" fmla="*/ 2047104 h 6394133"/>
              <a:gd name="connsiteX5" fmla="*/ 9369051 w 9872070"/>
              <a:gd name="connsiteY5" fmla="*/ 2039845 h 6394133"/>
              <a:gd name="connsiteX6" fmla="*/ 9405337 w 9872070"/>
              <a:gd name="connsiteY6" fmla="*/ 1299619 h 6394133"/>
              <a:gd name="connsiteX7" fmla="*/ 6197680 w 9872070"/>
              <a:gd name="connsiteY7" fmla="*/ 660990 h 6394133"/>
              <a:gd name="connsiteX8" fmla="*/ 4361623 w 9872070"/>
              <a:gd name="connsiteY8" fmla="*/ 131219 h 6394133"/>
              <a:gd name="connsiteX9" fmla="*/ 1204766 w 9872070"/>
              <a:gd name="connsiteY9" fmla="*/ 174762 h 6394133"/>
              <a:gd name="connsiteX10" fmla="*/ 81 w 9872070"/>
              <a:gd name="connsiteY10" fmla="*/ 2018076 h 6394133"/>
              <a:gd name="connsiteX11" fmla="*/ 29107 w 9872070"/>
              <a:gd name="connsiteY11" fmla="*/ 6394133 h 6394133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904900"/>
              <a:gd name="connsiteY0" fmla="*/ 6415590 h 6430105"/>
              <a:gd name="connsiteX1" fmla="*/ 1458767 w 9904900"/>
              <a:gd name="connsiteY1" fmla="*/ 2903134 h 6430105"/>
              <a:gd name="connsiteX2" fmla="*/ 2032080 w 9904900"/>
              <a:gd name="connsiteY2" fmla="*/ 1705705 h 6430105"/>
              <a:gd name="connsiteX3" fmla="*/ 3599624 w 9904900"/>
              <a:gd name="connsiteY3" fmla="*/ 1538791 h 6430105"/>
              <a:gd name="connsiteX4" fmla="*/ 5602595 w 9904900"/>
              <a:gd name="connsiteY4" fmla="*/ 2083076 h 6430105"/>
              <a:gd name="connsiteX5" fmla="*/ 9369051 w 9904900"/>
              <a:gd name="connsiteY5" fmla="*/ 2075817 h 6430105"/>
              <a:gd name="connsiteX6" fmla="*/ 9405337 w 9904900"/>
              <a:gd name="connsiteY6" fmla="*/ 1335591 h 6430105"/>
              <a:gd name="connsiteX7" fmla="*/ 6596823 w 9904900"/>
              <a:gd name="connsiteY7" fmla="*/ 1342847 h 6430105"/>
              <a:gd name="connsiteX8" fmla="*/ 4361623 w 9904900"/>
              <a:gd name="connsiteY8" fmla="*/ 167191 h 6430105"/>
              <a:gd name="connsiteX9" fmla="*/ 1204766 w 9904900"/>
              <a:gd name="connsiteY9" fmla="*/ 210734 h 6430105"/>
              <a:gd name="connsiteX10" fmla="*/ 81 w 9904900"/>
              <a:gd name="connsiteY10" fmla="*/ 2054048 h 6430105"/>
              <a:gd name="connsiteX11" fmla="*/ 29107 w 9904900"/>
              <a:gd name="connsiteY11" fmla="*/ 6430105 h 6430105"/>
              <a:gd name="connsiteX0" fmla="*/ 1466022 w 9904900"/>
              <a:gd name="connsiteY0" fmla="*/ 6358517 h 6373032"/>
              <a:gd name="connsiteX1" fmla="*/ 1458767 w 9904900"/>
              <a:gd name="connsiteY1" fmla="*/ 2846061 h 6373032"/>
              <a:gd name="connsiteX2" fmla="*/ 2032080 w 9904900"/>
              <a:gd name="connsiteY2" fmla="*/ 1648632 h 6373032"/>
              <a:gd name="connsiteX3" fmla="*/ 3599624 w 9904900"/>
              <a:gd name="connsiteY3" fmla="*/ 1481718 h 6373032"/>
              <a:gd name="connsiteX4" fmla="*/ 5602595 w 9904900"/>
              <a:gd name="connsiteY4" fmla="*/ 2026003 h 6373032"/>
              <a:gd name="connsiteX5" fmla="*/ 9369051 w 9904900"/>
              <a:gd name="connsiteY5" fmla="*/ 2018744 h 6373032"/>
              <a:gd name="connsiteX6" fmla="*/ 9405337 w 9904900"/>
              <a:gd name="connsiteY6" fmla="*/ 1278518 h 6373032"/>
              <a:gd name="connsiteX7" fmla="*/ 6596823 w 9904900"/>
              <a:gd name="connsiteY7" fmla="*/ 1285774 h 6373032"/>
              <a:gd name="connsiteX8" fmla="*/ 4361623 w 9904900"/>
              <a:gd name="connsiteY8" fmla="*/ 233490 h 6373032"/>
              <a:gd name="connsiteX9" fmla="*/ 1204766 w 9904900"/>
              <a:gd name="connsiteY9" fmla="*/ 153661 h 6373032"/>
              <a:gd name="connsiteX10" fmla="*/ 81 w 9904900"/>
              <a:gd name="connsiteY10" fmla="*/ 1996975 h 6373032"/>
              <a:gd name="connsiteX11" fmla="*/ 29107 w 9904900"/>
              <a:gd name="connsiteY11" fmla="*/ 6373032 h 6373032"/>
              <a:gd name="connsiteX0" fmla="*/ 1547158 w 9986036"/>
              <a:gd name="connsiteY0" fmla="*/ 6313207 h 6327722"/>
              <a:gd name="connsiteX1" fmla="*/ 1539903 w 9986036"/>
              <a:gd name="connsiteY1" fmla="*/ 2800751 h 6327722"/>
              <a:gd name="connsiteX2" fmla="*/ 2113216 w 9986036"/>
              <a:gd name="connsiteY2" fmla="*/ 1603322 h 6327722"/>
              <a:gd name="connsiteX3" fmla="*/ 3680760 w 9986036"/>
              <a:gd name="connsiteY3" fmla="*/ 1436408 h 6327722"/>
              <a:gd name="connsiteX4" fmla="*/ 5683731 w 9986036"/>
              <a:gd name="connsiteY4" fmla="*/ 1980693 h 6327722"/>
              <a:gd name="connsiteX5" fmla="*/ 9450187 w 9986036"/>
              <a:gd name="connsiteY5" fmla="*/ 1973434 h 6327722"/>
              <a:gd name="connsiteX6" fmla="*/ 9486473 w 9986036"/>
              <a:gd name="connsiteY6" fmla="*/ 1233208 h 6327722"/>
              <a:gd name="connsiteX7" fmla="*/ 6677959 w 9986036"/>
              <a:gd name="connsiteY7" fmla="*/ 1240464 h 6327722"/>
              <a:gd name="connsiteX8" fmla="*/ 4442759 w 9986036"/>
              <a:gd name="connsiteY8" fmla="*/ 188180 h 6327722"/>
              <a:gd name="connsiteX9" fmla="*/ 1300417 w 9986036"/>
              <a:gd name="connsiteY9" fmla="*/ 173665 h 6327722"/>
              <a:gd name="connsiteX10" fmla="*/ 81217 w 9986036"/>
              <a:gd name="connsiteY10" fmla="*/ 1951665 h 6327722"/>
              <a:gd name="connsiteX11" fmla="*/ 110243 w 9986036"/>
              <a:gd name="connsiteY11" fmla="*/ 6327722 h 6327722"/>
              <a:gd name="connsiteX0" fmla="*/ 1547158 w 9986036"/>
              <a:gd name="connsiteY0" fmla="*/ 6208879 h 6223394"/>
              <a:gd name="connsiteX1" fmla="*/ 1539903 w 9986036"/>
              <a:gd name="connsiteY1" fmla="*/ 2696423 h 6223394"/>
              <a:gd name="connsiteX2" fmla="*/ 2113216 w 9986036"/>
              <a:gd name="connsiteY2" fmla="*/ 1498994 h 6223394"/>
              <a:gd name="connsiteX3" fmla="*/ 3680760 w 9986036"/>
              <a:gd name="connsiteY3" fmla="*/ 1332080 h 6223394"/>
              <a:gd name="connsiteX4" fmla="*/ 5683731 w 9986036"/>
              <a:gd name="connsiteY4" fmla="*/ 1876365 h 6223394"/>
              <a:gd name="connsiteX5" fmla="*/ 9450187 w 9986036"/>
              <a:gd name="connsiteY5" fmla="*/ 1869106 h 6223394"/>
              <a:gd name="connsiteX6" fmla="*/ 9486473 w 9986036"/>
              <a:gd name="connsiteY6" fmla="*/ 1128880 h 6223394"/>
              <a:gd name="connsiteX7" fmla="*/ 6677959 w 9986036"/>
              <a:gd name="connsiteY7" fmla="*/ 1136136 h 6223394"/>
              <a:gd name="connsiteX8" fmla="*/ 4442759 w 9986036"/>
              <a:gd name="connsiteY8" fmla="*/ 83852 h 6223394"/>
              <a:gd name="connsiteX9" fmla="*/ 1300417 w 9986036"/>
              <a:gd name="connsiteY9" fmla="*/ 69337 h 6223394"/>
              <a:gd name="connsiteX10" fmla="*/ 81217 w 9986036"/>
              <a:gd name="connsiteY10" fmla="*/ 1847337 h 6223394"/>
              <a:gd name="connsiteX11" fmla="*/ 110243 w 9986036"/>
              <a:gd name="connsiteY11" fmla="*/ 6223394 h 6223394"/>
              <a:gd name="connsiteX0" fmla="*/ 1547158 w 9986036"/>
              <a:gd name="connsiteY0" fmla="*/ 6143351 h 6157866"/>
              <a:gd name="connsiteX1" fmla="*/ 1539903 w 9986036"/>
              <a:gd name="connsiteY1" fmla="*/ 2630895 h 6157866"/>
              <a:gd name="connsiteX2" fmla="*/ 2113216 w 9986036"/>
              <a:gd name="connsiteY2" fmla="*/ 1433466 h 6157866"/>
              <a:gd name="connsiteX3" fmla="*/ 3680760 w 9986036"/>
              <a:gd name="connsiteY3" fmla="*/ 1266552 h 6157866"/>
              <a:gd name="connsiteX4" fmla="*/ 5683731 w 9986036"/>
              <a:gd name="connsiteY4" fmla="*/ 1810837 h 6157866"/>
              <a:gd name="connsiteX5" fmla="*/ 9450187 w 9986036"/>
              <a:gd name="connsiteY5" fmla="*/ 1803578 h 6157866"/>
              <a:gd name="connsiteX6" fmla="*/ 9486473 w 9986036"/>
              <a:gd name="connsiteY6" fmla="*/ 1063352 h 6157866"/>
              <a:gd name="connsiteX7" fmla="*/ 6677959 w 9986036"/>
              <a:gd name="connsiteY7" fmla="*/ 1070608 h 6157866"/>
              <a:gd name="connsiteX8" fmla="*/ 4442759 w 9986036"/>
              <a:gd name="connsiteY8" fmla="*/ 18324 h 6157866"/>
              <a:gd name="connsiteX9" fmla="*/ 1300417 w 9986036"/>
              <a:gd name="connsiteY9" fmla="*/ 3809 h 6157866"/>
              <a:gd name="connsiteX10" fmla="*/ 81217 w 9986036"/>
              <a:gd name="connsiteY10" fmla="*/ 1781809 h 6157866"/>
              <a:gd name="connsiteX11" fmla="*/ 110243 w 9986036"/>
              <a:gd name="connsiteY11" fmla="*/ 6157866 h 6157866"/>
              <a:gd name="connsiteX0" fmla="*/ 1587839 w 10026717"/>
              <a:gd name="connsiteY0" fmla="*/ 6211571 h 6226086"/>
              <a:gd name="connsiteX1" fmla="*/ 1580584 w 10026717"/>
              <a:gd name="connsiteY1" fmla="*/ 2699115 h 6226086"/>
              <a:gd name="connsiteX2" fmla="*/ 2153897 w 10026717"/>
              <a:gd name="connsiteY2" fmla="*/ 1501686 h 6226086"/>
              <a:gd name="connsiteX3" fmla="*/ 3721441 w 10026717"/>
              <a:gd name="connsiteY3" fmla="*/ 1334772 h 6226086"/>
              <a:gd name="connsiteX4" fmla="*/ 5724412 w 10026717"/>
              <a:gd name="connsiteY4" fmla="*/ 1879057 h 6226086"/>
              <a:gd name="connsiteX5" fmla="*/ 9490868 w 10026717"/>
              <a:gd name="connsiteY5" fmla="*/ 1871798 h 6226086"/>
              <a:gd name="connsiteX6" fmla="*/ 9527154 w 10026717"/>
              <a:gd name="connsiteY6" fmla="*/ 1131572 h 6226086"/>
              <a:gd name="connsiteX7" fmla="*/ 6718640 w 10026717"/>
              <a:gd name="connsiteY7" fmla="*/ 1138828 h 6226086"/>
              <a:gd name="connsiteX8" fmla="*/ 4483440 w 10026717"/>
              <a:gd name="connsiteY8" fmla="*/ 86544 h 6226086"/>
              <a:gd name="connsiteX9" fmla="*/ 1892640 w 10026717"/>
              <a:gd name="connsiteY9" fmla="*/ 64772 h 6226086"/>
              <a:gd name="connsiteX10" fmla="*/ 121898 w 10026717"/>
              <a:gd name="connsiteY10" fmla="*/ 1850029 h 6226086"/>
              <a:gd name="connsiteX11" fmla="*/ 150924 w 10026717"/>
              <a:gd name="connsiteY11" fmla="*/ 6226086 h 6226086"/>
              <a:gd name="connsiteX0" fmla="*/ 1587839 w 10026717"/>
              <a:gd name="connsiteY0" fmla="*/ 6146799 h 6161314"/>
              <a:gd name="connsiteX1" fmla="*/ 1580584 w 10026717"/>
              <a:gd name="connsiteY1" fmla="*/ 2634343 h 6161314"/>
              <a:gd name="connsiteX2" fmla="*/ 2153897 w 10026717"/>
              <a:gd name="connsiteY2" fmla="*/ 1436914 h 6161314"/>
              <a:gd name="connsiteX3" fmla="*/ 3721441 w 10026717"/>
              <a:gd name="connsiteY3" fmla="*/ 1270000 h 6161314"/>
              <a:gd name="connsiteX4" fmla="*/ 5724412 w 10026717"/>
              <a:gd name="connsiteY4" fmla="*/ 1814285 h 6161314"/>
              <a:gd name="connsiteX5" fmla="*/ 9490868 w 10026717"/>
              <a:gd name="connsiteY5" fmla="*/ 1807026 h 6161314"/>
              <a:gd name="connsiteX6" fmla="*/ 9527154 w 10026717"/>
              <a:gd name="connsiteY6" fmla="*/ 1066800 h 6161314"/>
              <a:gd name="connsiteX7" fmla="*/ 6718640 w 10026717"/>
              <a:gd name="connsiteY7" fmla="*/ 1074056 h 6161314"/>
              <a:gd name="connsiteX8" fmla="*/ 4483440 w 10026717"/>
              <a:gd name="connsiteY8" fmla="*/ 21772 h 6161314"/>
              <a:gd name="connsiteX9" fmla="*/ 1892640 w 10026717"/>
              <a:gd name="connsiteY9" fmla="*/ 0 h 6161314"/>
              <a:gd name="connsiteX10" fmla="*/ 121898 w 10026717"/>
              <a:gd name="connsiteY10" fmla="*/ 1785257 h 6161314"/>
              <a:gd name="connsiteX11" fmla="*/ 150924 w 10026717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602053 w 10057256"/>
              <a:gd name="connsiteY0" fmla="*/ 6146799 h 6146799"/>
              <a:gd name="connsiteX1" fmla="*/ 1594798 w 10057256"/>
              <a:gd name="connsiteY1" fmla="*/ 2634343 h 6146799"/>
              <a:gd name="connsiteX2" fmla="*/ 2168111 w 10057256"/>
              <a:gd name="connsiteY2" fmla="*/ 1436914 h 6146799"/>
              <a:gd name="connsiteX3" fmla="*/ 3735655 w 10057256"/>
              <a:gd name="connsiteY3" fmla="*/ 1270000 h 6146799"/>
              <a:gd name="connsiteX4" fmla="*/ 5426569 w 10057256"/>
              <a:gd name="connsiteY4" fmla="*/ 1814285 h 6146799"/>
              <a:gd name="connsiteX5" fmla="*/ 9505082 w 10057256"/>
              <a:gd name="connsiteY5" fmla="*/ 1807026 h 6146799"/>
              <a:gd name="connsiteX6" fmla="*/ 9541368 w 10057256"/>
              <a:gd name="connsiteY6" fmla="*/ 1066800 h 6146799"/>
              <a:gd name="connsiteX7" fmla="*/ 6732854 w 10057256"/>
              <a:gd name="connsiteY7" fmla="*/ 1074056 h 6146799"/>
              <a:gd name="connsiteX8" fmla="*/ 4497654 w 10057256"/>
              <a:gd name="connsiteY8" fmla="*/ 21772 h 6146799"/>
              <a:gd name="connsiteX9" fmla="*/ 1906854 w 10057256"/>
              <a:gd name="connsiteY9" fmla="*/ 0 h 6146799"/>
              <a:gd name="connsiteX10" fmla="*/ 136112 w 10057256"/>
              <a:gd name="connsiteY10" fmla="*/ 1785257 h 6146799"/>
              <a:gd name="connsiteX11" fmla="*/ 121595 w 10057256"/>
              <a:gd name="connsiteY11" fmla="*/ 2467428 h 6146799"/>
              <a:gd name="connsiteX0" fmla="*/ 1481619 w 9936822"/>
              <a:gd name="connsiteY0" fmla="*/ 6146799 h 6146799"/>
              <a:gd name="connsiteX1" fmla="*/ 1474364 w 9936822"/>
              <a:gd name="connsiteY1" fmla="*/ 2634343 h 6146799"/>
              <a:gd name="connsiteX2" fmla="*/ 2047677 w 9936822"/>
              <a:gd name="connsiteY2" fmla="*/ 1436914 h 6146799"/>
              <a:gd name="connsiteX3" fmla="*/ 3615221 w 9936822"/>
              <a:gd name="connsiteY3" fmla="*/ 1270000 h 6146799"/>
              <a:gd name="connsiteX4" fmla="*/ 5306135 w 9936822"/>
              <a:gd name="connsiteY4" fmla="*/ 1814285 h 6146799"/>
              <a:gd name="connsiteX5" fmla="*/ 9384648 w 9936822"/>
              <a:gd name="connsiteY5" fmla="*/ 1807026 h 6146799"/>
              <a:gd name="connsiteX6" fmla="*/ 9420934 w 9936822"/>
              <a:gd name="connsiteY6" fmla="*/ 1066800 h 6146799"/>
              <a:gd name="connsiteX7" fmla="*/ 6612420 w 9936822"/>
              <a:gd name="connsiteY7" fmla="*/ 1074056 h 6146799"/>
              <a:gd name="connsiteX8" fmla="*/ 4377220 w 9936822"/>
              <a:gd name="connsiteY8" fmla="*/ 21772 h 6146799"/>
              <a:gd name="connsiteX9" fmla="*/ 1786420 w 9936822"/>
              <a:gd name="connsiteY9" fmla="*/ 0 h 6146799"/>
              <a:gd name="connsiteX10" fmla="*/ 15678 w 9936822"/>
              <a:gd name="connsiteY10" fmla="*/ 1785257 h 6146799"/>
              <a:gd name="connsiteX11" fmla="*/ 1161 w 9936822"/>
              <a:gd name="connsiteY11" fmla="*/ 2467428 h 6146799"/>
              <a:gd name="connsiteX0" fmla="*/ 1480458 w 9935661"/>
              <a:gd name="connsiteY0" fmla="*/ 6146799 h 6146799"/>
              <a:gd name="connsiteX1" fmla="*/ 1473203 w 9935661"/>
              <a:gd name="connsiteY1" fmla="*/ 2634343 h 6146799"/>
              <a:gd name="connsiteX2" fmla="*/ 2046516 w 9935661"/>
              <a:gd name="connsiteY2" fmla="*/ 1436914 h 6146799"/>
              <a:gd name="connsiteX3" fmla="*/ 3614060 w 9935661"/>
              <a:gd name="connsiteY3" fmla="*/ 1270000 h 6146799"/>
              <a:gd name="connsiteX4" fmla="*/ 5304974 w 9935661"/>
              <a:gd name="connsiteY4" fmla="*/ 1814285 h 6146799"/>
              <a:gd name="connsiteX5" fmla="*/ 9383487 w 9935661"/>
              <a:gd name="connsiteY5" fmla="*/ 1807026 h 6146799"/>
              <a:gd name="connsiteX6" fmla="*/ 9419773 w 9935661"/>
              <a:gd name="connsiteY6" fmla="*/ 1066800 h 6146799"/>
              <a:gd name="connsiteX7" fmla="*/ 6611259 w 9935661"/>
              <a:gd name="connsiteY7" fmla="*/ 1074056 h 6146799"/>
              <a:gd name="connsiteX8" fmla="*/ 4376059 w 9935661"/>
              <a:gd name="connsiteY8" fmla="*/ 21772 h 6146799"/>
              <a:gd name="connsiteX9" fmla="*/ 1785259 w 9935661"/>
              <a:gd name="connsiteY9" fmla="*/ 0 h 6146799"/>
              <a:gd name="connsiteX10" fmla="*/ 14517 w 9935661"/>
              <a:gd name="connsiteY10" fmla="*/ 1785257 h 6146799"/>
              <a:gd name="connsiteX11" fmla="*/ 0 w 9935661"/>
              <a:gd name="connsiteY11" fmla="*/ 2467428 h 6146799"/>
              <a:gd name="connsiteX0" fmla="*/ 1480458 w 9935661"/>
              <a:gd name="connsiteY0" fmla="*/ 6158195 h 6158195"/>
              <a:gd name="connsiteX1" fmla="*/ 1473203 w 9935661"/>
              <a:gd name="connsiteY1" fmla="*/ 2645739 h 6158195"/>
              <a:gd name="connsiteX2" fmla="*/ 2046516 w 9935661"/>
              <a:gd name="connsiteY2" fmla="*/ 1448310 h 6158195"/>
              <a:gd name="connsiteX3" fmla="*/ 3614060 w 9935661"/>
              <a:gd name="connsiteY3" fmla="*/ 1281396 h 6158195"/>
              <a:gd name="connsiteX4" fmla="*/ 5304974 w 9935661"/>
              <a:gd name="connsiteY4" fmla="*/ 1825681 h 6158195"/>
              <a:gd name="connsiteX5" fmla="*/ 9383487 w 9935661"/>
              <a:gd name="connsiteY5" fmla="*/ 1818422 h 6158195"/>
              <a:gd name="connsiteX6" fmla="*/ 9419773 w 9935661"/>
              <a:gd name="connsiteY6" fmla="*/ 1078196 h 6158195"/>
              <a:gd name="connsiteX7" fmla="*/ 6611259 w 9935661"/>
              <a:gd name="connsiteY7" fmla="*/ 1085452 h 6158195"/>
              <a:gd name="connsiteX8" fmla="*/ 4376059 w 9935661"/>
              <a:gd name="connsiteY8" fmla="*/ 33168 h 6158195"/>
              <a:gd name="connsiteX9" fmla="*/ 1785259 w 9935661"/>
              <a:gd name="connsiteY9" fmla="*/ 11396 h 6158195"/>
              <a:gd name="connsiteX10" fmla="*/ 14517 w 9935661"/>
              <a:gd name="connsiteY10" fmla="*/ 1796653 h 6158195"/>
              <a:gd name="connsiteX11" fmla="*/ 0 w 9935661"/>
              <a:gd name="connsiteY11" fmla="*/ 2478824 h 615819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2191658 w 9935661"/>
              <a:gd name="connsiteY0" fmla="*/ 6173987 h 6173987"/>
              <a:gd name="connsiteX1" fmla="*/ 1473203 w 9935661"/>
              <a:gd name="connsiteY1" fmla="*/ 2639759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935661"/>
              <a:gd name="connsiteY0" fmla="*/ 6173987 h 6173987"/>
              <a:gd name="connsiteX1" fmla="*/ 2184403 w 9935661"/>
              <a:gd name="connsiteY1" fmla="*/ 2654273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046516 w 9891001"/>
              <a:gd name="connsiteY2" fmla="*/ 1442330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274460 w 9891001"/>
              <a:gd name="connsiteY3" fmla="*/ 1268159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827678"/>
              <a:gd name="connsiteY0" fmla="*/ 3815415 h 3815415"/>
              <a:gd name="connsiteX1" fmla="*/ 2191660 w 9827678"/>
              <a:gd name="connsiteY1" fmla="*/ 2654273 h 3815415"/>
              <a:gd name="connsiteX2" fmla="*/ 2743202 w 9827678"/>
              <a:gd name="connsiteY2" fmla="*/ 1471358 h 3815415"/>
              <a:gd name="connsiteX3" fmla="*/ 4347032 w 9827678"/>
              <a:gd name="connsiteY3" fmla="*/ 1304445 h 3815415"/>
              <a:gd name="connsiteX4" fmla="*/ 5834745 w 9827678"/>
              <a:gd name="connsiteY4" fmla="*/ 1826958 h 3815415"/>
              <a:gd name="connsiteX5" fmla="*/ 9383487 w 9827678"/>
              <a:gd name="connsiteY5" fmla="*/ 1819699 h 3815415"/>
              <a:gd name="connsiteX6" fmla="*/ 9419773 w 9827678"/>
              <a:gd name="connsiteY6" fmla="*/ 1072216 h 3815415"/>
              <a:gd name="connsiteX7" fmla="*/ 6611259 w 9827678"/>
              <a:gd name="connsiteY7" fmla="*/ 1079472 h 3815415"/>
              <a:gd name="connsiteX8" fmla="*/ 4376059 w 9827678"/>
              <a:gd name="connsiteY8" fmla="*/ 27188 h 3815415"/>
              <a:gd name="connsiteX9" fmla="*/ 1785259 w 9827678"/>
              <a:gd name="connsiteY9" fmla="*/ 5416 h 3815415"/>
              <a:gd name="connsiteX10" fmla="*/ 14517 w 9827678"/>
              <a:gd name="connsiteY10" fmla="*/ 1790673 h 3815415"/>
              <a:gd name="connsiteX11" fmla="*/ 0 w 9827678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704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603194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835423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186567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1308 w 9897421"/>
              <a:gd name="connsiteY4" fmla="*/ 1865085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64343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48807"/>
              <a:gd name="connsiteY0" fmla="*/ 3338285 h 3338285"/>
              <a:gd name="connsiteX1" fmla="*/ 2183595 w 9848807"/>
              <a:gd name="connsiteY1" fmla="*/ 2590799 h 3338285"/>
              <a:gd name="connsiteX2" fmla="*/ 3061708 w 9848807"/>
              <a:gd name="connsiteY2" fmla="*/ 1357085 h 3338285"/>
              <a:gd name="connsiteX3" fmla="*/ 4019653 w 9848807"/>
              <a:gd name="connsiteY3" fmla="*/ 1349829 h 3338285"/>
              <a:gd name="connsiteX4" fmla="*/ 6218565 w 9848807"/>
              <a:gd name="connsiteY4" fmla="*/ 1857828 h 3338285"/>
              <a:gd name="connsiteX5" fmla="*/ 9375422 w 9848807"/>
              <a:gd name="connsiteY5" fmla="*/ 1872340 h 3338285"/>
              <a:gd name="connsiteX6" fmla="*/ 9411708 w 9848807"/>
              <a:gd name="connsiteY6" fmla="*/ 1074057 h 3338285"/>
              <a:gd name="connsiteX7" fmla="*/ 7220052 w 9848807"/>
              <a:gd name="connsiteY7" fmla="*/ 1030513 h 3338285"/>
              <a:gd name="connsiteX8" fmla="*/ 4367994 w 9848807"/>
              <a:gd name="connsiteY8" fmla="*/ 0 h 3338285"/>
              <a:gd name="connsiteX9" fmla="*/ 1777194 w 9848807"/>
              <a:gd name="connsiteY9" fmla="*/ 7257 h 3338285"/>
              <a:gd name="connsiteX10" fmla="*/ 6452 w 9848807"/>
              <a:gd name="connsiteY10" fmla="*/ 1792514 h 3338285"/>
              <a:gd name="connsiteX11" fmla="*/ 6449 w 9848807"/>
              <a:gd name="connsiteY11" fmla="*/ 2285999 h 3338285"/>
              <a:gd name="connsiteX0" fmla="*/ 2176336 w 9617474"/>
              <a:gd name="connsiteY0" fmla="*/ 3338285 h 3338285"/>
              <a:gd name="connsiteX1" fmla="*/ 2183595 w 9617474"/>
              <a:gd name="connsiteY1" fmla="*/ 2590799 h 3338285"/>
              <a:gd name="connsiteX2" fmla="*/ 3061708 w 9617474"/>
              <a:gd name="connsiteY2" fmla="*/ 1357085 h 3338285"/>
              <a:gd name="connsiteX3" fmla="*/ 4019653 w 9617474"/>
              <a:gd name="connsiteY3" fmla="*/ 1349829 h 3338285"/>
              <a:gd name="connsiteX4" fmla="*/ 6218565 w 9617474"/>
              <a:gd name="connsiteY4" fmla="*/ 1857828 h 3338285"/>
              <a:gd name="connsiteX5" fmla="*/ 9375422 w 9617474"/>
              <a:gd name="connsiteY5" fmla="*/ 1872340 h 3338285"/>
              <a:gd name="connsiteX6" fmla="*/ 9411708 w 9617474"/>
              <a:gd name="connsiteY6" fmla="*/ 1074057 h 3338285"/>
              <a:gd name="connsiteX7" fmla="*/ 7220052 w 9617474"/>
              <a:gd name="connsiteY7" fmla="*/ 1030513 h 3338285"/>
              <a:gd name="connsiteX8" fmla="*/ 4367994 w 9617474"/>
              <a:gd name="connsiteY8" fmla="*/ 0 h 3338285"/>
              <a:gd name="connsiteX9" fmla="*/ 1777194 w 9617474"/>
              <a:gd name="connsiteY9" fmla="*/ 7257 h 3338285"/>
              <a:gd name="connsiteX10" fmla="*/ 6452 w 9617474"/>
              <a:gd name="connsiteY10" fmla="*/ 1792514 h 3338285"/>
              <a:gd name="connsiteX11" fmla="*/ 6449 w 9617474"/>
              <a:gd name="connsiteY11" fmla="*/ 2285999 h 3338285"/>
              <a:gd name="connsiteX0" fmla="*/ 2176336 w 9740774"/>
              <a:gd name="connsiteY0" fmla="*/ 3338285 h 3338285"/>
              <a:gd name="connsiteX1" fmla="*/ 2183595 w 9740774"/>
              <a:gd name="connsiteY1" fmla="*/ 2590799 h 3338285"/>
              <a:gd name="connsiteX2" fmla="*/ 3061708 w 9740774"/>
              <a:gd name="connsiteY2" fmla="*/ 1357085 h 3338285"/>
              <a:gd name="connsiteX3" fmla="*/ 4019653 w 9740774"/>
              <a:gd name="connsiteY3" fmla="*/ 1349829 h 3338285"/>
              <a:gd name="connsiteX4" fmla="*/ 6218565 w 9740774"/>
              <a:gd name="connsiteY4" fmla="*/ 1857828 h 3338285"/>
              <a:gd name="connsiteX5" fmla="*/ 9375422 w 9740774"/>
              <a:gd name="connsiteY5" fmla="*/ 1872340 h 3338285"/>
              <a:gd name="connsiteX6" fmla="*/ 9411708 w 9740774"/>
              <a:gd name="connsiteY6" fmla="*/ 1074057 h 3338285"/>
              <a:gd name="connsiteX7" fmla="*/ 7220052 w 9740774"/>
              <a:gd name="connsiteY7" fmla="*/ 1030513 h 3338285"/>
              <a:gd name="connsiteX8" fmla="*/ 4367994 w 9740774"/>
              <a:gd name="connsiteY8" fmla="*/ 0 h 3338285"/>
              <a:gd name="connsiteX9" fmla="*/ 1777194 w 9740774"/>
              <a:gd name="connsiteY9" fmla="*/ 7257 h 3338285"/>
              <a:gd name="connsiteX10" fmla="*/ 6452 w 9740774"/>
              <a:gd name="connsiteY10" fmla="*/ 1792514 h 3338285"/>
              <a:gd name="connsiteX11" fmla="*/ 6449 w 9740774"/>
              <a:gd name="connsiteY11" fmla="*/ 2285999 h 3338285"/>
              <a:gd name="connsiteX0" fmla="*/ 2176336 w 9730179"/>
              <a:gd name="connsiteY0" fmla="*/ 3338285 h 3338285"/>
              <a:gd name="connsiteX1" fmla="*/ 2183595 w 9730179"/>
              <a:gd name="connsiteY1" fmla="*/ 2590799 h 3338285"/>
              <a:gd name="connsiteX2" fmla="*/ 3061708 w 9730179"/>
              <a:gd name="connsiteY2" fmla="*/ 1357085 h 3338285"/>
              <a:gd name="connsiteX3" fmla="*/ 4019653 w 9730179"/>
              <a:gd name="connsiteY3" fmla="*/ 1349829 h 3338285"/>
              <a:gd name="connsiteX4" fmla="*/ 6218565 w 9730179"/>
              <a:gd name="connsiteY4" fmla="*/ 1857828 h 3338285"/>
              <a:gd name="connsiteX5" fmla="*/ 9375422 w 9730179"/>
              <a:gd name="connsiteY5" fmla="*/ 1872340 h 3338285"/>
              <a:gd name="connsiteX6" fmla="*/ 9411708 w 9730179"/>
              <a:gd name="connsiteY6" fmla="*/ 1074057 h 3338285"/>
              <a:gd name="connsiteX7" fmla="*/ 7220052 w 9730179"/>
              <a:gd name="connsiteY7" fmla="*/ 1030513 h 3338285"/>
              <a:gd name="connsiteX8" fmla="*/ 4367994 w 9730179"/>
              <a:gd name="connsiteY8" fmla="*/ 0 h 3338285"/>
              <a:gd name="connsiteX9" fmla="*/ 1777194 w 9730179"/>
              <a:gd name="connsiteY9" fmla="*/ 7257 h 3338285"/>
              <a:gd name="connsiteX10" fmla="*/ 6452 w 9730179"/>
              <a:gd name="connsiteY10" fmla="*/ 1792514 h 3338285"/>
              <a:gd name="connsiteX11" fmla="*/ 6449 w 9730179"/>
              <a:gd name="connsiteY11" fmla="*/ 2285999 h 3338285"/>
              <a:gd name="connsiteX0" fmla="*/ 2176336 w 9759395"/>
              <a:gd name="connsiteY0" fmla="*/ 3338285 h 3338285"/>
              <a:gd name="connsiteX1" fmla="*/ 2183595 w 9759395"/>
              <a:gd name="connsiteY1" fmla="*/ 2590799 h 3338285"/>
              <a:gd name="connsiteX2" fmla="*/ 3061708 w 9759395"/>
              <a:gd name="connsiteY2" fmla="*/ 1357085 h 3338285"/>
              <a:gd name="connsiteX3" fmla="*/ 4019653 w 9759395"/>
              <a:gd name="connsiteY3" fmla="*/ 1349829 h 3338285"/>
              <a:gd name="connsiteX4" fmla="*/ 6218565 w 9759395"/>
              <a:gd name="connsiteY4" fmla="*/ 1857828 h 3338285"/>
              <a:gd name="connsiteX5" fmla="*/ 9375422 w 9759395"/>
              <a:gd name="connsiteY5" fmla="*/ 1872340 h 3338285"/>
              <a:gd name="connsiteX6" fmla="*/ 9411708 w 9759395"/>
              <a:gd name="connsiteY6" fmla="*/ 1074057 h 3338285"/>
              <a:gd name="connsiteX7" fmla="*/ 7220052 w 9759395"/>
              <a:gd name="connsiteY7" fmla="*/ 1030513 h 3338285"/>
              <a:gd name="connsiteX8" fmla="*/ 4367994 w 9759395"/>
              <a:gd name="connsiteY8" fmla="*/ 0 h 3338285"/>
              <a:gd name="connsiteX9" fmla="*/ 1777194 w 9759395"/>
              <a:gd name="connsiteY9" fmla="*/ 7257 h 3338285"/>
              <a:gd name="connsiteX10" fmla="*/ 6452 w 9759395"/>
              <a:gd name="connsiteY10" fmla="*/ 1792514 h 3338285"/>
              <a:gd name="connsiteX11" fmla="*/ 6449 w 9759395"/>
              <a:gd name="connsiteY11" fmla="*/ 2285999 h 3338285"/>
              <a:gd name="connsiteX0" fmla="*/ 2176336 w 9770679"/>
              <a:gd name="connsiteY0" fmla="*/ 3338285 h 3338285"/>
              <a:gd name="connsiteX1" fmla="*/ 2183595 w 9770679"/>
              <a:gd name="connsiteY1" fmla="*/ 2590799 h 3338285"/>
              <a:gd name="connsiteX2" fmla="*/ 3061708 w 9770679"/>
              <a:gd name="connsiteY2" fmla="*/ 1357085 h 3338285"/>
              <a:gd name="connsiteX3" fmla="*/ 4019653 w 9770679"/>
              <a:gd name="connsiteY3" fmla="*/ 1349829 h 3338285"/>
              <a:gd name="connsiteX4" fmla="*/ 6218565 w 9770679"/>
              <a:gd name="connsiteY4" fmla="*/ 1857828 h 3338285"/>
              <a:gd name="connsiteX5" fmla="*/ 9375422 w 9770679"/>
              <a:gd name="connsiteY5" fmla="*/ 1872340 h 3338285"/>
              <a:gd name="connsiteX6" fmla="*/ 9411708 w 9770679"/>
              <a:gd name="connsiteY6" fmla="*/ 1074057 h 3338285"/>
              <a:gd name="connsiteX7" fmla="*/ 7220052 w 9770679"/>
              <a:gd name="connsiteY7" fmla="*/ 1030513 h 3338285"/>
              <a:gd name="connsiteX8" fmla="*/ 4367994 w 9770679"/>
              <a:gd name="connsiteY8" fmla="*/ 0 h 3338285"/>
              <a:gd name="connsiteX9" fmla="*/ 1777194 w 9770679"/>
              <a:gd name="connsiteY9" fmla="*/ 7257 h 3338285"/>
              <a:gd name="connsiteX10" fmla="*/ 6452 w 9770679"/>
              <a:gd name="connsiteY10" fmla="*/ 1792514 h 3338285"/>
              <a:gd name="connsiteX11" fmla="*/ 6449 w 9770679"/>
              <a:gd name="connsiteY11" fmla="*/ 2285999 h 3338285"/>
              <a:gd name="connsiteX0" fmla="*/ 2176336 w 9603515"/>
              <a:gd name="connsiteY0" fmla="*/ 3338285 h 3338285"/>
              <a:gd name="connsiteX1" fmla="*/ 2183595 w 9603515"/>
              <a:gd name="connsiteY1" fmla="*/ 2590799 h 3338285"/>
              <a:gd name="connsiteX2" fmla="*/ 3061708 w 9603515"/>
              <a:gd name="connsiteY2" fmla="*/ 1357085 h 3338285"/>
              <a:gd name="connsiteX3" fmla="*/ 4019653 w 9603515"/>
              <a:gd name="connsiteY3" fmla="*/ 1349829 h 3338285"/>
              <a:gd name="connsiteX4" fmla="*/ 6218565 w 9603515"/>
              <a:gd name="connsiteY4" fmla="*/ 1857828 h 3338285"/>
              <a:gd name="connsiteX5" fmla="*/ 9375422 w 9603515"/>
              <a:gd name="connsiteY5" fmla="*/ 1872340 h 3338285"/>
              <a:gd name="connsiteX6" fmla="*/ 9411708 w 9603515"/>
              <a:gd name="connsiteY6" fmla="*/ 1074057 h 3338285"/>
              <a:gd name="connsiteX7" fmla="*/ 7220052 w 9603515"/>
              <a:gd name="connsiteY7" fmla="*/ 1030513 h 3338285"/>
              <a:gd name="connsiteX8" fmla="*/ 4367994 w 9603515"/>
              <a:gd name="connsiteY8" fmla="*/ 0 h 3338285"/>
              <a:gd name="connsiteX9" fmla="*/ 1777194 w 9603515"/>
              <a:gd name="connsiteY9" fmla="*/ 7257 h 3338285"/>
              <a:gd name="connsiteX10" fmla="*/ 6452 w 9603515"/>
              <a:gd name="connsiteY10" fmla="*/ 1792514 h 3338285"/>
              <a:gd name="connsiteX11" fmla="*/ 6449 w 9603515"/>
              <a:gd name="connsiteY11" fmla="*/ 2285999 h 3338285"/>
              <a:gd name="connsiteX0" fmla="*/ 2176336 w 9778128"/>
              <a:gd name="connsiteY0" fmla="*/ 3338285 h 3338285"/>
              <a:gd name="connsiteX1" fmla="*/ 2183595 w 9778128"/>
              <a:gd name="connsiteY1" fmla="*/ 2590799 h 3338285"/>
              <a:gd name="connsiteX2" fmla="*/ 3061708 w 9778128"/>
              <a:gd name="connsiteY2" fmla="*/ 1357085 h 3338285"/>
              <a:gd name="connsiteX3" fmla="*/ 4019653 w 9778128"/>
              <a:gd name="connsiteY3" fmla="*/ 1349829 h 3338285"/>
              <a:gd name="connsiteX4" fmla="*/ 6218565 w 9778128"/>
              <a:gd name="connsiteY4" fmla="*/ 1857828 h 3338285"/>
              <a:gd name="connsiteX5" fmla="*/ 9375422 w 9778128"/>
              <a:gd name="connsiteY5" fmla="*/ 1872340 h 3338285"/>
              <a:gd name="connsiteX6" fmla="*/ 9411708 w 9778128"/>
              <a:gd name="connsiteY6" fmla="*/ 1074057 h 3338285"/>
              <a:gd name="connsiteX7" fmla="*/ 7220052 w 9778128"/>
              <a:gd name="connsiteY7" fmla="*/ 1030513 h 3338285"/>
              <a:gd name="connsiteX8" fmla="*/ 4367994 w 9778128"/>
              <a:gd name="connsiteY8" fmla="*/ 0 h 3338285"/>
              <a:gd name="connsiteX9" fmla="*/ 1777194 w 9778128"/>
              <a:gd name="connsiteY9" fmla="*/ 7257 h 3338285"/>
              <a:gd name="connsiteX10" fmla="*/ 6452 w 9778128"/>
              <a:gd name="connsiteY10" fmla="*/ 1792514 h 3338285"/>
              <a:gd name="connsiteX11" fmla="*/ 6449 w 9778128"/>
              <a:gd name="connsiteY11" fmla="*/ 2285999 h 33382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7573 w 9780315"/>
              <a:gd name="connsiteY0" fmla="*/ 4671785 h 4671785"/>
              <a:gd name="connsiteX1" fmla="*/ 2192132 w 9780315"/>
              <a:gd name="connsiteY1" fmla="*/ 2590799 h 4671785"/>
              <a:gd name="connsiteX2" fmla="*/ 3063895 w 9780315"/>
              <a:gd name="connsiteY2" fmla="*/ 1357085 h 4671785"/>
              <a:gd name="connsiteX3" fmla="*/ 4021840 w 9780315"/>
              <a:gd name="connsiteY3" fmla="*/ 1349829 h 4671785"/>
              <a:gd name="connsiteX4" fmla="*/ 6220752 w 9780315"/>
              <a:gd name="connsiteY4" fmla="*/ 1857828 h 4671785"/>
              <a:gd name="connsiteX5" fmla="*/ 9377609 w 9780315"/>
              <a:gd name="connsiteY5" fmla="*/ 1872340 h 4671785"/>
              <a:gd name="connsiteX6" fmla="*/ 9413895 w 9780315"/>
              <a:gd name="connsiteY6" fmla="*/ 1074057 h 4671785"/>
              <a:gd name="connsiteX7" fmla="*/ 7222239 w 9780315"/>
              <a:gd name="connsiteY7" fmla="*/ 1030513 h 4671785"/>
              <a:gd name="connsiteX8" fmla="*/ 4370181 w 9780315"/>
              <a:gd name="connsiteY8" fmla="*/ 0 h 4671785"/>
              <a:gd name="connsiteX9" fmla="*/ 1779381 w 9780315"/>
              <a:gd name="connsiteY9" fmla="*/ 7257 h 4671785"/>
              <a:gd name="connsiteX10" fmla="*/ 8639 w 9780315"/>
              <a:gd name="connsiteY10" fmla="*/ 1792514 h 4671785"/>
              <a:gd name="connsiteX11" fmla="*/ 2286 w 9780315"/>
              <a:gd name="connsiteY11" fmla="*/ 3003549 h 4671785"/>
              <a:gd name="connsiteX0" fmla="*/ 2191234 w 9773976"/>
              <a:gd name="connsiteY0" fmla="*/ 4671785 h 4671785"/>
              <a:gd name="connsiteX1" fmla="*/ 2185793 w 9773976"/>
              <a:gd name="connsiteY1" fmla="*/ 2590799 h 4671785"/>
              <a:gd name="connsiteX2" fmla="*/ 3057556 w 9773976"/>
              <a:gd name="connsiteY2" fmla="*/ 1357085 h 4671785"/>
              <a:gd name="connsiteX3" fmla="*/ 4015501 w 9773976"/>
              <a:gd name="connsiteY3" fmla="*/ 1349829 h 4671785"/>
              <a:gd name="connsiteX4" fmla="*/ 6214413 w 9773976"/>
              <a:gd name="connsiteY4" fmla="*/ 1857828 h 4671785"/>
              <a:gd name="connsiteX5" fmla="*/ 9371270 w 9773976"/>
              <a:gd name="connsiteY5" fmla="*/ 1872340 h 4671785"/>
              <a:gd name="connsiteX6" fmla="*/ 9407556 w 9773976"/>
              <a:gd name="connsiteY6" fmla="*/ 1074057 h 4671785"/>
              <a:gd name="connsiteX7" fmla="*/ 7215900 w 9773976"/>
              <a:gd name="connsiteY7" fmla="*/ 1030513 h 4671785"/>
              <a:gd name="connsiteX8" fmla="*/ 4363842 w 9773976"/>
              <a:gd name="connsiteY8" fmla="*/ 0 h 4671785"/>
              <a:gd name="connsiteX9" fmla="*/ 1773042 w 9773976"/>
              <a:gd name="connsiteY9" fmla="*/ 7257 h 4671785"/>
              <a:gd name="connsiteX10" fmla="*/ 2300 w 9773976"/>
              <a:gd name="connsiteY10" fmla="*/ 1792514 h 4671785"/>
              <a:gd name="connsiteX11" fmla="*/ 46747 w 9773976"/>
              <a:gd name="connsiteY11" fmla="*/ 3124199 h 4671785"/>
              <a:gd name="connsiteX0" fmla="*/ 2194069 w 9776811"/>
              <a:gd name="connsiteY0" fmla="*/ 4671785 h 4671785"/>
              <a:gd name="connsiteX1" fmla="*/ 2188628 w 9776811"/>
              <a:gd name="connsiteY1" fmla="*/ 2590799 h 4671785"/>
              <a:gd name="connsiteX2" fmla="*/ 3060391 w 9776811"/>
              <a:gd name="connsiteY2" fmla="*/ 1357085 h 4671785"/>
              <a:gd name="connsiteX3" fmla="*/ 4018336 w 9776811"/>
              <a:gd name="connsiteY3" fmla="*/ 1349829 h 4671785"/>
              <a:gd name="connsiteX4" fmla="*/ 6217248 w 9776811"/>
              <a:gd name="connsiteY4" fmla="*/ 1857828 h 4671785"/>
              <a:gd name="connsiteX5" fmla="*/ 9374105 w 9776811"/>
              <a:gd name="connsiteY5" fmla="*/ 1872340 h 4671785"/>
              <a:gd name="connsiteX6" fmla="*/ 9410391 w 9776811"/>
              <a:gd name="connsiteY6" fmla="*/ 1074057 h 4671785"/>
              <a:gd name="connsiteX7" fmla="*/ 7218735 w 9776811"/>
              <a:gd name="connsiteY7" fmla="*/ 1030513 h 4671785"/>
              <a:gd name="connsiteX8" fmla="*/ 4366677 w 9776811"/>
              <a:gd name="connsiteY8" fmla="*/ 0 h 4671785"/>
              <a:gd name="connsiteX9" fmla="*/ 1775877 w 9776811"/>
              <a:gd name="connsiteY9" fmla="*/ 7257 h 4671785"/>
              <a:gd name="connsiteX10" fmla="*/ 5135 w 9776811"/>
              <a:gd name="connsiteY10" fmla="*/ 1792514 h 4671785"/>
              <a:gd name="connsiteX11" fmla="*/ 11482 w 9776811"/>
              <a:gd name="connsiteY11" fmla="*/ 3124199 h 4671785"/>
              <a:gd name="connsiteX0" fmla="*/ 2168669 w 9776811"/>
              <a:gd name="connsiteY0" fmla="*/ 4493985 h 4493985"/>
              <a:gd name="connsiteX1" fmla="*/ 2188628 w 9776811"/>
              <a:gd name="connsiteY1" fmla="*/ 2590799 h 4493985"/>
              <a:gd name="connsiteX2" fmla="*/ 3060391 w 9776811"/>
              <a:gd name="connsiteY2" fmla="*/ 1357085 h 4493985"/>
              <a:gd name="connsiteX3" fmla="*/ 4018336 w 9776811"/>
              <a:gd name="connsiteY3" fmla="*/ 1349829 h 4493985"/>
              <a:gd name="connsiteX4" fmla="*/ 6217248 w 9776811"/>
              <a:gd name="connsiteY4" fmla="*/ 1857828 h 4493985"/>
              <a:gd name="connsiteX5" fmla="*/ 9374105 w 9776811"/>
              <a:gd name="connsiteY5" fmla="*/ 1872340 h 4493985"/>
              <a:gd name="connsiteX6" fmla="*/ 9410391 w 9776811"/>
              <a:gd name="connsiteY6" fmla="*/ 1074057 h 4493985"/>
              <a:gd name="connsiteX7" fmla="*/ 7218735 w 9776811"/>
              <a:gd name="connsiteY7" fmla="*/ 1030513 h 4493985"/>
              <a:gd name="connsiteX8" fmla="*/ 4366677 w 9776811"/>
              <a:gd name="connsiteY8" fmla="*/ 0 h 4493985"/>
              <a:gd name="connsiteX9" fmla="*/ 1775877 w 9776811"/>
              <a:gd name="connsiteY9" fmla="*/ 7257 h 4493985"/>
              <a:gd name="connsiteX10" fmla="*/ 5135 w 9776811"/>
              <a:gd name="connsiteY10" fmla="*/ 1792514 h 4493985"/>
              <a:gd name="connsiteX11" fmla="*/ 11482 w 9776811"/>
              <a:gd name="connsiteY11" fmla="*/ 3124199 h 4493985"/>
              <a:gd name="connsiteX0" fmla="*/ 2187719 w 9776811"/>
              <a:gd name="connsiteY0" fmla="*/ 4411435 h 4411435"/>
              <a:gd name="connsiteX1" fmla="*/ 2188628 w 9776811"/>
              <a:gd name="connsiteY1" fmla="*/ 2590799 h 4411435"/>
              <a:gd name="connsiteX2" fmla="*/ 3060391 w 9776811"/>
              <a:gd name="connsiteY2" fmla="*/ 1357085 h 4411435"/>
              <a:gd name="connsiteX3" fmla="*/ 4018336 w 9776811"/>
              <a:gd name="connsiteY3" fmla="*/ 1349829 h 4411435"/>
              <a:gd name="connsiteX4" fmla="*/ 6217248 w 9776811"/>
              <a:gd name="connsiteY4" fmla="*/ 1857828 h 4411435"/>
              <a:gd name="connsiteX5" fmla="*/ 9374105 w 9776811"/>
              <a:gd name="connsiteY5" fmla="*/ 1872340 h 4411435"/>
              <a:gd name="connsiteX6" fmla="*/ 9410391 w 9776811"/>
              <a:gd name="connsiteY6" fmla="*/ 1074057 h 4411435"/>
              <a:gd name="connsiteX7" fmla="*/ 7218735 w 9776811"/>
              <a:gd name="connsiteY7" fmla="*/ 1030513 h 4411435"/>
              <a:gd name="connsiteX8" fmla="*/ 4366677 w 9776811"/>
              <a:gd name="connsiteY8" fmla="*/ 0 h 4411435"/>
              <a:gd name="connsiteX9" fmla="*/ 1775877 w 9776811"/>
              <a:gd name="connsiteY9" fmla="*/ 7257 h 4411435"/>
              <a:gd name="connsiteX10" fmla="*/ 5135 w 9776811"/>
              <a:gd name="connsiteY10" fmla="*/ 1792514 h 4411435"/>
              <a:gd name="connsiteX11" fmla="*/ 11482 w 9776811"/>
              <a:gd name="connsiteY11" fmla="*/ 3124199 h 4411435"/>
              <a:gd name="connsiteX0" fmla="*/ 2194069 w 9776811"/>
              <a:gd name="connsiteY0" fmla="*/ 4297135 h 4297135"/>
              <a:gd name="connsiteX1" fmla="*/ 2188628 w 9776811"/>
              <a:gd name="connsiteY1" fmla="*/ 2590799 h 4297135"/>
              <a:gd name="connsiteX2" fmla="*/ 3060391 w 9776811"/>
              <a:gd name="connsiteY2" fmla="*/ 1357085 h 4297135"/>
              <a:gd name="connsiteX3" fmla="*/ 4018336 w 9776811"/>
              <a:gd name="connsiteY3" fmla="*/ 1349829 h 4297135"/>
              <a:gd name="connsiteX4" fmla="*/ 6217248 w 9776811"/>
              <a:gd name="connsiteY4" fmla="*/ 1857828 h 4297135"/>
              <a:gd name="connsiteX5" fmla="*/ 9374105 w 9776811"/>
              <a:gd name="connsiteY5" fmla="*/ 1872340 h 4297135"/>
              <a:gd name="connsiteX6" fmla="*/ 9410391 w 9776811"/>
              <a:gd name="connsiteY6" fmla="*/ 1074057 h 4297135"/>
              <a:gd name="connsiteX7" fmla="*/ 7218735 w 9776811"/>
              <a:gd name="connsiteY7" fmla="*/ 1030513 h 4297135"/>
              <a:gd name="connsiteX8" fmla="*/ 4366677 w 9776811"/>
              <a:gd name="connsiteY8" fmla="*/ 0 h 4297135"/>
              <a:gd name="connsiteX9" fmla="*/ 1775877 w 9776811"/>
              <a:gd name="connsiteY9" fmla="*/ 7257 h 4297135"/>
              <a:gd name="connsiteX10" fmla="*/ 5135 w 9776811"/>
              <a:gd name="connsiteY10" fmla="*/ 1792514 h 4297135"/>
              <a:gd name="connsiteX11" fmla="*/ 11482 w 9776811"/>
              <a:gd name="connsiteY11" fmla="*/ 3124199 h 4297135"/>
              <a:gd name="connsiteX0" fmla="*/ 2162319 w 9776811"/>
              <a:gd name="connsiteY0" fmla="*/ 4055835 h 4055835"/>
              <a:gd name="connsiteX1" fmla="*/ 2188628 w 9776811"/>
              <a:gd name="connsiteY1" fmla="*/ 2590799 h 4055835"/>
              <a:gd name="connsiteX2" fmla="*/ 3060391 w 9776811"/>
              <a:gd name="connsiteY2" fmla="*/ 1357085 h 4055835"/>
              <a:gd name="connsiteX3" fmla="*/ 4018336 w 9776811"/>
              <a:gd name="connsiteY3" fmla="*/ 1349829 h 4055835"/>
              <a:gd name="connsiteX4" fmla="*/ 6217248 w 9776811"/>
              <a:gd name="connsiteY4" fmla="*/ 1857828 h 4055835"/>
              <a:gd name="connsiteX5" fmla="*/ 9374105 w 9776811"/>
              <a:gd name="connsiteY5" fmla="*/ 1872340 h 4055835"/>
              <a:gd name="connsiteX6" fmla="*/ 9410391 w 9776811"/>
              <a:gd name="connsiteY6" fmla="*/ 1074057 h 4055835"/>
              <a:gd name="connsiteX7" fmla="*/ 7218735 w 9776811"/>
              <a:gd name="connsiteY7" fmla="*/ 1030513 h 4055835"/>
              <a:gd name="connsiteX8" fmla="*/ 4366677 w 9776811"/>
              <a:gd name="connsiteY8" fmla="*/ 0 h 4055835"/>
              <a:gd name="connsiteX9" fmla="*/ 1775877 w 9776811"/>
              <a:gd name="connsiteY9" fmla="*/ 7257 h 4055835"/>
              <a:gd name="connsiteX10" fmla="*/ 5135 w 9776811"/>
              <a:gd name="connsiteY10" fmla="*/ 1792514 h 4055835"/>
              <a:gd name="connsiteX11" fmla="*/ 11482 w 9776811"/>
              <a:gd name="connsiteY11" fmla="*/ 3124199 h 4055835"/>
              <a:gd name="connsiteX0" fmla="*/ 2187719 w 9776811"/>
              <a:gd name="connsiteY0" fmla="*/ 4062185 h 4062185"/>
              <a:gd name="connsiteX1" fmla="*/ 2188628 w 9776811"/>
              <a:gd name="connsiteY1" fmla="*/ 2590799 h 4062185"/>
              <a:gd name="connsiteX2" fmla="*/ 3060391 w 9776811"/>
              <a:gd name="connsiteY2" fmla="*/ 1357085 h 4062185"/>
              <a:gd name="connsiteX3" fmla="*/ 4018336 w 9776811"/>
              <a:gd name="connsiteY3" fmla="*/ 1349829 h 4062185"/>
              <a:gd name="connsiteX4" fmla="*/ 6217248 w 9776811"/>
              <a:gd name="connsiteY4" fmla="*/ 1857828 h 4062185"/>
              <a:gd name="connsiteX5" fmla="*/ 9374105 w 9776811"/>
              <a:gd name="connsiteY5" fmla="*/ 1872340 h 4062185"/>
              <a:gd name="connsiteX6" fmla="*/ 9410391 w 9776811"/>
              <a:gd name="connsiteY6" fmla="*/ 1074057 h 4062185"/>
              <a:gd name="connsiteX7" fmla="*/ 7218735 w 9776811"/>
              <a:gd name="connsiteY7" fmla="*/ 1030513 h 4062185"/>
              <a:gd name="connsiteX8" fmla="*/ 4366677 w 9776811"/>
              <a:gd name="connsiteY8" fmla="*/ 0 h 4062185"/>
              <a:gd name="connsiteX9" fmla="*/ 1775877 w 9776811"/>
              <a:gd name="connsiteY9" fmla="*/ 7257 h 4062185"/>
              <a:gd name="connsiteX10" fmla="*/ 5135 w 9776811"/>
              <a:gd name="connsiteY10" fmla="*/ 1792514 h 4062185"/>
              <a:gd name="connsiteX11" fmla="*/ 11482 w 9776811"/>
              <a:gd name="connsiteY11" fmla="*/ 3124199 h 406218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3124199 h 392883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2901949 h 3928835"/>
              <a:gd name="connsiteX0" fmla="*/ 2172703 w 9774495"/>
              <a:gd name="connsiteY0" fmla="*/ 3928835 h 3928835"/>
              <a:gd name="connsiteX1" fmla="*/ 2186312 w 9774495"/>
              <a:gd name="connsiteY1" fmla="*/ 2590799 h 3928835"/>
              <a:gd name="connsiteX2" fmla="*/ 3058075 w 9774495"/>
              <a:gd name="connsiteY2" fmla="*/ 1357085 h 3928835"/>
              <a:gd name="connsiteX3" fmla="*/ 4016020 w 9774495"/>
              <a:gd name="connsiteY3" fmla="*/ 1349829 h 3928835"/>
              <a:gd name="connsiteX4" fmla="*/ 6214932 w 9774495"/>
              <a:gd name="connsiteY4" fmla="*/ 1857828 h 3928835"/>
              <a:gd name="connsiteX5" fmla="*/ 9371789 w 9774495"/>
              <a:gd name="connsiteY5" fmla="*/ 1872340 h 3928835"/>
              <a:gd name="connsiteX6" fmla="*/ 9408075 w 9774495"/>
              <a:gd name="connsiteY6" fmla="*/ 1074057 h 3928835"/>
              <a:gd name="connsiteX7" fmla="*/ 7216419 w 9774495"/>
              <a:gd name="connsiteY7" fmla="*/ 1030513 h 3928835"/>
              <a:gd name="connsiteX8" fmla="*/ 4364361 w 9774495"/>
              <a:gd name="connsiteY8" fmla="*/ 0 h 3928835"/>
              <a:gd name="connsiteX9" fmla="*/ 1773561 w 9774495"/>
              <a:gd name="connsiteY9" fmla="*/ 7257 h 3928835"/>
              <a:gd name="connsiteX10" fmla="*/ 2819 w 9774495"/>
              <a:gd name="connsiteY10" fmla="*/ 1792514 h 3928835"/>
              <a:gd name="connsiteX11" fmla="*/ 34566 w 9774495"/>
              <a:gd name="connsiteY11" fmla="*/ 316864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244849 h 3928835"/>
              <a:gd name="connsiteX0" fmla="*/ 2174146 w 9775938"/>
              <a:gd name="connsiteY0" fmla="*/ 3928835 h 3928835"/>
              <a:gd name="connsiteX1" fmla="*/ 2187755 w 9775938"/>
              <a:gd name="connsiteY1" fmla="*/ 2590799 h 3928835"/>
              <a:gd name="connsiteX2" fmla="*/ 3059518 w 9775938"/>
              <a:gd name="connsiteY2" fmla="*/ 1357085 h 3928835"/>
              <a:gd name="connsiteX3" fmla="*/ 4017463 w 9775938"/>
              <a:gd name="connsiteY3" fmla="*/ 1349829 h 3928835"/>
              <a:gd name="connsiteX4" fmla="*/ 6216375 w 9775938"/>
              <a:gd name="connsiteY4" fmla="*/ 1857828 h 3928835"/>
              <a:gd name="connsiteX5" fmla="*/ 9373232 w 9775938"/>
              <a:gd name="connsiteY5" fmla="*/ 1872340 h 3928835"/>
              <a:gd name="connsiteX6" fmla="*/ 9409518 w 9775938"/>
              <a:gd name="connsiteY6" fmla="*/ 1074057 h 3928835"/>
              <a:gd name="connsiteX7" fmla="*/ 7217862 w 9775938"/>
              <a:gd name="connsiteY7" fmla="*/ 1030513 h 3928835"/>
              <a:gd name="connsiteX8" fmla="*/ 4365804 w 9775938"/>
              <a:gd name="connsiteY8" fmla="*/ 0 h 3928835"/>
              <a:gd name="connsiteX9" fmla="*/ 1775004 w 9775938"/>
              <a:gd name="connsiteY9" fmla="*/ 7257 h 3928835"/>
              <a:gd name="connsiteX10" fmla="*/ 4262 w 9775938"/>
              <a:gd name="connsiteY10" fmla="*/ 1792514 h 3928835"/>
              <a:gd name="connsiteX11" fmla="*/ 16959 w 9775938"/>
              <a:gd name="connsiteY11" fmla="*/ 33400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2638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1876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368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24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0479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717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884385 h 3884385"/>
              <a:gd name="connsiteX1" fmla="*/ 2187134 w 9775317"/>
              <a:gd name="connsiteY1" fmla="*/ 2590799 h 3884385"/>
              <a:gd name="connsiteX2" fmla="*/ 3058897 w 9775317"/>
              <a:gd name="connsiteY2" fmla="*/ 1357085 h 3884385"/>
              <a:gd name="connsiteX3" fmla="*/ 4016842 w 9775317"/>
              <a:gd name="connsiteY3" fmla="*/ 1349829 h 3884385"/>
              <a:gd name="connsiteX4" fmla="*/ 6215754 w 9775317"/>
              <a:gd name="connsiteY4" fmla="*/ 1857828 h 3884385"/>
              <a:gd name="connsiteX5" fmla="*/ 9372611 w 9775317"/>
              <a:gd name="connsiteY5" fmla="*/ 1872340 h 3884385"/>
              <a:gd name="connsiteX6" fmla="*/ 9408897 w 9775317"/>
              <a:gd name="connsiteY6" fmla="*/ 1074057 h 3884385"/>
              <a:gd name="connsiteX7" fmla="*/ 7217241 w 9775317"/>
              <a:gd name="connsiteY7" fmla="*/ 1030513 h 3884385"/>
              <a:gd name="connsiteX8" fmla="*/ 4365183 w 9775317"/>
              <a:gd name="connsiteY8" fmla="*/ 0 h 3884385"/>
              <a:gd name="connsiteX9" fmla="*/ 1774383 w 9775317"/>
              <a:gd name="connsiteY9" fmla="*/ 7257 h 3884385"/>
              <a:gd name="connsiteX10" fmla="*/ 3641 w 9775317"/>
              <a:gd name="connsiteY10" fmla="*/ 1792514 h 3884385"/>
              <a:gd name="connsiteX11" fmla="*/ 22688 w 9775317"/>
              <a:gd name="connsiteY11" fmla="*/ 2997199 h 3884385"/>
              <a:gd name="connsiteX0" fmla="*/ 2173525 w 9775317"/>
              <a:gd name="connsiteY0" fmla="*/ 3846285 h 3846285"/>
              <a:gd name="connsiteX1" fmla="*/ 2187134 w 9775317"/>
              <a:gd name="connsiteY1" fmla="*/ 2590799 h 3846285"/>
              <a:gd name="connsiteX2" fmla="*/ 3058897 w 9775317"/>
              <a:gd name="connsiteY2" fmla="*/ 1357085 h 3846285"/>
              <a:gd name="connsiteX3" fmla="*/ 4016842 w 9775317"/>
              <a:gd name="connsiteY3" fmla="*/ 1349829 h 3846285"/>
              <a:gd name="connsiteX4" fmla="*/ 6215754 w 9775317"/>
              <a:gd name="connsiteY4" fmla="*/ 1857828 h 3846285"/>
              <a:gd name="connsiteX5" fmla="*/ 9372611 w 9775317"/>
              <a:gd name="connsiteY5" fmla="*/ 1872340 h 3846285"/>
              <a:gd name="connsiteX6" fmla="*/ 9408897 w 9775317"/>
              <a:gd name="connsiteY6" fmla="*/ 1074057 h 3846285"/>
              <a:gd name="connsiteX7" fmla="*/ 7217241 w 9775317"/>
              <a:gd name="connsiteY7" fmla="*/ 1030513 h 3846285"/>
              <a:gd name="connsiteX8" fmla="*/ 4365183 w 9775317"/>
              <a:gd name="connsiteY8" fmla="*/ 0 h 3846285"/>
              <a:gd name="connsiteX9" fmla="*/ 1774383 w 9775317"/>
              <a:gd name="connsiteY9" fmla="*/ 7257 h 3846285"/>
              <a:gd name="connsiteX10" fmla="*/ 3641 w 9775317"/>
              <a:gd name="connsiteY10" fmla="*/ 1792514 h 3846285"/>
              <a:gd name="connsiteX11" fmla="*/ 22688 w 9775317"/>
              <a:gd name="connsiteY11" fmla="*/ 2997199 h 3846285"/>
              <a:gd name="connsiteX0" fmla="*/ 2173525 w 9775317"/>
              <a:gd name="connsiteY0" fmla="*/ 3827235 h 3827235"/>
              <a:gd name="connsiteX1" fmla="*/ 2187134 w 9775317"/>
              <a:gd name="connsiteY1" fmla="*/ 2590799 h 3827235"/>
              <a:gd name="connsiteX2" fmla="*/ 3058897 w 9775317"/>
              <a:gd name="connsiteY2" fmla="*/ 1357085 h 3827235"/>
              <a:gd name="connsiteX3" fmla="*/ 4016842 w 9775317"/>
              <a:gd name="connsiteY3" fmla="*/ 1349829 h 3827235"/>
              <a:gd name="connsiteX4" fmla="*/ 6215754 w 9775317"/>
              <a:gd name="connsiteY4" fmla="*/ 1857828 h 3827235"/>
              <a:gd name="connsiteX5" fmla="*/ 9372611 w 9775317"/>
              <a:gd name="connsiteY5" fmla="*/ 1872340 h 3827235"/>
              <a:gd name="connsiteX6" fmla="*/ 9408897 w 9775317"/>
              <a:gd name="connsiteY6" fmla="*/ 1074057 h 3827235"/>
              <a:gd name="connsiteX7" fmla="*/ 7217241 w 9775317"/>
              <a:gd name="connsiteY7" fmla="*/ 1030513 h 3827235"/>
              <a:gd name="connsiteX8" fmla="*/ 4365183 w 9775317"/>
              <a:gd name="connsiteY8" fmla="*/ 0 h 3827235"/>
              <a:gd name="connsiteX9" fmla="*/ 1774383 w 9775317"/>
              <a:gd name="connsiteY9" fmla="*/ 7257 h 3827235"/>
              <a:gd name="connsiteX10" fmla="*/ 3641 w 9775317"/>
              <a:gd name="connsiteY10" fmla="*/ 1792514 h 3827235"/>
              <a:gd name="connsiteX11" fmla="*/ 22688 w 9775317"/>
              <a:gd name="connsiteY11" fmla="*/ 2997199 h 3827235"/>
              <a:gd name="connsiteX0" fmla="*/ 2189400 w 9775317"/>
              <a:gd name="connsiteY0" fmla="*/ 3808185 h 3808185"/>
              <a:gd name="connsiteX1" fmla="*/ 2187134 w 9775317"/>
              <a:gd name="connsiteY1" fmla="*/ 2590799 h 3808185"/>
              <a:gd name="connsiteX2" fmla="*/ 3058897 w 9775317"/>
              <a:gd name="connsiteY2" fmla="*/ 1357085 h 3808185"/>
              <a:gd name="connsiteX3" fmla="*/ 4016842 w 9775317"/>
              <a:gd name="connsiteY3" fmla="*/ 1349829 h 3808185"/>
              <a:gd name="connsiteX4" fmla="*/ 6215754 w 9775317"/>
              <a:gd name="connsiteY4" fmla="*/ 1857828 h 3808185"/>
              <a:gd name="connsiteX5" fmla="*/ 9372611 w 9775317"/>
              <a:gd name="connsiteY5" fmla="*/ 1872340 h 3808185"/>
              <a:gd name="connsiteX6" fmla="*/ 9408897 w 9775317"/>
              <a:gd name="connsiteY6" fmla="*/ 1074057 h 3808185"/>
              <a:gd name="connsiteX7" fmla="*/ 7217241 w 9775317"/>
              <a:gd name="connsiteY7" fmla="*/ 1030513 h 3808185"/>
              <a:gd name="connsiteX8" fmla="*/ 4365183 w 9775317"/>
              <a:gd name="connsiteY8" fmla="*/ 0 h 3808185"/>
              <a:gd name="connsiteX9" fmla="*/ 1774383 w 9775317"/>
              <a:gd name="connsiteY9" fmla="*/ 7257 h 3808185"/>
              <a:gd name="connsiteX10" fmla="*/ 3641 w 9775317"/>
              <a:gd name="connsiteY10" fmla="*/ 1792514 h 3808185"/>
              <a:gd name="connsiteX11" fmla="*/ 22688 w 9775317"/>
              <a:gd name="connsiteY11" fmla="*/ 2997199 h 3808185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297021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47673"/>
              <a:gd name="connsiteY0" fmla="*/ 3779610 h 3779610"/>
              <a:gd name="connsiteX1" fmla="*/ 2189213 w 9747673"/>
              <a:gd name="connsiteY1" fmla="*/ 2590799 h 3779610"/>
              <a:gd name="connsiteX2" fmla="*/ 3060976 w 9747673"/>
              <a:gd name="connsiteY2" fmla="*/ 1357085 h 3779610"/>
              <a:gd name="connsiteX3" fmla="*/ 4018921 w 9747673"/>
              <a:gd name="connsiteY3" fmla="*/ 1349829 h 3779610"/>
              <a:gd name="connsiteX4" fmla="*/ 6217833 w 9747673"/>
              <a:gd name="connsiteY4" fmla="*/ 1857828 h 3779610"/>
              <a:gd name="connsiteX5" fmla="*/ 9374690 w 9747673"/>
              <a:gd name="connsiteY5" fmla="*/ 1872340 h 3779610"/>
              <a:gd name="connsiteX6" fmla="*/ 9410976 w 9747673"/>
              <a:gd name="connsiteY6" fmla="*/ 1074057 h 3779610"/>
              <a:gd name="connsiteX7" fmla="*/ 7219321 w 9747673"/>
              <a:gd name="connsiteY7" fmla="*/ 1010383 h 3779610"/>
              <a:gd name="connsiteX8" fmla="*/ 4367262 w 9747673"/>
              <a:gd name="connsiteY8" fmla="*/ 0 h 3779610"/>
              <a:gd name="connsiteX9" fmla="*/ 1776462 w 9747673"/>
              <a:gd name="connsiteY9" fmla="*/ 7257 h 3779610"/>
              <a:gd name="connsiteX10" fmla="*/ 5720 w 9747673"/>
              <a:gd name="connsiteY10" fmla="*/ 1792514 h 3779610"/>
              <a:gd name="connsiteX11" fmla="*/ 8892 w 9747673"/>
              <a:gd name="connsiteY11" fmla="*/ 3027362 h 3779610"/>
              <a:gd name="connsiteX0" fmla="*/ 2191479 w 9747673"/>
              <a:gd name="connsiteY0" fmla="*/ 3779610 h 3779610"/>
              <a:gd name="connsiteX1" fmla="*/ 2189213 w 9747673"/>
              <a:gd name="connsiteY1" fmla="*/ 2590799 h 3779610"/>
              <a:gd name="connsiteX2" fmla="*/ 3060976 w 9747673"/>
              <a:gd name="connsiteY2" fmla="*/ 1357085 h 3779610"/>
              <a:gd name="connsiteX3" fmla="*/ 4018921 w 9747673"/>
              <a:gd name="connsiteY3" fmla="*/ 1349829 h 3779610"/>
              <a:gd name="connsiteX4" fmla="*/ 6217833 w 9747673"/>
              <a:gd name="connsiteY4" fmla="*/ 1857828 h 3779610"/>
              <a:gd name="connsiteX5" fmla="*/ 9374690 w 9747673"/>
              <a:gd name="connsiteY5" fmla="*/ 1872340 h 3779610"/>
              <a:gd name="connsiteX6" fmla="*/ 9410976 w 9747673"/>
              <a:gd name="connsiteY6" fmla="*/ 1074057 h 3779610"/>
              <a:gd name="connsiteX7" fmla="*/ 7219321 w 9747673"/>
              <a:gd name="connsiteY7" fmla="*/ 1030513 h 3779610"/>
              <a:gd name="connsiteX8" fmla="*/ 4367262 w 9747673"/>
              <a:gd name="connsiteY8" fmla="*/ 0 h 3779610"/>
              <a:gd name="connsiteX9" fmla="*/ 1776462 w 9747673"/>
              <a:gd name="connsiteY9" fmla="*/ 7257 h 3779610"/>
              <a:gd name="connsiteX10" fmla="*/ 5720 w 9747673"/>
              <a:gd name="connsiteY10" fmla="*/ 1792514 h 3779610"/>
              <a:gd name="connsiteX11" fmla="*/ 8892 w 9747673"/>
              <a:gd name="connsiteY11" fmla="*/ 3027362 h 3779610"/>
              <a:gd name="connsiteX0" fmla="*/ 2191479 w 9638501"/>
              <a:gd name="connsiteY0" fmla="*/ 3779610 h 3779610"/>
              <a:gd name="connsiteX1" fmla="*/ 2189213 w 9638501"/>
              <a:gd name="connsiteY1" fmla="*/ 2590799 h 3779610"/>
              <a:gd name="connsiteX2" fmla="*/ 3060976 w 9638501"/>
              <a:gd name="connsiteY2" fmla="*/ 1357085 h 3779610"/>
              <a:gd name="connsiteX3" fmla="*/ 4018921 w 9638501"/>
              <a:gd name="connsiteY3" fmla="*/ 1349829 h 3779610"/>
              <a:gd name="connsiteX4" fmla="*/ 6217833 w 9638501"/>
              <a:gd name="connsiteY4" fmla="*/ 1857828 h 3779610"/>
              <a:gd name="connsiteX5" fmla="*/ 9374690 w 9638501"/>
              <a:gd name="connsiteY5" fmla="*/ 1872340 h 3779610"/>
              <a:gd name="connsiteX6" fmla="*/ 9410976 w 9638501"/>
              <a:gd name="connsiteY6" fmla="*/ 1074057 h 3779610"/>
              <a:gd name="connsiteX7" fmla="*/ 7219321 w 9638501"/>
              <a:gd name="connsiteY7" fmla="*/ 1030513 h 3779610"/>
              <a:gd name="connsiteX8" fmla="*/ 4367262 w 9638501"/>
              <a:gd name="connsiteY8" fmla="*/ 0 h 3779610"/>
              <a:gd name="connsiteX9" fmla="*/ 1776462 w 9638501"/>
              <a:gd name="connsiteY9" fmla="*/ 7257 h 3779610"/>
              <a:gd name="connsiteX10" fmla="*/ 5720 w 9638501"/>
              <a:gd name="connsiteY10" fmla="*/ 1792514 h 3779610"/>
              <a:gd name="connsiteX11" fmla="*/ 8892 w 9638501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12899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38990"/>
              <a:gd name="connsiteY0" fmla="*/ 3779610 h 3779610"/>
              <a:gd name="connsiteX1" fmla="*/ 2189213 w 9738990"/>
              <a:gd name="connsiteY1" fmla="*/ 2590799 h 3779610"/>
              <a:gd name="connsiteX2" fmla="*/ 3060976 w 9738990"/>
              <a:gd name="connsiteY2" fmla="*/ 1357085 h 3779610"/>
              <a:gd name="connsiteX3" fmla="*/ 4018921 w 9738990"/>
              <a:gd name="connsiteY3" fmla="*/ 1349829 h 3779610"/>
              <a:gd name="connsiteX4" fmla="*/ 6217833 w 9738990"/>
              <a:gd name="connsiteY4" fmla="*/ 1857828 h 3779610"/>
              <a:gd name="connsiteX5" fmla="*/ 9374690 w 9738990"/>
              <a:gd name="connsiteY5" fmla="*/ 1872340 h 3779610"/>
              <a:gd name="connsiteX6" fmla="*/ 9408041 w 9738990"/>
              <a:gd name="connsiteY6" fmla="*/ 1059379 h 3779610"/>
              <a:gd name="connsiteX7" fmla="*/ 7219321 w 9738990"/>
              <a:gd name="connsiteY7" fmla="*/ 1012899 h 3779610"/>
              <a:gd name="connsiteX8" fmla="*/ 4367262 w 9738990"/>
              <a:gd name="connsiteY8" fmla="*/ 0 h 3779610"/>
              <a:gd name="connsiteX9" fmla="*/ 1776462 w 9738990"/>
              <a:gd name="connsiteY9" fmla="*/ 7257 h 3779610"/>
              <a:gd name="connsiteX10" fmla="*/ 5720 w 9738990"/>
              <a:gd name="connsiteY10" fmla="*/ 1792514 h 3779610"/>
              <a:gd name="connsiteX11" fmla="*/ 8892 w 9738990"/>
              <a:gd name="connsiteY11" fmla="*/ 3027362 h 3779610"/>
              <a:gd name="connsiteX0" fmla="*/ 2191479 w 9737730"/>
              <a:gd name="connsiteY0" fmla="*/ 3779610 h 3779610"/>
              <a:gd name="connsiteX1" fmla="*/ 2189213 w 9737730"/>
              <a:gd name="connsiteY1" fmla="*/ 2590799 h 3779610"/>
              <a:gd name="connsiteX2" fmla="*/ 3060976 w 9737730"/>
              <a:gd name="connsiteY2" fmla="*/ 1357085 h 3779610"/>
              <a:gd name="connsiteX3" fmla="*/ 4018921 w 9737730"/>
              <a:gd name="connsiteY3" fmla="*/ 1349829 h 3779610"/>
              <a:gd name="connsiteX4" fmla="*/ 6217833 w 9737730"/>
              <a:gd name="connsiteY4" fmla="*/ 1857828 h 3779610"/>
              <a:gd name="connsiteX5" fmla="*/ 9374690 w 9737730"/>
              <a:gd name="connsiteY5" fmla="*/ 1872340 h 3779610"/>
              <a:gd name="connsiteX6" fmla="*/ 9405106 w 9737730"/>
              <a:gd name="connsiteY6" fmla="*/ 1050572 h 3779610"/>
              <a:gd name="connsiteX7" fmla="*/ 7219321 w 9737730"/>
              <a:gd name="connsiteY7" fmla="*/ 1012899 h 3779610"/>
              <a:gd name="connsiteX8" fmla="*/ 4367262 w 9737730"/>
              <a:gd name="connsiteY8" fmla="*/ 0 h 3779610"/>
              <a:gd name="connsiteX9" fmla="*/ 1776462 w 9737730"/>
              <a:gd name="connsiteY9" fmla="*/ 7257 h 3779610"/>
              <a:gd name="connsiteX10" fmla="*/ 5720 w 9737730"/>
              <a:gd name="connsiteY10" fmla="*/ 1792514 h 3779610"/>
              <a:gd name="connsiteX11" fmla="*/ 8892 w 9737730"/>
              <a:gd name="connsiteY11" fmla="*/ 3027362 h 3779610"/>
              <a:gd name="connsiteX0" fmla="*/ 2191479 w 9737730"/>
              <a:gd name="connsiteY0" fmla="*/ 3779610 h 3779610"/>
              <a:gd name="connsiteX1" fmla="*/ 2189213 w 9737730"/>
              <a:gd name="connsiteY1" fmla="*/ 2590799 h 3779610"/>
              <a:gd name="connsiteX2" fmla="*/ 3060976 w 9737730"/>
              <a:gd name="connsiteY2" fmla="*/ 1357085 h 3779610"/>
              <a:gd name="connsiteX3" fmla="*/ 4018921 w 9737730"/>
              <a:gd name="connsiteY3" fmla="*/ 1349829 h 3779610"/>
              <a:gd name="connsiteX4" fmla="*/ 6217833 w 9737730"/>
              <a:gd name="connsiteY4" fmla="*/ 1857828 h 3779610"/>
              <a:gd name="connsiteX5" fmla="*/ 9374690 w 9737730"/>
              <a:gd name="connsiteY5" fmla="*/ 1872340 h 3779610"/>
              <a:gd name="connsiteX6" fmla="*/ 9405106 w 9737730"/>
              <a:gd name="connsiteY6" fmla="*/ 1050572 h 3779610"/>
              <a:gd name="connsiteX7" fmla="*/ 7219321 w 9737730"/>
              <a:gd name="connsiteY7" fmla="*/ 1012899 h 3779610"/>
              <a:gd name="connsiteX8" fmla="*/ 4367262 w 9737730"/>
              <a:gd name="connsiteY8" fmla="*/ 0 h 3779610"/>
              <a:gd name="connsiteX9" fmla="*/ 1776462 w 9737730"/>
              <a:gd name="connsiteY9" fmla="*/ 7257 h 3779610"/>
              <a:gd name="connsiteX10" fmla="*/ 5720 w 9737730"/>
              <a:gd name="connsiteY10" fmla="*/ 1792514 h 3779610"/>
              <a:gd name="connsiteX11" fmla="*/ 8892 w 9737730"/>
              <a:gd name="connsiteY11" fmla="*/ 3027362 h 3779610"/>
              <a:gd name="connsiteX0" fmla="*/ 2191479 w 9753780"/>
              <a:gd name="connsiteY0" fmla="*/ 3779610 h 3779610"/>
              <a:gd name="connsiteX1" fmla="*/ 2189213 w 9753780"/>
              <a:gd name="connsiteY1" fmla="*/ 2590799 h 3779610"/>
              <a:gd name="connsiteX2" fmla="*/ 3060976 w 9753780"/>
              <a:gd name="connsiteY2" fmla="*/ 1357085 h 3779610"/>
              <a:gd name="connsiteX3" fmla="*/ 4018921 w 9753780"/>
              <a:gd name="connsiteY3" fmla="*/ 1349829 h 3779610"/>
              <a:gd name="connsiteX4" fmla="*/ 6217833 w 9753780"/>
              <a:gd name="connsiteY4" fmla="*/ 1857828 h 3779610"/>
              <a:gd name="connsiteX5" fmla="*/ 9374690 w 9753780"/>
              <a:gd name="connsiteY5" fmla="*/ 1872340 h 3779610"/>
              <a:gd name="connsiteX6" fmla="*/ 9405106 w 9753780"/>
              <a:gd name="connsiteY6" fmla="*/ 1050572 h 3779610"/>
              <a:gd name="connsiteX7" fmla="*/ 7219321 w 9753780"/>
              <a:gd name="connsiteY7" fmla="*/ 1012899 h 3779610"/>
              <a:gd name="connsiteX8" fmla="*/ 4367262 w 9753780"/>
              <a:gd name="connsiteY8" fmla="*/ 0 h 3779610"/>
              <a:gd name="connsiteX9" fmla="*/ 1776462 w 9753780"/>
              <a:gd name="connsiteY9" fmla="*/ 7257 h 3779610"/>
              <a:gd name="connsiteX10" fmla="*/ 5720 w 9753780"/>
              <a:gd name="connsiteY10" fmla="*/ 1792514 h 3779610"/>
              <a:gd name="connsiteX11" fmla="*/ 8892 w 9753780"/>
              <a:gd name="connsiteY11" fmla="*/ 3027362 h 3779610"/>
              <a:gd name="connsiteX0" fmla="*/ 2191479 w 9723760"/>
              <a:gd name="connsiteY0" fmla="*/ 3779610 h 3779610"/>
              <a:gd name="connsiteX1" fmla="*/ 2189213 w 9723760"/>
              <a:gd name="connsiteY1" fmla="*/ 2590799 h 3779610"/>
              <a:gd name="connsiteX2" fmla="*/ 3060976 w 9723760"/>
              <a:gd name="connsiteY2" fmla="*/ 1357085 h 3779610"/>
              <a:gd name="connsiteX3" fmla="*/ 4018921 w 9723760"/>
              <a:gd name="connsiteY3" fmla="*/ 1349829 h 3779610"/>
              <a:gd name="connsiteX4" fmla="*/ 6217833 w 9723760"/>
              <a:gd name="connsiteY4" fmla="*/ 1857828 h 3779610"/>
              <a:gd name="connsiteX5" fmla="*/ 9374690 w 9723760"/>
              <a:gd name="connsiteY5" fmla="*/ 1872340 h 3779610"/>
              <a:gd name="connsiteX6" fmla="*/ 9405106 w 9723760"/>
              <a:gd name="connsiteY6" fmla="*/ 1050572 h 3779610"/>
              <a:gd name="connsiteX7" fmla="*/ 7219321 w 9723760"/>
              <a:gd name="connsiteY7" fmla="*/ 1012899 h 3779610"/>
              <a:gd name="connsiteX8" fmla="*/ 4367262 w 9723760"/>
              <a:gd name="connsiteY8" fmla="*/ 0 h 3779610"/>
              <a:gd name="connsiteX9" fmla="*/ 1776462 w 9723760"/>
              <a:gd name="connsiteY9" fmla="*/ 7257 h 3779610"/>
              <a:gd name="connsiteX10" fmla="*/ 5720 w 9723760"/>
              <a:gd name="connsiteY10" fmla="*/ 1792514 h 3779610"/>
              <a:gd name="connsiteX11" fmla="*/ 8892 w 9723760"/>
              <a:gd name="connsiteY11" fmla="*/ 3027362 h 3779610"/>
              <a:gd name="connsiteX0" fmla="*/ 2191479 w 9703577"/>
              <a:gd name="connsiteY0" fmla="*/ 3779610 h 3779610"/>
              <a:gd name="connsiteX1" fmla="*/ 2189213 w 9703577"/>
              <a:gd name="connsiteY1" fmla="*/ 2590799 h 3779610"/>
              <a:gd name="connsiteX2" fmla="*/ 3060976 w 9703577"/>
              <a:gd name="connsiteY2" fmla="*/ 1357085 h 3779610"/>
              <a:gd name="connsiteX3" fmla="*/ 4018921 w 9703577"/>
              <a:gd name="connsiteY3" fmla="*/ 1349829 h 3779610"/>
              <a:gd name="connsiteX4" fmla="*/ 6217833 w 9703577"/>
              <a:gd name="connsiteY4" fmla="*/ 1857828 h 3779610"/>
              <a:gd name="connsiteX5" fmla="*/ 9374690 w 9703577"/>
              <a:gd name="connsiteY5" fmla="*/ 1872340 h 3779610"/>
              <a:gd name="connsiteX6" fmla="*/ 9405106 w 9703577"/>
              <a:gd name="connsiteY6" fmla="*/ 1050572 h 3779610"/>
              <a:gd name="connsiteX7" fmla="*/ 7219321 w 9703577"/>
              <a:gd name="connsiteY7" fmla="*/ 1012899 h 3779610"/>
              <a:gd name="connsiteX8" fmla="*/ 4367262 w 9703577"/>
              <a:gd name="connsiteY8" fmla="*/ 0 h 3779610"/>
              <a:gd name="connsiteX9" fmla="*/ 1776462 w 9703577"/>
              <a:gd name="connsiteY9" fmla="*/ 7257 h 3779610"/>
              <a:gd name="connsiteX10" fmla="*/ 5720 w 9703577"/>
              <a:gd name="connsiteY10" fmla="*/ 1792514 h 3779610"/>
              <a:gd name="connsiteX11" fmla="*/ 8892 w 9703577"/>
              <a:gd name="connsiteY11" fmla="*/ 3027362 h 3779610"/>
              <a:gd name="connsiteX0" fmla="*/ 2191479 w 9706546"/>
              <a:gd name="connsiteY0" fmla="*/ 3779610 h 3779610"/>
              <a:gd name="connsiteX1" fmla="*/ 2189213 w 9706546"/>
              <a:gd name="connsiteY1" fmla="*/ 2590799 h 3779610"/>
              <a:gd name="connsiteX2" fmla="*/ 3060976 w 9706546"/>
              <a:gd name="connsiteY2" fmla="*/ 1357085 h 3779610"/>
              <a:gd name="connsiteX3" fmla="*/ 4018921 w 9706546"/>
              <a:gd name="connsiteY3" fmla="*/ 1349829 h 3779610"/>
              <a:gd name="connsiteX4" fmla="*/ 6217833 w 9706546"/>
              <a:gd name="connsiteY4" fmla="*/ 1857828 h 3779610"/>
              <a:gd name="connsiteX5" fmla="*/ 9380562 w 9706546"/>
              <a:gd name="connsiteY5" fmla="*/ 1975087 h 3779610"/>
              <a:gd name="connsiteX6" fmla="*/ 9405106 w 9706546"/>
              <a:gd name="connsiteY6" fmla="*/ 1050572 h 3779610"/>
              <a:gd name="connsiteX7" fmla="*/ 7219321 w 9706546"/>
              <a:gd name="connsiteY7" fmla="*/ 1012899 h 3779610"/>
              <a:gd name="connsiteX8" fmla="*/ 4367262 w 9706546"/>
              <a:gd name="connsiteY8" fmla="*/ 0 h 3779610"/>
              <a:gd name="connsiteX9" fmla="*/ 1776462 w 9706546"/>
              <a:gd name="connsiteY9" fmla="*/ 7257 h 3779610"/>
              <a:gd name="connsiteX10" fmla="*/ 5720 w 9706546"/>
              <a:gd name="connsiteY10" fmla="*/ 1792514 h 3779610"/>
              <a:gd name="connsiteX11" fmla="*/ 8892 w 9706546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7833 w 9758210"/>
              <a:gd name="connsiteY4" fmla="*/ 1857828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7833 w 9758210"/>
              <a:gd name="connsiteY4" fmla="*/ 1857828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0670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31219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33988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31219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99735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53797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80218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65540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285419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77590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65848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56956 w 9749318"/>
              <a:gd name="connsiteY0" fmla="*/ 3771782 h 3771782"/>
              <a:gd name="connsiteX1" fmla="*/ 2256648 w 9749318"/>
              <a:gd name="connsiteY1" fmla="*/ 2590799 h 3771782"/>
              <a:gd name="connsiteX2" fmla="*/ 3113732 w 9749318"/>
              <a:gd name="connsiteY2" fmla="*/ 1404055 h 3771782"/>
              <a:gd name="connsiteX3" fmla="*/ 4010029 w 9749318"/>
              <a:gd name="connsiteY3" fmla="*/ 1408542 h 3771782"/>
              <a:gd name="connsiteX4" fmla="*/ 6206005 w 9749318"/>
              <a:gd name="connsiteY4" fmla="*/ 1913605 h 3771782"/>
              <a:gd name="connsiteX5" fmla="*/ 9371670 w 9749318"/>
              <a:gd name="connsiteY5" fmla="*/ 1936924 h 3771782"/>
              <a:gd name="connsiteX6" fmla="*/ 9396214 w 9749318"/>
              <a:gd name="connsiteY6" fmla="*/ 1050572 h 3771782"/>
              <a:gd name="connsiteX7" fmla="*/ 7210429 w 9749318"/>
              <a:gd name="connsiteY7" fmla="*/ 1012899 h 3771782"/>
              <a:gd name="connsiteX8" fmla="*/ 4358370 w 9749318"/>
              <a:gd name="connsiteY8" fmla="*/ 0 h 3771782"/>
              <a:gd name="connsiteX9" fmla="*/ 1767570 w 9749318"/>
              <a:gd name="connsiteY9" fmla="*/ 7257 h 3771782"/>
              <a:gd name="connsiteX10" fmla="*/ 39884 w 9749318"/>
              <a:gd name="connsiteY10" fmla="*/ 1796428 h 3771782"/>
              <a:gd name="connsiteX11" fmla="*/ 0 w 9749318"/>
              <a:gd name="connsiteY11" fmla="*/ 3027362 h 3771782"/>
              <a:gd name="connsiteX0" fmla="*/ 2233471 w 9725833"/>
              <a:gd name="connsiteY0" fmla="*/ 3771782 h 3771782"/>
              <a:gd name="connsiteX1" fmla="*/ 2233163 w 9725833"/>
              <a:gd name="connsiteY1" fmla="*/ 2590799 h 3771782"/>
              <a:gd name="connsiteX2" fmla="*/ 3090247 w 9725833"/>
              <a:gd name="connsiteY2" fmla="*/ 1404055 h 3771782"/>
              <a:gd name="connsiteX3" fmla="*/ 3986544 w 9725833"/>
              <a:gd name="connsiteY3" fmla="*/ 1408542 h 3771782"/>
              <a:gd name="connsiteX4" fmla="*/ 6182520 w 9725833"/>
              <a:gd name="connsiteY4" fmla="*/ 1913605 h 3771782"/>
              <a:gd name="connsiteX5" fmla="*/ 9348185 w 9725833"/>
              <a:gd name="connsiteY5" fmla="*/ 1936924 h 3771782"/>
              <a:gd name="connsiteX6" fmla="*/ 9372729 w 9725833"/>
              <a:gd name="connsiteY6" fmla="*/ 1050572 h 3771782"/>
              <a:gd name="connsiteX7" fmla="*/ 7186944 w 9725833"/>
              <a:gd name="connsiteY7" fmla="*/ 1012899 h 3771782"/>
              <a:gd name="connsiteX8" fmla="*/ 4334885 w 9725833"/>
              <a:gd name="connsiteY8" fmla="*/ 0 h 3771782"/>
              <a:gd name="connsiteX9" fmla="*/ 1744085 w 9725833"/>
              <a:gd name="connsiteY9" fmla="*/ 7257 h 3771782"/>
              <a:gd name="connsiteX10" fmla="*/ 16399 w 9725833"/>
              <a:gd name="connsiteY10" fmla="*/ 1796428 h 3771782"/>
              <a:gd name="connsiteX11" fmla="*/ 0 w 9725833"/>
              <a:gd name="connsiteY11" fmla="*/ 3027362 h 3771782"/>
              <a:gd name="connsiteX0" fmla="*/ 2223722 w 9716084"/>
              <a:gd name="connsiteY0" fmla="*/ 3771782 h 3771782"/>
              <a:gd name="connsiteX1" fmla="*/ 2223414 w 9716084"/>
              <a:gd name="connsiteY1" fmla="*/ 2590799 h 3771782"/>
              <a:gd name="connsiteX2" fmla="*/ 3080498 w 9716084"/>
              <a:gd name="connsiteY2" fmla="*/ 1404055 h 3771782"/>
              <a:gd name="connsiteX3" fmla="*/ 3976795 w 9716084"/>
              <a:gd name="connsiteY3" fmla="*/ 1408542 h 3771782"/>
              <a:gd name="connsiteX4" fmla="*/ 6172771 w 9716084"/>
              <a:gd name="connsiteY4" fmla="*/ 1913605 h 3771782"/>
              <a:gd name="connsiteX5" fmla="*/ 9338436 w 9716084"/>
              <a:gd name="connsiteY5" fmla="*/ 1936924 h 3771782"/>
              <a:gd name="connsiteX6" fmla="*/ 9362980 w 9716084"/>
              <a:gd name="connsiteY6" fmla="*/ 1050572 h 3771782"/>
              <a:gd name="connsiteX7" fmla="*/ 7177195 w 9716084"/>
              <a:gd name="connsiteY7" fmla="*/ 1012899 h 3771782"/>
              <a:gd name="connsiteX8" fmla="*/ 4325136 w 9716084"/>
              <a:gd name="connsiteY8" fmla="*/ 0 h 3771782"/>
              <a:gd name="connsiteX9" fmla="*/ 1734336 w 9716084"/>
              <a:gd name="connsiteY9" fmla="*/ 7257 h 3771782"/>
              <a:gd name="connsiteX10" fmla="*/ 6650 w 9716084"/>
              <a:gd name="connsiteY10" fmla="*/ 1796428 h 3771782"/>
              <a:gd name="connsiteX11" fmla="*/ 5908 w 9716084"/>
              <a:gd name="connsiteY11" fmla="*/ 3019534 h 3771782"/>
              <a:gd name="connsiteX0" fmla="*/ 2223722 w 9716084"/>
              <a:gd name="connsiteY0" fmla="*/ 3764525 h 3764525"/>
              <a:gd name="connsiteX1" fmla="*/ 2223414 w 9716084"/>
              <a:gd name="connsiteY1" fmla="*/ 2583542 h 3764525"/>
              <a:gd name="connsiteX2" fmla="*/ 3080498 w 9716084"/>
              <a:gd name="connsiteY2" fmla="*/ 1396798 h 3764525"/>
              <a:gd name="connsiteX3" fmla="*/ 3976795 w 9716084"/>
              <a:gd name="connsiteY3" fmla="*/ 1401285 h 3764525"/>
              <a:gd name="connsiteX4" fmla="*/ 6172771 w 9716084"/>
              <a:gd name="connsiteY4" fmla="*/ 1906348 h 3764525"/>
              <a:gd name="connsiteX5" fmla="*/ 9338436 w 9716084"/>
              <a:gd name="connsiteY5" fmla="*/ 1929667 h 3764525"/>
              <a:gd name="connsiteX6" fmla="*/ 9362980 w 9716084"/>
              <a:gd name="connsiteY6" fmla="*/ 1043315 h 3764525"/>
              <a:gd name="connsiteX7" fmla="*/ 7177195 w 9716084"/>
              <a:gd name="connsiteY7" fmla="*/ 1005642 h 3764525"/>
              <a:gd name="connsiteX8" fmla="*/ 4325137 w 9716084"/>
              <a:gd name="connsiteY8" fmla="*/ 6834 h 3764525"/>
              <a:gd name="connsiteX9" fmla="*/ 1734336 w 9716084"/>
              <a:gd name="connsiteY9" fmla="*/ 0 h 3764525"/>
              <a:gd name="connsiteX10" fmla="*/ 6650 w 9716084"/>
              <a:gd name="connsiteY10" fmla="*/ 1789171 h 3764525"/>
              <a:gd name="connsiteX11" fmla="*/ 5908 w 9716084"/>
              <a:gd name="connsiteY11" fmla="*/ 3012277 h 3764525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7195 w 9716084"/>
              <a:gd name="connsiteY7" fmla="*/ 998808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07013 w 9716084"/>
              <a:gd name="connsiteY4" fmla="*/ 1894817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899348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885257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927530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752207"/>
              <a:gd name="connsiteY0" fmla="*/ 3757691 h 3757691"/>
              <a:gd name="connsiteX1" fmla="*/ 2223414 w 9752207"/>
              <a:gd name="connsiteY1" fmla="*/ 2576708 h 3757691"/>
              <a:gd name="connsiteX2" fmla="*/ 3080498 w 9752207"/>
              <a:gd name="connsiteY2" fmla="*/ 1389964 h 3757691"/>
              <a:gd name="connsiteX3" fmla="*/ 3976795 w 9752207"/>
              <a:gd name="connsiteY3" fmla="*/ 1399148 h 3757691"/>
              <a:gd name="connsiteX4" fmla="*/ 6107013 w 9752207"/>
              <a:gd name="connsiteY4" fmla="*/ 1894817 h 3757691"/>
              <a:gd name="connsiteX5" fmla="*/ 9291466 w 9752207"/>
              <a:gd name="connsiteY5" fmla="*/ 1927530 h 3757691"/>
              <a:gd name="connsiteX6" fmla="*/ 9362980 w 9752207"/>
              <a:gd name="connsiteY6" fmla="*/ 1036481 h 3757691"/>
              <a:gd name="connsiteX7" fmla="*/ 7172498 w 9752207"/>
              <a:gd name="connsiteY7" fmla="*/ 1003505 h 3757691"/>
              <a:gd name="connsiteX8" fmla="*/ 4325137 w 9752207"/>
              <a:gd name="connsiteY8" fmla="*/ 0 h 3757691"/>
              <a:gd name="connsiteX9" fmla="*/ 1734336 w 9752207"/>
              <a:gd name="connsiteY9" fmla="*/ 2560 h 3757691"/>
              <a:gd name="connsiteX10" fmla="*/ 6650 w 9752207"/>
              <a:gd name="connsiteY10" fmla="*/ 1782337 h 3757691"/>
              <a:gd name="connsiteX11" fmla="*/ 5908 w 9752207"/>
              <a:gd name="connsiteY11" fmla="*/ 3005443 h 3757691"/>
              <a:gd name="connsiteX0" fmla="*/ 2223722 w 9858186"/>
              <a:gd name="connsiteY0" fmla="*/ 3757691 h 3757691"/>
              <a:gd name="connsiteX1" fmla="*/ 2223414 w 9858186"/>
              <a:gd name="connsiteY1" fmla="*/ 2576708 h 3757691"/>
              <a:gd name="connsiteX2" fmla="*/ 3080498 w 9858186"/>
              <a:gd name="connsiteY2" fmla="*/ 1389964 h 3757691"/>
              <a:gd name="connsiteX3" fmla="*/ 3976795 w 9858186"/>
              <a:gd name="connsiteY3" fmla="*/ 1399148 h 3757691"/>
              <a:gd name="connsiteX4" fmla="*/ 6107013 w 9858186"/>
              <a:gd name="connsiteY4" fmla="*/ 1894817 h 3757691"/>
              <a:gd name="connsiteX5" fmla="*/ 9291466 w 9858186"/>
              <a:gd name="connsiteY5" fmla="*/ 1927530 h 3757691"/>
              <a:gd name="connsiteX6" fmla="*/ 9362980 w 9858186"/>
              <a:gd name="connsiteY6" fmla="*/ 1036481 h 3757691"/>
              <a:gd name="connsiteX7" fmla="*/ 7172498 w 9858186"/>
              <a:gd name="connsiteY7" fmla="*/ 1003505 h 3757691"/>
              <a:gd name="connsiteX8" fmla="*/ 4325137 w 9858186"/>
              <a:gd name="connsiteY8" fmla="*/ 0 h 3757691"/>
              <a:gd name="connsiteX9" fmla="*/ 1734336 w 9858186"/>
              <a:gd name="connsiteY9" fmla="*/ 2560 h 3757691"/>
              <a:gd name="connsiteX10" fmla="*/ 6650 w 9858186"/>
              <a:gd name="connsiteY10" fmla="*/ 1782337 h 3757691"/>
              <a:gd name="connsiteX11" fmla="*/ 5908 w 9858186"/>
              <a:gd name="connsiteY11" fmla="*/ 3005443 h 3757691"/>
              <a:gd name="connsiteX0" fmla="*/ 2223722 w 9912630"/>
              <a:gd name="connsiteY0" fmla="*/ 3757691 h 3757691"/>
              <a:gd name="connsiteX1" fmla="*/ 2223414 w 9912630"/>
              <a:gd name="connsiteY1" fmla="*/ 2576708 h 3757691"/>
              <a:gd name="connsiteX2" fmla="*/ 3080498 w 9912630"/>
              <a:gd name="connsiteY2" fmla="*/ 1389964 h 3757691"/>
              <a:gd name="connsiteX3" fmla="*/ 3976795 w 9912630"/>
              <a:gd name="connsiteY3" fmla="*/ 1399148 h 3757691"/>
              <a:gd name="connsiteX4" fmla="*/ 6107013 w 9912630"/>
              <a:gd name="connsiteY4" fmla="*/ 1894817 h 3757691"/>
              <a:gd name="connsiteX5" fmla="*/ 9291466 w 9912630"/>
              <a:gd name="connsiteY5" fmla="*/ 1927530 h 3757691"/>
              <a:gd name="connsiteX6" fmla="*/ 9362980 w 9912630"/>
              <a:gd name="connsiteY6" fmla="*/ 1036481 h 3757691"/>
              <a:gd name="connsiteX7" fmla="*/ 7172498 w 9912630"/>
              <a:gd name="connsiteY7" fmla="*/ 1003505 h 3757691"/>
              <a:gd name="connsiteX8" fmla="*/ 4325137 w 9912630"/>
              <a:gd name="connsiteY8" fmla="*/ 0 h 3757691"/>
              <a:gd name="connsiteX9" fmla="*/ 1734336 w 9912630"/>
              <a:gd name="connsiteY9" fmla="*/ 2560 h 3757691"/>
              <a:gd name="connsiteX10" fmla="*/ 6650 w 9912630"/>
              <a:gd name="connsiteY10" fmla="*/ 1782337 h 3757691"/>
              <a:gd name="connsiteX11" fmla="*/ 5908 w 9912630"/>
              <a:gd name="connsiteY11" fmla="*/ 3005443 h 3757691"/>
              <a:gd name="connsiteX0" fmla="*/ 2223722 w 9799100"/>
              <a:gd name="connsiteY0" fmla="*/ 3757691 h 3757691"/>
              <a:gd name="connsiteX1" fmla="*/ 2223414 w 9799100"/>
              <a:gd name="connsiteY1" fmla="*/ 2576708 h 3757691"/>
              <a:gd name="connsiteX2" fmla="*/ 3080498 w 9799100"/>
              <a:gd name="connsiteY2" fmla="*/ 1389964 h 3757691"/>
              <a:gd name="connsiteX3" fmla="*/ 3976795 w 9799100"/>
              <a:gd name="connsiteY3" fmla="*/ 1399148 h 3757691"/>
              <a:gd name="connsiteX4" fmla="*/ 6107013 w 9799100"/>
              <a:gd name="connsiteY4" fmla="*/ 1894817 h 3757691"/>
              <a:gd name="connsiteX5" fmla="*/ 9042526 w 9799100"/>
              <a:gd name="connsiteY5" fmla="*/ 1932227 h 3757691"/>
              <a:gd name="connsiteX6" fmla="*/ 9362980 w 9799100"/>
              <a:gd name="connsiteY6" fmla="*/ 1036481 h 3757691"/>
              <a:gd name="connsiteX7" fmla="*/ 7172498 w 9799100"/>
              <a:gd name="connsiteY7" fmla="*/ 1003505 h 3757691"/>
              <a:gd name="connsiteX8" fmla="*/ 4325137 w 9799100"/>
              <a:gd name="connsiteY8" fmla="*/ 0 h 3757691"/>
              <a:gd name="connsiteX9" fmla="*/ 1734336 w 9799100"/>
              <a:gd name="connsiteY9" fmla="*/ 2560 h 3757691"/>
              <a:gd name="connsiteX10" fmla="*/ 6650 w 9799100"/>
              <a:gd name="connsiteY10" fmla="*/ 1782337 h 3757691"/>
              <a:gd name="connsiteX11" fmla="*/ 5908 w 9799100"/>
              <a:gd name="connsiteY11" fmla="*/ 3005443 h 3757691"/>
              <a:gd name="connsiteX0" fmla="*/ 2223722 w 9665970"/>
              <a:gd name="connsiteY0" fmla="*/ 3757691 h 3757691"/>
              <a:gd name="connsiteX1" fmla="*/ 2223414 w 9665970"/>
              <a:gd name="connsiteY1" fmla="*/ 2576708 h 3757691"/>
              <a:gd name="connsiteX2" fmla="*/ 3080498 w 9665970"/>
              <a:gd name="connsiteY2" fmla="*/ 1389964 h 3757691"/>
              <a:gd name="connsiteX3" fmla="*/ 3976795 w 9665970"/>
              <a:gd name="connsiteY3" fmla="*/ 1399148 h 3757691"/>
              <a:gd name="connsiteX4" fmla="*/ 6107013 w 9665970"/>
              <a:gd name="connsiteY4" fmla="*/ 1894817 h 3757691"/>
              <a:gd name="connsiteX5" fmla="*/ 9042526 w 9665970"/>
              <a:gd name="connsiteY5" fmla="*/ 1932227 h 3757691"/>
              <a:gd name="connsiteX6" fmla="*/ 9118737 w 9665970"/>
              <a:gd name="connsiteY6" fmla="*/ 1031784 h 3757691"/>
              <a:gd name="connsiteX7" fmla="*/ 7172498 w 9665970"/>
              <a:gd name="connsiteY7" fmla="*/ 1003505 h 3757691"/>
              <a:gd name="connsiteX8" fmla="*/ 4325137 w 9665970"/>
              <a:gd name="connsiteY8" fmla="*/ 0 h 3757691"/>
              <a:gd name="connsiteX9" fmla="*/ 1734336 w 9665970"/>
              <a:gd name="connsiteY9" fmla="*/ 2560 h 3757691"/>
              <a:gd name="connsiteX10" fmla="*/ 6650 w 9665970"/>
              <a:gd name="connsiteY10" fmla="*/ 1782337 h 3757691"/>
              <a:gd name="connsiteX11" fmla="*/ 5908 w 9665970"/>
              <a:gd name="connsiteY11" fmla="*/ 3005443 h 3757691"/>
              <a:gd name="connsiteX0" fmla="*/ 2223722 w 9641471"/>
              <a:gd name="connsiteY0" fmla="*/ 3757691 h 3757691"/>
              <a:gd name="connsiteX1" fmla="*/ 2223414 w 9641471"/>
              <a:gd name="connsiteY1" fmla="*/ 2576708 h 3757691"/>
              <a:gd name="connsiteX2" fmla="*/ 3080498 w 9641471"/>
              <a:gd name="connsiteY2" fmla="*/ 1389964 h 3757691"/>
              <a:gd name="connsiteX3" fmla="*/ 3976795 w 9641471"/>
              <a:gd name="connsiteY3" fmla="*/ 1399148 h 3757691"/>
              <a:gd name="connsiteX4" fmla="*/ 6107013 w 9641471"/>
              <a:gd name="connsiteY4" fmla="*/ 1894817 h 3757691"/>
              <a:gd name="connsiteX5" fmla="*/ 9042526 w 9641471"/>
              <a:gd name="connsiteY5" fmla="*/ 1932227 h 3757691"/>
              <a:gd name="connsiteX6" fmla="*/ 9067070 w 9641471"/>
              <a:gd name="connsiteY6" fmla="*/ 1031784 h 3757691"/>
              <a:gd name="connsiteX7" fmla="*/ 7172498 w 9641471"/>
              <a:gd name="connsiteY7" fmla="*/ 1003505 h 3757691"/>
              <a:gd name="connsiteX8" fmla="*/ 4325137 w 9641471"/>
              <a:gd name="connsiteY8" fmla="*/ 0 h 3757691"/>
              <a:gd name="connsiteX9" fmla="*/ 1734336 w 9641471"/>
              <a:gd name="connsiteY9" fmla="*/ 2560 h 3757691"/>
              <a:gd name="connsiteX10" fmla="*/ 6650 w 9641471"/>
              <a:gd name="connsiteY10" fmla="*/ 1782337 h 3757691"/>
              <a:gd name="connsiteX11" fmla="*/ 5908 w 9641471"/>
              <a:gd name="connsiteY11" fmla="*/ 3005443 h 3757691"/>
              <a:gd name="connsiteX0" fmla="*/ 2223722 w 9645832"/>
              <a:gd name="connsiteY0" fmla="*/ 3757691 h 3757691"/>
              <a:gd name="connsiteX1" fmla="*/ 2223414 w 9645832"/>
              <a:gd name="connsiteY1" fmla="*/ 2576708 h 3757691"/>
              <a:gd name="connsiteX2" fmla="*/ 3080498 w 9645832"/>
              <a:gd name="connsiteY2" fmla="*/ 1389964 h 3757691"/>
              <a:gd name="connsiteX3" fmla="*/ 3976795 w 9645832"/>
              <a:gd name="connsiteY3" fmla="*/ 1399148 h 3757691"/>
              <a:gd name="connsiteX4" fmla="*/ 6107013 w 9645832"/>
              <a:gd name="connsiteY4" fmla="*/ 1894817 h 3757691"/>
              <a:gd name="connsiteX5" fmla="*/ 9042526 w 9645832"/>
              <a:gd name="connsiteY5" fmla="*/ 1932227 h 3757691"/>
              <a:gd name="connsiteX6" fmla="*/ 9076464 w 9645832"/>
              <a:gd name="connsiteY6" fmla="*/ 1041178 h 3757691"/>
              <a:gd name="connsiteX7" fmla="*/ 7172498 w 9645832"/>
              <a:gd name="connsiteY7" fmla="*/ 1003505 h 3757691"/>
              <a:gd name="connsiteX8" fmla="*/ 4325137 w 9645832"/>
              <a:gd name="connsiteY8" fmla="*/ 0 h 3757691"/>
              <a:gd name="connsiteX9" fmla="*/ 1734336 w 9645832"/>
              <a:gd name="connsiteY9" fmla="*/ 2560 h 3757691"/>
              <a:gd name="connsiteX10" fmla="*/ 6650 w 9645832"/>
              <a:gd name="connsiteY10" fmla="*/ 1782337 h 3757691"/>
              <a:gd name="connsiteX11" fmla="*/ 5908 w 9645832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07013 w 9643330"/>
              <a:gd name="connsiteY4" fmla="*/ 1894817 h 3757691"/>
              <a:gd name="connsiteX5" fmla="*/ 9037829 w 9643330"/>
              <a:gd name="connsiteY5" fmla="*/ 1899348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07013 w 9643330"/>
              <a:gd name="connsiteY4" fmla="*/ 1894817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894817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908908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908908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65464"/>
              <a:gd name="connsiteY0" fmla="*/ 3757691 h 3757691"/>
              <a:gd name="connsiteX1" fmla="*/ 2223414 w 9665464"/>
              <a:gd name="connsiteY1" fmla="*/ 2576708 h 3757691"/>
              <a:gd name="connsiteX2" fmla="*/ 3080498 w 9665464"/>
              <a:gd name="connsiteY2" fmla="*/ 1389964 h 3757691"/>
              <a:gd name="connsiteX3" fmla="*/ 3976795 w 9665464"/>
              <a:gd name="connsiteY3" fmla="*/ 1399148 h 3757691"/>
              <a:gd name="connsiteX4" fmla="*/ 6083528 w 9665464"/>
              <a:gd name="connsiteY4" fmla="*/ 1908908 h 3757691"/>
              <a:gd name="connsiteX5" fmla="*/ 9037829 w 9665464"/>
              <a:gd name="connsiteY5" fmla="*/ 1908742 h 3757691"/>
              <a:gd name="connsiteX6" fmla="*/ 9076464 w 9665464"/>
              <a:gd name="connsiteY6" fmla="*/ 1041178 h 3757691"/>
              <a:gd name="connsiteX7" fmla="*/ 7172498 w 9665464"/>
              <a:gd name="connsiteY7" fmla="*/ 1003505 h 3757691"/>
              <a:gd name="connsiteX8" fmla="*/ 4325137 w 9665464"/>
              <a:gd name="connsiteY8" fmla="*/ 0 h 3757691"/>
              <a:gd name="connsiteX9" fmla="*/ 1734336 w 9665464"/>
              <a:gd name="connsiteY9" fmla="*/ 2560 h 3757691"/>
              <a:gd name="connsiteX10" fmla="*/ 6650 w 9665464"/>
              <a:gd name="connsiteY10" fmla="*/ 1782337 h 3757691"/>
              <a:gd name="connsiteX11" fmla="*/ 5908 w 9665464"/>
              <a:gd name="connsiteY11" fmla="*/ 3005443 h 3757691"/>
              <a:gd name="connsiteX0" fmla="*/ 2223722 w 9704826"/>
              <a:gd name="connsiteY0" fmla="*/ 3757691 h 3757691"/>
              <a:gd name="connsiteX1" fmla="*/ 2223414 w 9704826"/>
              <a:gd name="connsiteY1" fmla="*/ 2576708 h 3757691"/>
              <a:gd name="connsiteX2" fmla="*/ 3080498 w 9704826"/>
              <a:gd name="connsiteY2" fmla="*/ 1389964 h 3757691"/>
              <a:gd name="connsiteX3" fmla="*/ 3976795 w 9704826"/>
              <a:gd name="connsiteY3" fmla="*/ 1399148 h 3757691"/>
              <a:gd name="connsiteX4" fmla="*/ 6083528 w 9704826"/>
              <a:gd name="connsiteY4" fmla="*/ 1908908 h 3757691"/>
              <a:gd name="connsiteX5" fmla="*/ 9108284 w 9704826"/>
              <a:gd name="connsiteY5" fmla="*/ 1899348 h 3757691"/>
              <a:gd name="connsiteX6" fmla="*/ 9076464 w 9704826"/>
              <a:gd name="connsiteY6" fmla="*/ 1041178 h 3757691"/>
              <a:gd name="connsiteX7" fmla="*/ 7172498 w 9704826"/>
              <a:gd name="connsiteY7" fmla="*/ 1003505 h 3757691"/>
              <a:gd name="connsiteX8" fmla="*/ 4325137 w 9704826"/>
              <a:gd name="connsiteY8" fmla="*/ 0 h 3757691"/>
              <a:gd name="connsiteX9" fmla="*/ 1734336 w 9704826"/>
              <a:gd name="connsiteY9" fmla="*/ 2560 h 3757691"/>
              <a:gd name="connsiteX10" fmla="*/ 6650 w 9704826"/>
              <a:gd name="connsiteY10" fmla="*/ 1782337 h 3757691"/>
              <a:gd name="connsiteX11" fmla="*/ 5908 w 9704826"/>
              <a:gd name="connsiteY11" fmla="*/ 3005443 h 3757691"/>
              <a:gd name="connsiteX0" fmla="*/ 2223722 w 9651784"/>
              <a:gd name="connsiteY0" fmla="*/ 3757691 h 3757691"/>
              <a:gd name="connsiteX1" fmla="*/ 2223414 w 9651784"/>
              <a:gd name="connsiteY1" fmla="*/ 2576708 h 3757691"/>
              <a:gd name="connsiteX2" fmla="*/ 3080498 w 9651784"/>
              <a:gd name="connsiteY2" fmla="*/ 1389964 h 3757691"/>
              <a:gd name="connsiteX3" fmla="*/ 3976795 w 9651784"/>
              <a:gd name="connsiteY3" fmla="*/ 1399148 h 3757691"/>
              <a:gd name="connsiteX4" fmla="*/ 6083528 w 9651784"/>
              <a:gd name="connsiteY4" fmla="*/ 1908908 h 3757691"/>
              <a:gd name="connsiteX5" fmla="*/ 9108284 w 9651784"/>
              <a:gd name="connsiteY5" fmla="*/ 1899348 h 3757691"/>
              <a:gd name="connsiteX6" fmla="*/ 9076464 w 9651784"/>
              <a:gd name="connsiteY6" fmla="*/ 1041178 h 3757691"/>
              <a:gd name="connsiteX7" fmla="*/ 7172498 w 9651784"/>
              <a:gd name="connsiteY7" fmla="*/ 1003505 h 3757691"/>
              <a:gd name="connsiteX8" fmla="*/ 4325137 w 9651784"/>
              <a:gd name="connsiteY8" fmla="*/ 0 h 3757691"/>
              <a:gd name="connsiteX9" fmla="*/ 1734336 w 9651784"/>
              <a:gd name="connsiteY9" fmla="*/ 2560 h 3757691"/>
              <a:gd name="connsiteX10" fmla="*/ 6650 w 9651784"/>
              <a:gd name="connsiteY10" fmla="*/ 1782337 h 3757691"/>
              <a:gd name="connsiteX11" fmla="*/ 5908 w 9651784"/>
              <a:gd name="connsiteY11" fmla="*/ 3005443 h 3757691"/>
              <a:gd name="connsiteX0" fmla="*/ 2223722 w 9633196"/>
              <a:gd name="connsiteY0" fmla="*/ 3757691 h 3757691"/>
              <a:gd name="connsiteX1" fmla="*/ 2223414 w 9633196"/>
              <a:gd name="connsiteY1" fmla="*/ 2576708 h 3757691"/>
              <a:gd name="connsiteX2" fmla="*/ 3080498 w 9633196"/>
              <a:gd name="connsiteY2" fmla="*/ 1389964 h 3757691"/>
              <a:gd name="connsiteX3" fmla="*/ 3976795 w 9633196"/>
              <a:gd name="connsiteY3" fmla="*/ 1399148 h 3757691"/>
              <a:gd name="connsiteX4" fmla="*/ 6083528 w 9633196"/>
              <a:gd name="connsiteY4" fmla="*/ 1908908 h 3757691"/>
              <a:gd name="connsiteX5" fmla="*/ 9108284 w 9633196"/>
              <a:gd name="connsiteY5" fmla="*/ 1899348 h 3757691"/>
              <a:gd name="connsiteX6" fmla="*/ 9076464 w 9633196"/>
              <a:gd name="connsiteY6" fmla="*/ 1041178 h 3757691"/>
              <a:gd name="connsiteX7" fmla="*/ 7172498 w 9633196"/>
              <a:gd name="connsiteY7" fmla="*/ 1003505 h 3757691"/>
              <a:gd name="connsiteX8" fmla="*/ 4325137 w 9633196"/>
              <a:gd name="connsiteY8" fmla="*/ 0 h 3757691"/>
              <a:gd name="connsiteX9" fmla="*/ 1734336 w 9633196"/>
              <a:gd name="connsiteY9" fmla="*/ 2560 h 3757691"/>
              <a:gd name="connsiteX10" fmla="*/ 6650 w 9633196"/>
              <a:gd name="connsiteY10" fmla="*/ 1782337 h 3757691"/>
              <a:gd name="connsiteX11" fmla="*/ 5908 w 9633196"/>
              <a:gd name="connsiteY11" fmla="*/ 3005443 h 3757691"/>
              <a:gd name="connsiteX0" fmla="*/ 2223722 w 9650014"/>
              <a:gd name="connsiteY0" fmla="*/ 3757691 h 3757691"/>
              <a:gd name="connsiteX1" fmla="*/ 2223414 w 9650014"/>
              <a:gd name="connsiteY1" fmla="*/ 2576708 h 3757691"/>
              <a:gd name="connsiteX2" fmla="*/ 3080498 w 9650014"/>
              <a:gd name="connsiteY2" fmla="*/ 1389964 h 3757691"/>
              <a:gd name="connsiteX3" fmla="*/ 3976795 w 9650014"/>
              <a:gd name="connsiteY3" fmla="*/ 1399148 h 3757691"/>
              <a:gd name="connsiteX4" fmla="*/ 6083528 w 9650014"/>
              <a:gd name="connsiteY4" fmla="*/ 1908908 h 3757691"/>
              <a:gd name="connsiteX5" fmla="*/ 9108284 w 9650014"/>
              <a:gd name="connsiteY5" fmla="*/ 1899348 h 3757691"/>
              <a:gd name="connsiteX6" fmla="*/ 9076464 w 9650014"/>
              <a:gd name="connsiteY6" fmla="*/ 1041178 h 3757691"/>
              <a:gd name="connsiteX7" fmla="*/ 7172498 w 9650014"/>
              <a:gd name="connsiteY7" fmla="*/ 1003505 h 3757691"/>
              <a:gd name="connsiteX8" fmla="*/ 4325137 w 9650014"/>
              <a:gd name="connsiteY8" fmla="*/ 0 h 3757691"/>
              <a:gd name="connsiteX9" fmla="*/ 1734336 w 9650014"/>
              <a:gd name="connsiteY9" fmla="*/ 2560 h 3757691"/>
              <a:gd name="connsiteX10" fmla="*/ 6650 w 9650014"/>
              <a:gd name="connsiteY10" fmla="*/ 1782337 h 3757691"/>
              <a:gd name="connsiteX11" fmla="*/ 5908 w 9650014"/>
              <a:gd name="connsiteY11" fmla="*/ 3005443 h 3757691"/>
              <a:gd name="connsiteX0" fmla="*/ 2223722 w 9672700"/>
              <a:gd name="connsiteY0" fmla="*/ 3757691 h 3757691"/>
              <a:gd name="connsiteX1" fmla="*/ 2223414 w 9672700"/>
              <a:gd name="connsiteY1" fmla="*/ 2576708 h 3757691"/>
              <a:gd name="connsiteX2" fmla="*/ 3080498 w 9672700"/>
              <a:gd name="connsiteY2" fmla="*/ 1389964 h 3757691"/>
              <a:gd name="connsiteX3" fmla="*/ 3976795 w 9672700"/>
              <a:gd name="connsiteY3" fmla="*/ 1399148 h 3757691"/>
              <a:gd name="connsiteX4" fmla="*/ 6083528 w 9672700"/>
              <a:gd name="connsiteY4" fmla="*/ 1908908 h 3757691"/>
              <a:gd name="connsiteX5" fmla="*/ 9150557 w 9672700"/>
              <a:gd name="connsiteY5" fmla="*/ 1899348 h 3757691"/>
              <a:gd name="connsiteX6" fmla="*/ 9076464 w 9672700"/>
              <a:gd name="connsiteY6" fmla="*/ 1041178 h 3757691"/>
              <a:gd name="connsiteX7" fmla="*/ 7172498 w 9672700"/>
              <a:gd name="connsiteY7" fmla="*/ 1003505 h 3757691"/>
              <a:gd name="connsiteX8" fmla="*/ 4325137 w 9672700"/>
              <a:gd name="connsiteY8" fmla="*/ 0 h 3757691"/>
              <a:gd name="connsiteX9" fmla="*/ 1734336 w 9672700"/>
              <a:gd name="connsiteY9" fmla="*/ 2560 h 3757691"/>
              <a:gd name="connsiteX10" fmla="*/ 6650 w 9672700"/>
              <a:gd name="connsiteY10" fmla="*/ 1782337 h 3757691"/>
              <a:gd name="connsiteX11" fmla="*/ 5908 w 9672700"/>
              <a:gd name="connsiteY11" fmla="*/ 3005443 h 3757691"/>
              <a:gd name="connsiteX0" fmla="*/ 2223722 w 9650476"/>
              <a:gd name="connsiteY0" fmla="*/ 3757691 h 3757691"/>
              <a:gd name="connsiteX1" fmla="*/ 2223414 w 9650476"/>
              <a:gd name="connsiteY1" fmla="*/ 2576708 h 3757691"/>
              <a:gd name="connsiteX2" fmla="*/ 3080498 w 9650476"/>
              <a:gd name="connsiteY2" fmla="*/ 1389964 h 3757691"/>
              <a:gd name="connsiteX3" fmla="*/ 3976795 w 9650476"/>
              <a:gd name="connsiteY3" fmla="*/ 1399148 h 3757691"/>
              <a:gd name="connsiteX4" fmla="*/ 6083528 w 9650476"/>
              <a:gd name="connsiteY4" fmla="*/ 1908908 h 3757691"/>
              <a:gd name="connsiteX5" fmla="*/ 9150557 w 9650476"/>
              <a:gd name="connsiteY5" fmla="*/ 1899348 h 3757691"/>
              <a:gd name="connsiteX6" fmla="*/ 9076464 w 9650476"/>
              <a:gd name="connsiteY6" fmla="*/ 1041178 h 3757691"/>
              <a:gd name="connsiteX7" fmla="*/ 7172498 w 9650476"/>
              <a:gd name="connsiteY7" fmla="*/ 1003505 h 3757691"/>
              <a:gd name="connsiteX8" fmla="*/ 4325137 w 9650476"/>
              <a:gd name="connsiteY8" fmla="*/ 0 h 3757691"/>
              <a:gd name="connsiteX9" fmla="*/ 1734336 w 9650476"/>
              <a:gd name="connsiteY9" fmla="*/ 2560 h 3757691"/>
              <a:gd name="connsiteX10" fmla="*/ 6650 w 9650476"/>
              <a:gd name="connsiteY10" fmla="*/ 1782337 h 3757691"/>
              <a:gd name="connsiteX11" fmla="*/ 5908 w 9650476"/>
              <a:gd name="connsiteY11" fmla="*/ 3005443 h 3757691"/>
              <a:gd name="connsiteX0" fmla="*/ 2223722 w 9626783"/>
              <a:gd name="connsiteY0" fmla="*/ 3757691 h 3757691"/>
              <a:gd name="connsiteX1" fmla="*/ 2223414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23722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704 h 3757704"/>
              <a:gd name="connsiteX1" fmla="*/ 2251596 w 9626783"/>
              <a:gd name="connsiteY1" fmla="*/ 2576721 h 3757704"/>
              <a:gd name="connsiteX2" fmla="*/ 3080498 w 9626783"/>
              <a:gd name="connsiteY2" fmla="*/ 1389977 h 3757704"/>
              <a:gd name="connsiteX3" fmla="*/ 3976795 w 9626783"/>
              <a:gd name="connsiteY3" fmla="*/ 1399161 h 3757704"/>
              <a:gd name="connsiteX4" fmla="*/ 6083528 w 9626783"/>
              <a:gd name="connsiteY4" fmla="*/ 1908921 h 3757704"/>
              <a:gd name="connsiteX5" fmla="*/ 9150557 w 9626783"/>
              <a:gd name="connsiteY5" fmla="*/ 1899361 h 3757704"/>
              <a:gd name="connsiteX6" fmla="*/ 9076464 w 9626783"/>
              <a:gd name="connsiteY6" fmla="*/ 1041191 h 3757704"/>
              <a:gd name="connsiteX7" fmla="*/ 7172498 w 9626783"/>
              <a:gd name="connsiteY7" fmla="*/ 1003518 h 3757704"/>
              <a:gd name="connsiteX8" fmla="*/ 4325137 w 9626783"/>
              <a:gd name="connsiteY8" fmla="*/ 13 h 3757704"/>
              <a:gd name="connsiteX9" fmla="*/ 1734336 w 9626783"/>
              <a:gd name="connsiteY9" fmla="*/ 2573 h 3757704"/>
              <a:gd name="connsiteX10" fmla="*/ 6650 w 9626783"/>
              <a:gd name="connsiteY10" fmla="*/ 1782350 h 3757704"/>
              <a:gd name="connsiteX11" fmla="*/ 5908 w 9626783"/>
              <a:gd name="connsiteY11" fmla="*/ 3005456 h 3757704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72498 w 9626783"/>
              <a:gd name="connsiteY7" fmla="*/ 1000945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72498 w 9626783"/>
              <a:gd name="connsiteY7" fmla="*/ 1000945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30225 w 9626783"/>
              <a:gd name="connsiteY7" fmla="*/ 1005642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30225 w 9626783"/>
              <a:gd name="connsiteY7" fmla="*/ 1005642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41910"/>
              <a:gd name="connsiteY0" fmla="*/ 3755131 h 3755131"/>
              <a:gd name="connsiteX1" fmla="*/ 2251596 w 9641910"/>
              <a:gd name="connsiteY1" fmla="*/ 2574148 h 3755131"/>
              <a:gd name="connsiteX2" fmla="*/ 3080498 w 9641910"/>
              <a:gd name="connsiteY2" fmla="*/ 1387404 h 3755131"/>
              <a:gd name="connsiteX3" fmla="*/ 3976795 w 9641910"/>
              <a:gd name="connsiteY3" fmla="*/ 1396588 h 3755131"/>
              <a:gd name="connsiteX4" fmla="*/ 6083528 w 9641910"/>
              <a:gd name="connsiteY4" fmla="*/ 1906348 h 3755131"/>
              <a:gd name="connsiteX5" fmla="*/ 9150557 w 9641910"/>
              <a:gd name="connsiteY5" fmla="*/ 1896788 h 3755131"/>
              <a:gd name="connsiteX6" fmla="*/ 9076464 w 9641910"/>
              <a:gd name="connsiteY6" fmla="*/ 1038618 h 3755131"/>
              <a:gd name="connsiteX7" fmla="*/ 7130225 w 9641910"/>
              <a:gd name="connsiteY7" fmla="*/ 1005642 h 3755131"/>
              <a:gd name="connsiteX8" fmla="*/ 4376804 w 9641910"/>
              <a:gd name="connsiteY8" fmla="*/ 2137 h 3755131"/>
              <a:gd name="connsiteX9" fmla="*/ 1734336 w 9641910"/>
              <a:gd name="connsiteY9" fmla="*/ 0 h 3755131"/>
              <a:gd name="connsiteX10" fmla="*/ 6650 w 9641910"/>
              <a:gd name="connsiteY10" fmla="*/ 1779777 h 3755131"/>
              <a:gd name="connsiteX11" fmla="*/ 5908 w 9641910"/>
              <a:gd name="connsiteY11" fmla="*/ 3002883 h 3755131"/>
              <a:gd name="connsiteX0" fmla="*/ 2265995 w 9654750"/>
              <a:gd name="connsiteY0" fmla="*/ 3755131 h 3755131"/>
              <a:gd name="connsiteX1" fmla="*/ 2251596 w 9654750"/>
              <a:gd name="connsiteY1" fmla="*/ 2574148 h 3755131"/>
              <a:gd name="connsiteX2" fmla="*/ 3080498 w 9654750"/>
              <a:gd name="connsiteY2" fmla="*/ 1387404 h 3755131"/>
              <a:gd name="connsiteX3" fmla="*/ 3976795 w 9654750"/>
              <a:gd name="connsiteY3" fmla="*/ 1396588 h 3755131"/>
              <a:gd name="connsiteX4" fmla="*/ 6083528 w 9654750"/>
              <a:gd name="connsiteY4" fmla="*/ 1906348 h 3755131"/>
              <a:gd name="connsiteX5" fmla="*/ 9175511 w 9654750"/>
              <a:gd name="connsiteY5" fmla="*/ 1904127 h 3755131"/>
              <a:gd name="connsiteX6" fmla="*/ 9076464 w 9654750"/>
              <a:gd name="connsiteY6" fmla="*/ 1038618 h 3755131"/>
              <a:gd name="connsiteX7" fmla="*/ 7130225 w 9654750"/>
              <a:gd name="connsiteY7" fmla="*/ 1005642 h 3755131"/>
              <a:gd name="connsiteX8" fmla="*/ 4376804 w 9654750"/>
              <a:gd name="connsiteY8" fmla="*/ 2137 h 3755131"/>
              <a:gd name="connsiteX9" fmla="*/ 1734336 w 9654750"/>
              <a:gd name="connsiteY9" fmla="*/ 0 h 3755131"/>
              <a:gd name="connsiteX10" fmla="*/ 6650 w 9654750"/>
              <a:gd name="connsiteY10" fmla="*/ 1779777 h 3755131"/>
              <a:gd name="connsiteX11" fmla="*/ 5908 w 9654750"/>
              <a:gd name="connsiteY11" fmla="*/ 3002883 h 3755131"/>
              <a:gd name="connsiteX0" fmla="*/ 2265995 w 9653986"/>
              <a:gd name="connsiteY0" fmla="*/ 3755131 h 3755131"/>
              <a:gd name="connsiteX1" fmla="*/ 2251596 w 9653986"/>
              <a:gd name="connsiteY1" fmla="*/ 2574148 h 3755131"/>
              <a:gd name="connsiteX2" fmla="*/ 3080498 w 9653986"/>
              <a:gd name="connsiteY2" fmla="*/ 1387404 h 3755131"/>
              <a:gd name="connsiteX3" fmla="*/ 3976795 w 9653986"/>
              <a:gd name="connsiteY3" fmla="*/ 1396588 h 3755131"/>
              <a:gd name="connsiteX4" fmla="*/ 6083528 w 9653986"/>
              <a:gd name="connsiteY4" fmla="*/ 1906348 h 3755131"/>
              <a:gd name="connsiteX5" fmla="*/ 9174043 w 9653986"/>
              <a:gd name="connsiteY5" fmla="*/ 1902660 h 3755131"/>
              <a:gd name="connsiteX6" fmla="*/ 9076464 w 9653986"/>
              <a:gd name="connsiteY6" fmla="*/ 1038618 h 3755131"/>
              <a:gd name="connsiteX7" fmla="*/ 7130225 w 9653986"/>
              <a:gd name="connsiteY7" fmla="*/ 1005642 h 3755131"/>
              <a:gd name="connsiteX8" fmla="*/ 4376804 w 9653986"/>
              <a:gd name="connsiteY8" fmla="*/ 2137 h 3755131"/>
              <a:gd name="connsiteX9" fmla="*/ 1734336 w 9653986"/>
              <a:gd name="connsiteY9" fmla="*/ 0 h 3755131"/>
              <a:gd name="connsiteX10" fmla="*/ 6650 w 9653986"/>
              <a:gd name="connsiteY10" fmla="*/ 1779777 h 3755131"/>
              <a:gd name="connsiteX11" fmla="*/ 5908 w 9653986"/>
              <a:gd name="connsiteY11" fmla="*/ 3002883 h 3755131"/>
              <a:gd name="connsiteX0" fmla="*/ 2265995 w 9640501"/>
              <a:gd name="connsiteY0" fmla="*/ 3755131 h 3755131"/>
              <a:gd name="connsiteX1" fmla="*/ 2251596 w 9640501"/>
              <a:gd name="connsiteY1" fmla="*/ 2574148 h 3755131"/>
              <a:gd name="connsiteX2" fmla="*/ 3080498 w 9640501"/>
              <a:gd name="connsiteY2" fmla="*/ 1387404 h 3755131"/>
              <a:gd name="connsiteX3" fmla="*/ 3976795 w 9640501"/>
              <a:gd name="connsiteY3" fmla="*/ 1396588 h 3755131"/>
              <a:gd name="connsiteX4" fmla="*/ 6083528 w 9640501"/>
              <a:gd name="connsiteY4" fmla="*/ 1906348 h 3755131"/>
              <a:gd name="connsiteX5" fmla="*/ 9174043 w 9640501"/>
              <a:gd name="connsiteY5" fmla="*/ 1902660 h 3755131"/>
              <a:gd name="connsiteX6" fmla="*/ 9076464 w 9640501"/>
              <a:gd name="connsiteY6" fmla="*/ 1038618 h 3755131"/>
              <a:gd name="connsiteX7" fmla="*/ 7130225 w 9640501"/>
              <a:gd name="connsiteY7" fmla="*/ 1005642 h 3755131"/>
              <a:gd name="connsiteX8" fmla="*/ 4376804 w 9640501"/>
              <a:gd name="connsiteY8" fmla="*/ 2137 h 3755131"/>
              <a:gd name="connsiteX9" fmla="*/ 1734336 w 9640501"/>
              <a:gd name="connsiteY9" fmla="*/ 0 h 3755131"/>
              <a:gd name="connsiteX10" fmla="*/ 6650 w 9640501"/>
              <a:gd name="connsiteY10" fmla="*/ 1779777 h 3755131"/>
              <a:gd name="connsiteX11" fmla="*/ 5908 w 9640501"/>
              <a:gd name="connsiteY11" fmla="*/ 3002883 h 3755131"/>
              <a:gd name="connsiteX0" fmla="*/ 2265995 w 9652865"/>
              <a:gd name="connsiteY0" fmla="*/ 3755131 h 3755131"/>
              <a:gd name="connsiteX1" fmla="*/ 2251596 w 9652865"/>
              <a:gd name="connsiteY1" fmla="*/ 2574148 h 3755131"/>
              <a:gd name="connsiteX2" fmla="*/ 3080498 w 9652865"/>
              <a:gd name="connsiteY2" fmla="*/ 1387404 h 3755131"/>
              <a:gd name="connsiteX3" fmla="*/ 3976795 w 9652865"/>
              <a:gd name="connsiteY3" fmla="*/ 1396588 h 3755131"/>
              <a:gd name="connsiteX4" fmla="*/ 6083528 w 9652865"/>
              <a:gd name="connsiteY4" fmla="*/ 1906348 h 3755131"/>
              <a:gd name="connsiteX5" fmla="*/ 9174043 w 9652865"/>
              <a:gd name="connsiteY5" fmla="*/ 1902660 h 3755131"/>
              <a:gd name="connsiteX6" fmla="*/ 9101416 w 9652865"/>
              <a:gd name="connsiteY6" fmla="*/ 1037150 h 3755131"/>
              <a:gd name="connsiteX7" fmla="*/ 7130225 w 9652865"/>
              <a:gd name="connsiteY7" fmla="*/ 1005642 h 3755131"/>
              <a:gd name="connsiteX8" fmla="*/ 4376804 w 9652865"/>
              <a:gd name="connsiteY8" fmla="*/ 2137 h 3755131"/>
              <a:gd name="connsiteX9" fmla="*/ 1734336 w 9652865"/>
              <a:gd name="connsiteY9" fmla="*/ 0 h 3755131"/>
              <a:gd name="connsiteX10" fmla="*/ 6650 w 9652865"/>
              <a:gd name="connsiteY10" fmla="*/ 1779777 h 3755131"/>
              <a:gd name="connsiteX11" fmla="*/ 5908 w 9652865"/>
              <a:gd name="connsiteY11" fmla="*/ 3002883 h 3755131"/>
              <a:gd name="connsiteX0" fmla="*/ 2265995 w 9641882"/>
              <a:gd name="connsiteY0" fmla="*/ 3755131 h 3755131"/>
              <a:gd name="connsiteX1" fmla="*/ 2251596 w 9641882"/>
              <a:gd name="connsiteY1" fmla="*/ 2574148 h 3755131"/>
              <a:gd name="connsiteX2" fmla="*/ 3080498 w 9641882"/>
              <a:gd name="connsiteY2" fmla="*/ 1387404 h 3755131"/>
              <a:gd name="connsiteX3" fmla="*/ 3976795 w 9641882"/>
              <a:gd name="connsiteY3" fmla="*/ 1396588 h 3755131"/>
              <a:gd name="connsiteX4" fmla="*/ 6083528 w 9641882"/>
              <a:gd name="connsiteY4" fmla="*/ 1906348 h 3755131"/>
              <a:gd name="connsiteX5" fmla="*/ 9174043 w 9641882"/>
              <a:gd name="connsiteY5" fmla="*/ 1902660 h 3755131"/>
              <a:gd name="connsiteX6" fmla="*/ 9101416 w 9641882"/>
              <a:gd name="connsiteY6" fmla="*/ 1037150 h 3755131"/>
              <a:gd name="connsiteX7" fmla="*/ 7130225 w 9641882"/>
              <a:gd name="connsiteY7" fmla="*/ 1005642 h 3755131"/>
              <a:gd name="connsiteX8" fmla="*/ 4376804 w 9641882"/>
              <a:gd name="connsiteY8" fmla="*/ 2137 h 3755131"/>
              <a:gd name="connsiteX9" fmla="*/ 1734336 w 9641882"/>
              <a:gd name="connsiteY9" fmla="*/ 0 h 3755131"/>
              <a:gd name="connsiteX10" fmla="*/ 6650 w 9641882"/>
              <a:gd name="connsiteY10" fmla="*/ 1779777 h 3755131"/>
              <a:gd name="connsiteX11" fmla="*/ 5908 w 9641882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87404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30225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87404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390340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90340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402082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402082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9030 w 9632103"/>
              <a:gd name="connsiteY2" fmla="*/ 1409421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3550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6485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10889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9422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7088 h 3757088"/>
              <a:gd name="connsiteX1" fmla="*/ 2250292 w 9630799"/>
              <a:gd name="connsiteY1" fmla="*/ 2576105 h 3757088"/>
              <a:gd name="connsiteX2" fmla="*/ 3076258 w 9630799"/>
              <a:gd name="connsiteY2" fmla="*/ 1411379 h 3757088"/>
              <a:gd name="connsiteX3" fmla="*/ 3975491 w 9630799"/>
              <a:gd name="connsiteY3" fmla="*/ 1410288 h 3757088"/>
              <a:gd name="connsiteX4" fmla="*/ 6082224 w 9630799"/>
              <a:gd name="connsiteY4" fmla="*/ 1908305 h 3757088"/>
              <a:gd name="connsiteX5" fmla="*/ 9172739 w 9630799"/>
              <a:gd name="connsiteY5" fmla="*/ 1904617 h 3757088"/>
              <a:gd name="connsiteX6" fmla="*/ 9100112 w 9630799"/>
              <a:gd name="connsiteY6" fmla="*/ 1039107 h 3757088"/>
              <a:gd name="connsiteX7" fmla="*/ 7148003 w 9630799"/>
              <a:gd name="connsiteY7" fmla="*/ 1007599 h 3757088"/>
              <a:gd name="connsiteX8" fmla="*/ 4375500 w 9630799"/>
              <a:gd name="connsiteY8" fmla="*/ 4094 h 3757088"/>
              <a:gd name="connsiteX9" fmla="*/ 1736947 w 9630799"/>
              <a:gd name="connsiteY9" fmla="*/ 0 h 3757088"/>
              <a:gd name="connsiteX10" fmla="*/ 5346 w 9630799"/>
              <a:gd name="connsiteY10" fmla="*/ 1781734 h 3757088"/>
              <a:gd name="connsiteX11" fmla="*/ 10475 w 9630799"/>
              <a:gd name="connsiteY11" fmla="*/ 3004840 h 3757088"/>
              <a:gd name="connsiteX0" fmla="*/ 2264691 w 9630799"/>
              <a:gd name="connsiteY0" fmla="*/ 3761002 h 3761002"/>
              <a:gd name="connsiteX1" fmla="*/ 2250292 w 9630799"/>
              <a:gd name="connsiteY1" fmla="*/ 2580019 h 3761002"/>
              <a:gd name="connsiteX2" fmla="*/ 3076258 w 9630799"/>
              <a:gd name="connsiteY2" fmla="*/ 1415293 h 3761002"/>
              <a:gd name="connsiteX3" fmla="*/ 3975491 w 9630799"/>
              <a:gd name="connsiteY3" fmla="*/ 1414202 h 3761002"/>
              <a:gd name="connsiteX4" fmla="*/ 6082224 w 9630799"/>
              <a:gd name="connsiteY4" fmla="*/ 1912219 h 3761002"/>
              <a:gd name="connsiteX5" fmla="*/ 9172739 w 9630799"/>
              <a:gd name="connsiteY5" fmla="*/ 1908531 h 3761002"/>
              <a:gd name="connsiteX6" fmla="*/ 9100112 w 9630799"/>
              <a:gd name="connsiteY6" fmla="*/ 1043021 h 3761002"/>
              <a:gd name="connsiteX7" fmla="*/ 7148003 w 9630799"/>
              <a:gd name="connsiteY7" fmla="*/ 1011513 h 3761002"/>
              <a:gd name="connsiteX8" fmla="*/ 4375500 w 9630799"/>
              <a:gd name="connsiteY8" fmla="*/ 8008 h 3761002"/>
              <a:gd name="connsiteX9" fmla="*/ 1736947 w 9630799"/>
              <a:gd name="connsiteY9" fmla="*/ 0 h 3761002"/>
              <a:gd name="connsiteX10" fmla="*/ 5346 w 9630799"/>
              <a:gd name="connsiteY10" fmla="*/ 1785648 h 3761002"/>
              <a:gd name="connsiteX11" fmla="*/ 10475 w 9630799"/>
              <a:gd name="connsiteY11" fmla="*/ 3008754 h 3761002"/>
              <a:gd name="connsiteX0" fmla="*/ 2264691 w 9630799"/>
              <a:gd name="connsiteY0" fmla="*/ 3764749 h 3764749"/>
              <a:gd name="connsiteX1" fmla="*/ 2250292 w 9630799"/>
              <a:gd name="connsiteY1" fmla="*/ 2583766 h 3764749"/>
              <a:gd name="connsiteX2" fmla="*/ 3076258 w 9630799"/>
              <a:gd name="connsiteY2" fmla="*/ 1419040 h 3764749"/>
              <a:gd name="connsiteX3" fmla="*/ 3975491 w 9630799"/>
              <a:gd name="connsiteY3" fmla="*/ 1417949 h 3764749"/>
              <a:gd name="connsiteX4" fmla="*/ 6082224 w 9630799"/>
              <a:gd name="connsiteY4" fmla="*/ 1915966 h 3764749"/>
              <a:gd name="connsiteX5" fmla="*/ 9172739 w 9630799"/>
              <a:gd name="connsiteY5" fmla="*/ 1912278 h 3764749"/>
              <a:gd name="connsiteX6" fmla="*/ 9100112 w 9630799"/>
              <a:gd name="connsiteY6" fmla="*/ 1046768 h 3764749"/>
              <a:gd name="connsiteX7" fmla="*/ 7148003 w 9630799"/>
              <a:gd name="connsiteY7" fmla="*/ 1015260 h 3764749"/>
              <a:gd name="connsiteX8" fmla="*/ 4375501 w 9630799"/>
              <a:gd name="connsiteY8" fmla="*/ 13 h 3764749"/>
              <a:gd name="connsiteX9" fmla="*/ 1736947 w 9630799"/>
              <a:gd name="connsiteY9" fmla="*/ 3747 h 3764749"/>
              <a:gd name="connsiteX10" fmla="*/ 5346 w 9630799"/>
              <a:gd name="connsiteY10" fmla="*/ 1789395 h 3764749"/>
              <a:gd name="connsiteX11" fmla="*/ 10475 w 9630799"/>
              <a:gd name="connsiteY11" fmla="*/ 3012501 h 3764749"/>
              <a:gd name="connsiteX0" fmla="*/ 2264691 w 9630799"/>
              <a:gd name="connsiteY0" fmla="*/ 3762794 h 3762794"/>
              <a:gd name="connsiteX1" fmla="*/ 2250292 w 9630799"/>
              <a:gd name="connsiteY1" fmla="*/ 2581811 h 3762794"/>
              <a:gd name="connsiteX2" fmla="*/ 3076258 w 9630799"/>
              <a:gd name="connsiteY2" fmla="*/ 1417085 h 3762794"/>
              <a:gd name="connsiteX3" fmla="*/ 3975491 w 9630799"/>
              <a:gd name="connsiteY3" fmla="*/ 1415994 h 3762794"/>
              <a:gd name="connsiteX4" fmla="*/ 6082224 w 9630799"/>
              <a:gd name="connsiteY4" fmla="*/ 1914011 h 3762794"/>
              <a:gd name="connsiteX5" fmla="*/ 9172739 w 9630799"/>
              <a:gd name="connsiteY5" fmla="*/ 1910323 h 3762794"/>
              <a:gd name="connsiteX6" fmla="*/ 9100112 w 9630799"/>
              <a:gd name="connsiteY6" fmla="*/ 1044813 h 3762794"/>
              <a:gd name="connsiteX7" fmla="*/ 7148003 w 9630799"/>
              <a:gd name="connsiteY7" fmla="*/ 1013305 h 3762794"/>
              <a:gd name="connsiteX8" fmla="*/ 4342231 w 9630799"/>
              <a:gd name="connsiteY8" fmla="*/ 14 h 3762794"/>
              <a:gd name="connsiteX9" fmla="*/ 1736947 w 9630799"/>
              <a:gd name="connsiteY9" fmla="*/ 1792 h 3762794"/>
              <a:gd name="connsiteX10" fmla="*/ 5346 w 9630799"/>
              <a:gd name="connsiteY10" fmla="*/ 1787440 h 3762794"/>
              <a:gd name="connsiteX11" fmla="*/ 10475 w 9630799"/>
              <a:gd name="connsiteY11" fmla="*/ 3010546 h 3762794"/>
              <a:gd name="connsiteX0" fmla="*/ 2264691 w 9630799"/>
              <a:gd name="connsiteY0" fmla="*/ 3772577 h 3772577"/>
              <a:gd name="connsiteX1" fmla="*/ 2250292 w 9630799"/>
              <a:gd name="connsiteY1" fmla="*/ 2591594 h 3772577"/>
              <a:gd name="connsiteX2" fmla="*/ 3076258 w 9630799"/>
              <a:gd name="connsiteY2" fmla="*/ 1426868 h 3772577"/>
              <a:gd name="connsiteX3" fmla="*/ 3975491 w 9630799"/>
              <a:gd name="connsiteY3" fmla="*/ 1425777 h 3772577"/>
              <a:gd name="connsiteX4" fmla="*/ 6082224 w 9630799"/>
              <a:gd name="connsiteY4" fmla="*/ 1923794 h 3772577"/>
              <a:gd name="connsiteX5" fmla="*/ 9172739 w 9630799"/>
              <a:gd name="connsiteY5" fmla="*/ 1920106 h 3772577"/>
              <a:gd name="connsiteX6" fmla="*/ 9100112 w 9630799"/>
              <a:gd name="connsiteY6" fmla="*/ 1054596 h 3772577"/>
              <a:gd name="connsiteX7" fmla="*/ 7148003 w 9630799"/>
              <a:gd name="connsiteY7" fmla="*/ 1023088 h 3772577"/>
              <a:gd name="connsiteX8" fmla="*/ 4340274 w 9630799"/>
              <a:gd name="connsiteY8" fmla="*/ 12 h 3772577"/>
              <a:gd name="connsiteX9" fmla="*/ 1736947 w 9630799"/>
              <a:gd name="connsiteY9" fmla="*/ 11575 h 3772577"/>
              <a:gd name="connsiteX10" fmla="*/ 5346 w 9630799"/>
              <a:gd name="connsiteY10" fmla="*/ 1797223 h 3772577"/>
              <a:gd name="connsiteX11" fmla="*/ 10475 w 9630799"/>
              <a:gd name="connsiteY11" fmla="*/ 3020329 h 3772577"/>
              <a:gd name="connsiteX0" fmla="*/ 2264691 w 9622830"/>
              <a:gd name="connsiteY0" fmla="*/ 3772577 h 3772577"/>
              <a:gd name="connsiteX1" fmla="*/ 2250292 w 9622830"/>
              <a:gd name="connsiteY1" fmla="*/ 2591594 h 3772577"/>
              <a:gd name="connsiteX2" fmla="*/ 3076258 w 9622830"/>
              <a:gd name="connsiteY2" fmla="*/ 1426868 h 3772577"/>
              <a:gd name="connsiteX3" fmla="*/ 3975491 w 9622830"/>
              <a:gd name="connsiteY3" fmla="*/ 1425777 h 3772577"/>
              <a:gd name="connsiteX4" fmla="*/ 6082224 w 9622830"/>
              <a:gd name="connsiteY4" fmla="*/ 1923794 h 3772577"/>
              <a:gd name="connsiteX5" fmla="*/ 9157082 w 9622830"/>
              <a:gd name="connsiteY5" fmla="*/ 1920106 h 3772577"/>
              <a:gd name="connsiteX6" fmla="*/ 9100112 w 9622830"/>
              <a:gd name="connsiteY6" fmla="*/ 1054596 h 3772577"/>
              <a:gd name="connsiteX7" fmla="*/ 7148003 w 9622830"/>
              <a:gd name="connsiteY7" fmla="*/ 1023088 h 3772577"/>
              <a:gd name="connsiteX8" fmla="*/ 4340274 w 9622830"/>
              <a:gd name="connsiteY8" fmla="*/ 12 h 3772577"/>
              <a:gd name="connsiteX9" fmla="*/ 1736947 w 9622830"/>
              <a:gd name="connsiteY9" fmla="*/ 11575 h 3772577"/>
              <a:gd name="connsiteX10" fmla="*/ 5346 w 9622830"/>
              <a:gd name="connsiteY10" fmla="*/ 1797223 h 3772577"/>
              <a:gd name="connsiteX11" fmla="*/ 10475 w 9622830"/>
              <a:gd name="connsiteY11" fmla="*/ 3020329 h 3772577"/>
              <a:gd name="connsiteX0" fmla="*/ 2264691 w 9608531"/>
              <a:gd name="connsiteY0" fmla="*/ 3772577 h 3772577"/>
              <a:gd name="connsiteX1" fmla="*/ 2250292 w 9608531"/>
              <a:gd name="connsiteY1" fmla="*/ 2591594 h 3772577"/>
              <a:gd name="connsiteX2" fmla="*/ 3076258 w 9608531"/>
              <a:gd name="connsiteY2" fmla="*/ 1426868 h 3772577"/>
              <a:gd name="connsiteX3" fmla="*/ 3975491 w 9608531"/>
              <a:gd name="connsiteY3" fmla="*/ 1425777 h 3772577"/>
              <a:gd name="connsiteX4" fmla="*/ 6082224 w 9608531"/>
              <a:gd name="connsiteY4" fmla="*/ 1923794 h 3772577"/>
              <a:gd name="connsiteX5" fmla="*/ 9157082 w 9608531"/>
              <a:gd name="connsiteY5" fmla="*/ 1920106 h 3772577"/>
              <a:gd name="connsiteX6" fmla="*/ 9070756 w 9608531"/>
              <a:gd name="connsiteY6" fmla="*/ 1054596 h 3772577"/>
              <a:gd name="connsiteX7" fmla="*/ 7148003 w 9608531"/>
              <a:gd name="connsiteY7" fmla="*/ 1023088 h 3772577"/>
              <a:gd name="connsiteX8" fmla="*/ 4340274 w 9608531"/>
              <a:gd name="connsiteY8" fmla="*/ 12 h 3772577"/>
              <a:gd name="connsiteX9" fmla="*/ 1736947 w 9608531"/>
              <a:gd name="connsiteY9" fmla="*/ 11575 h 3772577"/>
              <a:gd name="connsiteX10" fmla="*/ 5346 w 9608531"/>
              <a:gd name="connsiteY10" fmla="*/ 1797223 h 3772577"/>
              <a:gd name="connsiteX11" fmla="*/ 10475 w 9608531"/>
              <a:gd name="connsiteY11" fmla="*/ 3020329 h 3772577"/>
              <a:gd name="connsiteX0" fmla="*/ 2264691 w 9616096"/>
              <a:gd name="connsiteY0" fmla="*/ 3772577 h 3772577"/>
              <a:gd name="connsiteX1" fmla="*/ 2250292 w 9616096"/>
              <a:gd name="connsiteY1" fmla="*/ 2591594 h 3772577"/>
              <a:gd name="connsiteX2" fmla="*/ 3076258 w 9616096"/>
              <a:gd name="connsiteY2" fmla="*/ 1426868 h 3772577"/>
              <a:gd name="connsiteX3" fmla="*/ 3975491 w 9616096"/>
              <a:gd name="connsiteY3" fmla="*/ 1425777 h 3772577"/>
              <a:gd name="connsiteX4" fmla="*/ 6082224 w 9616096"/>
              <a:gd name="connsiteY4" fmla="*/ 1923794 h 3772577"/>
              <a:gd name="connsiteX5" fmla="*/ 9157082 w 9616096"/>
              <a:gd name="connsiteY5" fmla="*/ 1920106 h 3772577"/>
              <a:gd name="connsiteX6" fmla="*/ 9086413 w 9616096"/>
              <a:gd name="connsiteY6" fmla="*/ 1054596 h 3772577"/>
              <a:gd name="connsiteX7" fmla="*/ 7148003 w 9616096"/>
              <a:gd name="connsiteY7" fmla="*/ 1023088 h 3772577"/>
              <a:gd name="connsiteX8" fmla="*/ 4340274 w 9616096"/>
              <a:gd name="connsiteY8" fmla="*/ 12 h 3772577"/>
              <a:gd name="connsiteX9" fmla="*/ 1736947 w 9616096"/>
              <a:gd name="connsiteY9" fmla="*/ 11575 h 3772577"/>
              <a:gd name="connsiteX10" fmla="*/ 5346 w 9616096"/>
              <a:gd name="connsiteY10" fmla="*/ 1797223 h 3772577"/>
              <a:gd name="connsiteX11" fmla="*/ 10475 w 96160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082224 w 9612296"/>
              <a:gd name="connsiteY4" fmla="*/ 1923794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37022 w 9612296"/>
              <a:gd name="connsiteY4" fmla="*/ 1931622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53096 w 9612296"/>
              <a:gd name="connsiteY3" fmla="*/ 1851306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3953096 w 9612296"/>
              <a:gd name="connsiteY3" fmla="*/ 1851306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3953096 w 9612296"/>
              <a:gd name="connsiteY3" fmla="*/ 1851306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594445"/>
              <a:gd name="connsiteY0" fmla="*/ 3772577 h 3772577"/>
              <a:gd name="connsiteX1" fmla="*/ 2250292 w 9594445"/>
              <a:gd name="connsiteY1" fmla="*/ 2591594 h 3772577"/>
              <a:gd name="connsiteX2" fmla="*/ 3048262 w 9594445"/>
              <a:gd name="connsiteY2" fmla="*/ 1919585 h 3772577"/>
              <a:gd name="connsiteX3" fmla="*/ 6121366 w 9594445"/>
              <a:gd name="connsiteY3" fmla="*/ 1935536 h 3772577"/>
              <a:gd name="connsiteX4" fmla="*/ 9157082 w 9594445"/>
              <a:gd name="connsiteY4" fmla="*/ 1920106 h 3772577"/>
              <a:gd name="connsiteX5" fmla="*/ 9078584 w 9594445"/>
              <a:gd name="connsiteY5" fmla="*/ 1054596 h 3772577"/>
              <a:gd name="connsiteX6" fmla="*/ 7148003 w 9594445"/>
              <a:gd name="connsiteY6" fmla="*/ 1023088 h 3772577"/>
              <a:gd name="connsiteX7" fmla="*/ 4340274 w 9594445"/>
              <a:gd name="connsiteY7" fmla="*/ 12 h 3772577"/>
              <a:gd name="connsiteX8" fmla="*/ 1736947 w 9594445"/>
              <a:gd name="connsiteY8" fmla="*/ 11575 h 3772577"/>
              <a:gd name="connsiteX9" fmla="*/ 5346 w 9594445"/>
              <a:gd name="connsiteY9" fmla="*/ 1797223 h 3772577"/>
              <a:gd name="connsiteX10" fmla="*/ 10475 w 9594445"/>
              <a:gd name="connsiteY10" fmla="*/ 3020329 h 3772577"/>
              <a:gd name="connsiteX0" fmla="*/ 2264691 w 9598879"/>
              <a:gd name="connsiteY0" fmla="*/ 3772577 h 3772577"/>
              <a:gd name="connsiteX1" fmla="*/ 2250292 w 9598879"/>
              <a:gd name="connsiteY1" fmla="*/ 2591594 h 3772577"/>
              <a:gd name="connsiteX2" fmla="*/ 3048262 w 9598879"/>
              <a:gd name="connsiteY2" fmla="*/ 1919585 h 3772577"/>
              <a:gd name="connsiteX3" fmla="*/ 6121366 w 9598879"/>
              <a:gd name="connsiteY3" fmla="*/ 1935536 h 3772577"/>
              <a:gd name="connsiteX4" fmla="*/ 9157082 w 9598879"/>
              <a:gd name="connsiteY4" fmla="*/ 1920106 h 3772577"/>
              <a:gd name="connsiteX5" fmla="*/ 9078584 w 9598879"/>
              <a:gd name="connsiteY5" fmla="*/ 1054596 h 3772577"/>
              <a:gd name="connsiteX6" fmla="*/ 7148003 w 9598879"/>
              <a:gd name="connsiteY6" fmla="*/ 1023088 h 3772577"/>
              <a:gd name="connsiteX7" fmla="*/ 4340274 w 9598879"/>
              <a:gd name="connsiteY7" fmla="*/ 12 h 3772577"/>
              <a:gd name="connsiteX8" fmla="*/ 1736947 w 9598879"/>
              <a:gd name="connsiteY8" fmla="*/ 11575 h 3772577"/>
              <a:gd name="connsiteX9" fmla="*/ 5346 w 9598879"/>
              <a:gd name="connsiteY9" fmla="*/ 1797223 h 3772577"/>
              <a:gd name="connsiteX10" fmla="*/ 10475 w 9598879"/>
              <a:gd name="connsiteY10" fmla="*/ 3020329 h 3772577"/>
              <a:gd name="connsiteX0" fmla="*/ 2264691 w 9567355"/>
              <a:gd name="connsiteY0" fmla="*/ 3772577 h 3772577"/>
              <a:gd name="connsiteX1" fmla="*/ 2250292 w 9567355"/>
              <a:gd name="connsiteY1" fmla="*/ 2591594 h 3772577"/>
              <a:gd name="connsiteX2" fmla="*/ 3048262 w 9567355"/>
              <a:gd name="connsiteY2" fmla="*/ 1919585 h 3772577"/>
              <a:gd name="connsiteX3" fmla="*/ 6121366 w 9567355"/>
              <a:gd name="connsiteY3" fmla="*/ 1935536 h 3772577"/>
              <a:gd name="connsiteX4" fmla="*/ 9092499 w 9567355"/>
              <a:gd name="connsiteY4" fmla="*/ 1931849 h 3772577"/>
              <a:gd name="connsiteX5" fmla="*/ 9078584 w 9567355"/>
              <a:gd name="connsiteY5" fmla="*/ 1054596 h 3772577"/>
              <a:gd name="connsiteX6" fmla="*/ 7148003 w 9567355"/>
              <a:gd name="connsiteY6" fmla="*/ 1023088 h 3772577"/>
              <a:gd name="connsiteX7" fmla="*/ 4340274 w 9567355"/>
              <a:gd name="connsiteY7" fmla="*/ 12 h 3772577"/>
              <a:gd name="connsiteX8" fmla="*/ 1736947 w 9567355"/>
              <a:gd name="connsiteY8" fmla="*/ 11575 h 3772577"/>
              <a:gd name="connsiteX9" fmla="*/ 5346 w 9567355"/>
              <a:gd name="connsiteY9" fmla="*/ 1797223 h 3772577"/>
              <a:gd name="connsiteX10" fmla="*/ 10475 w 9567355"/>
              <a:gd name="connsiteY10" fmla="*/ 3020329 h 3772577"/>
              <a:gd name="connsiteX0" fmla="*/ 2264691 w 9603978"/>
              <a:gd name="connsiteY0" fmla="*/ 3772577 h 3772577"/>
              <a:gd name="connsiteX1" fmla="*/ 2250292 w 9603978"/>
              <a:gd name="connsiteY1" fmla="*/ 2591594 h 3772577"/>
              <a:gd name="connsiteX2" fmla="*/ 3048262 w 9603978"/>
              <a:gd name="connsiteY2" fmla="*/ 1919585 h 3772577"/>
              <a:gd name="connsiteX3" fmla="*/ 6121366 w 9603978"/>
              <a:gd name="connsiteY3" fmla="*/ 1935536 h 3772577"/>
              <a:gd name="connsiteX4" fmla="*/ 9092499 w 9603978"/>
              <a:gd name="connsiteY4" fmla="*/ 1931849 h 3772577"/>
              <a:gd name="connsiteX5" fmla="*/ 9078584 w 9603978"/>
              <a:gd name="connsiteY5" fmla="*/ 1054596 h 3772577"/>
              <a:gd name="connsiteX6" fmla="*/ 7148003 w 9603978"/>
              <a:gd name="connsiteY6" fmla="*/ 1023088 h 3772577"/>
              <a:gd name="connsiteX7" fmla="*/ 4340274 w 9603978"/>
              <a:gd name="connsiteY7" fmla="*/ 12 h 3772577"/>
              <a:gd name="connsiteX8" fmla="*/ 1736947 w 9603978"/>
              <a:gd name="connsiteY8" fmla="*/ 11575 h 3772577"/>
              <a:gd name="connsiteX9" fmla="*/ 5346 w 9603978"/>
              <a:gd name="connsiteY9" fmla="*/ 1797223 h 3772577"/>
              <a:gd name="connsiteX10" fmla="*/ 10475 w 9603978"/>
              <a:gd name="connsiteY10" fmla="*/ 3020329 h 3772577"/>
              <a:gd name="connsiteX0" fmla="*/ 2264691 w 9612804"/>
              <a:gd name="connsiteY0" fmla="*/ 3772577 h 3772577"/>
              <a:gd name="connsiteX1" fmla="*/ 2250292 w 9612804"/>
              <a:gd name="connsiteY1" fmla="*/ 2591594 h 3772577"/>
              <a:gd name="connsiteX2" fmla="*/ 3048262 w 9612804"/>
              <a:gd name="connsiteY2" fmla="*/ 1919585 h 3772577"/>
              <a:gd name="connsiteX3" fmla="*/ 6121366 w 9612804"/>
              <a:gd name="connsiteY3" fmla="*/ 1935536 h 3772577"/>
              <a:gd name="connsiteX4" fmla="*/ 9092499 w 9612804"/>
              <a:gd name="connsiteY4" fmla="*/ 1931849 h 3772577"/>
              <a:gd name="connsiteX5" fmla="*/ 9078584 w 9612804"/>
              <a:gd name="connsiteY5" fmla="*/ 1054596 h 3772577"/>
              <a:gd name="connsiteX6" fmla="*/ 7148003 w 9612804"/>
              <a:gd name="connsiteY6" fmla="*/ 1023088 h 3772577"/>
              <a:gd name="connsiteX7" fmla="*/ 4340274 w 9612804"/>
              <a:gd name="connsiteY7" fmla="*/ 12 h 3772577"/>
              <a:gd name="connsiteX8" fmla="*/ 1736947 w 9612804"/>
              <a:gd name="connsiteY8" fmla="*/ 11575 h 3772577"/>
              <a:gd name="connsiteX9" fmla="*/ 5346 w 9612804"/>
              <a:gd name="connsiteY9" fmla="*/ 1797223 h 3772577"/>
              <a:gd name="connsiteX10" fmla="*/ 10475 w 9612804"/>
              <a:gd name="connsiteY10" fmla="*/ 3020329 h 377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12804" h="3772577">
                <a:moveTo>
                  <a:pt x="2264691" y="3772577"/>
                </a:moveTo>
                <a:cubicBezTo>
                  <a:pt x="2263784" y="3506482"/>
                  <a:pt x="2251955" y="3188494"/>
                  <a:pt x="2250292" y="2591594"/>
                </a:cubicBezTo>
                <a:cubicBezTo>
                  <a:pt x="2244532" y="2088034"/>
                  <a:pt x="2390890" y="1938042"/>
                  <a:pt x="3048262" y="1919585"/>
                </a:cubicBezTo>
                <a:lnTo>
                  <a:pt x="6121366" y="1935536"/>
                </a:lnTo>
                <a:lnTo>
                  <a:pt x="9092499" y="1931849"/>
                </a:lnTo>
                <a:cubicBezTo>
                  <a:pt x="9790512" y="1962733"/>
                  <a:pt x="9786548" y="1047153"/>
                  <a:pt x="9078584" y="1054596"/>
                </a:cubicBezTo>
                <a:cubicBezTo>
                  <a:pt x="8710550" y="1046395"/>
                  <a:pt x="7966851" y="1052116"/>
                  <a:pt x="7148003" y="1023088"/>
                </a:cubicBezTo>
                <a:cubicBezTo>
                  <a:pt x="6011575" y="979567"/>
                  <a:pt x="5306784" y="-4121"/>
                  <a:pt x="4340274" y="12"/>
                </a:cubicBezTo>
                <a:lnTo>
                  <a:pt x="1736947" y="11575"/>
                </a:lnTo>
                <a:cubicBezTo>
                  <a:pt x="410779" y="67880"/>
                  <a:pt x="2248" y="1246550"/>
                  <a:pt x="5346" y="1797223"/>
                </a:cubicBezTo>
                <a:cubicBezTo>
                  <a:pt x="-9169" y="2339089"/>
                  <a:pt x="10475" y="3020329"/>
                  <a:pt x="10475" y="3020329"/>
                </a:cubicBezTo>
              </a:path>
            </a:pathLst>
          </a:custGeom>
          <a:gradFill flip="none" rotWithShape="1">
            <a:gsLst>
              <a:gs pos="73000">
                <a:schemeClr val="bg2">
                  <a:lumMod val="75000"/>
                </a:schemeClr>
              </a:gs>
              <a:gs pos="22000">
                <a:schemeClr val="bg2">
                  <a:lumMod val="50000"/>
                </a:schemeClr>
              </a:gs>
              <a:gs pos="40000">
                <a:schemeClr val="bg2">
                  <a:lumMod val="25000"/>
                </a:schemeClr>
              </a:gs>
              <a:gs pos="100000">
                <a:schemeClr val="bg2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6" name="Flussdiagramm: Daten 15">
            <a:extLst>
              <a:ext uri="{FF2B5EF4-FFF2-40B4-BE49-F238E27FC236}">
                <a16:creationId xmlns:a16="http://schemas.microsoft.com/office/drawing/2014/main" id="{95A54508-B645-9B1E-AA41-763B383C5927}"/>
              </a:ext>
            </a:extLst>
          </p:cNvPr>
          <p:cNvSpPr/>
          <p:nvPr/>
        </p:nvSpPr>
        <p:spPr>
          <a:xfrm rot="762231" flipV="1">
            <a:off x="-303320" y="2893455"/>
            <a:ext cx="3194541" cy="347742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291"/>
              <a:gd name="connsiteY0" fmla="*/ 11568 h 11568"/>
              <a:gd name="connsiteX1" fmla="*/ 2291 w 10291"/>
              <a:gd name="connsiteY1" fmla="*/ 0 h 11568"/>
              <a:gd name="connsiteX2" fmla="*/ 10291 w 10291"/>
              <a:gd name="connsiteY2" fmla="*/ 0 h 11568"/>
              <a:gd name="connsiteX3" fmla="*/ 8291 w 10291"/>
              <a:gd name="connsiteY3" fmla="*/ 10000 h 11568"/>
              <a:gd name="connsiteX4" fmla="*/ 0 w 10291"/>
              <a:gd name="connsiteY4" fmla="*/ 11568 h 11568"/>
              <a:gd name="connsiteX0" fmla="*/ 0 w 10556"/>
              <a:gd name="connsiteY0" fmla="*/ 12769 h 12769"/>
              <a:gd name="connsiteX1" fmla="*/ 2556 w 10556"/>
              <a:gd name="connsiteY1" fmla="*/ 0 h 12769"/>
              <a:gd name="connsiteX2" fmla="*/ 10556 w 10556"/>
              <a:gd name="connsiteY2" fmla="*/ 0 h 12769"/>
              <a:gd name="connsiteX3" fmla="*/ 8556 w 10556"/>
              <a:gd name="connsiteY3" fmla="*/ 10000 h 12769"/>
              <a:gd name="connsiteX4" fmla="*/ 0 w 10556"/>
              <a:gd name="connsiteY4" fmla="*/ 12769 h 12769"/>
              <a:gd name="connsiteX0" fmla="*/ 0 w 10839"/>
              <a:gd name="connsiteY0" fmla="*/ 13945 h 13945"/>
              <a:gd name="connsiteX1" fmla="*/ 2839 w 10839"/>
              <a:gd name="connsiteY1" fmla="*/ 0 h 13945"/>
              <a:gd name="connsiteX2" fmla="*/ 10839 w 10839"/>
              <a:gd name="connsiteY2" fmla="*/ 0 h 13945"/>
              <a:gd name="connsiteX3" fmla="*/ 8839 w 10839"/>
              <a:gd name="connsiteY3" fmla="*/ 10000 h 13945"/>
              <a:gd name="connsiteX4" fmla="*/ 0 w 10839"/>
              <a:gd name="connsiteY4" fmla="*/ 13945 h 13945"/>
              <a:gd name="connsiteX0" fmla="*/ 0 w 10917"/>
              <a:gd name="connsiteY0" fmla="*/ 14566 h 14566"/>
              <a:gd name="connsiteX1" fmla="*/ 2917 w 10917"/>
              <a:gd name="connsiteY1" fmla="*/ 0 h 14566"/>
              <a:gd name="connsiteX2" fmla="*/ 10917 w 10917"/>
              <a:gd name="connsiteY2" fmla="*/ 0 h 14566"/>
              <a:gd name="connsiteX3" fmla="*/ 8917 w 10917"/>
              <a:gd name="connsiteY3" fmla="*/ 10000 h 14566"/>
              <a:gd name="connsiteX4" fmla="*/ 0 w 10917"/>
              <a:gd name="connsiteY4" fmla="*/ 14566 h 14566"/>
              <a:gd name="connsiteX0" fmla="*/ 0 w 11104"/>
              <a:gd name="connsiteY0" fmla="*/ 15146 h 15146"/>
              <a:gd name="connsiteX1" fmla="*/ 3104 w 11104"/>
              <a:gd name="connsiteY1" fmla="*/ 0 h 15146"/>
              <a:gd name="connsiteX2" fmla="*/ 11104 w 11104"/>
              <a:gd name="connsiteY2" fmla="*/ 0 h 15146"/>
              <a:gd name="connsiteX3" fmla="*/ 9104 w 11104"/>
              <a:gd name="connsiteY3" fmla="*/ 10000 h 15146"/>
              <a:gd name="connsiteX4" fmla="*/ 0 w 11104"/>
              <a:gd name="connsiteY4" fmla="*/ 15146 h 15146"/>
              <a:gd name="connsiteX0" fmla="*/ 0 w 10259"/>
              <a:gd name="connsiteY0" fmla="*/ 11415 h 11415"/>
              <a:gd name="connsiteX1" fmla="*/ 2259 w 10259"/>
              <a:gd name="connsiteY1" fmla="*/ 0 h 11415"/>
              <a:gd name="connsiteX2" fmla="*/ 10259 w 10259"/>
              <a:gd name="connsiteY2" fmla="*/ 0 h 11415"/>
              <a:gd name="connsiteX3" fmla="*/ 8259 w 10259"/>
              <a:gd name="connsiteY3" fmla="*/ 10000 h 11415"/>
              <a:gd name="connsiteX4" fmla="*/ 0 w 10259"/>
              <a:gd name="connsiteY4" fmla="*/ 11415 h 11415"/>
              <a:gd name="connsiteX0" fmla="*/ 0 w 9896"/>
              <a:gd name="connsiteY0" fmla="*/ 10038 h 10038"/>
              <a:gd name="connsiteX1" fmla="*/ 1896 w 9896"/>
              <a:gd name="connsiteY1" fmla="*/ 0 h 10038"/>
              <a:gd name="connsiteX2" fmla="*/ 9896 w 9896"/>
              <a:gd name="connsiteY2" fmla="*/ 0 h 10038"/>
              <a:gd name="connsiteX3" fmla="*/ 7896 w 9896"/>
              <a:gd name="connsiteY3" fmla="*/ 10000 h 10038"/>
              <a:gd name="connsiteX4" fmla="*/ 0 w 9896"/>
              <a:gd name="connsiteY4" fmla="*/ 10038 h 10038"/>
              <a:gd name="connsiteX0" fmla="*/ 0 w 10452"/>
              <a:gd name="connsiteY0" fmla="*/ 11323 h 11323"/>
              <a:gd name="connsiteX1" fmla="*/ 2368 w 10452"/>
              <a:gd name="connsiteY1" fmla="*/ 0 h 11323"/>
              <a:gd name="connsiteX2" fmla="*/ 10452 w 10452"/>
              <a:gd name="connsiteY2" fmla="*/ 0 h 11323"/>
              <a:gd name="connsiteX3" fmla="*/ 8431 w 10452"/>
              <a:gd name="connsiteY3" fmla="*/ 9962 h 11323"/>
              <a:gd name="connsiteX4" fmla="*/ 0 w 10452"/>
              <a:gd name="connsiteY4" fmla="*/ 11323 h 11323"/>
              <a:gd name="connsiteX0" fmla="*/ 0 w 10900"/>
              <a:gd name="connsiteY0" fmla="*/ 12864 h 12864"/>
              <a:gd name="connsiteX1" fmla="*/ 2816 w 10900"/>
              <a:gd name="connsiteY1" fmla="*/ 0 h 12864"/>
              <a:gd name="connsiteX2" fmla="*/ 10900 w 10900"/>
              <a:gd name="connsiteY2" fmla="*/ 0 h 12864"/>
              <a:gd name="connsiteX3" fmla="*/ 8879 w 10900"/>
              <a:gd name="connsiteY3" fmla="*/ 9962 h 12864"/>
              <a:gd name="connsiteX4" fmla="*/ 0 w 10900"/>
              <a:gd name="connsiteY4" fmla="*/ 12864 h 12864"/>
              <a:gd name="connsiteX0" fmla="*/ 0 w 10886"/>
              <a:gd name="connsiteY0" fmla="*/ 13275 h 13275"/>
              <a:gd name="connsiteX1" fmla="*/ 2802 w 10886"/>
              <a:gd name="connsiteY1" fmla="*/ 0 h 13275"/>
              <a:gd name="connsiteX2" fmla="*/ 10886 w 10886"/>
              <a:gd name="connsiteY2" fmla="*/ 0 h 13275"/>
              <a:gd name="connsiteX3" fmla="*/ 8865 w 10886"/>
              <a:gd name="connsiteY3" fmla="*/ 9962 h 13275"/>
              <a:gd name="connsiteX4" fmla="*/ 0 w 10886"/>
              <a:gd name="connsiteY4" fmla="*/ 13275 h 1327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877 w 10898"/>
              <a:gd name="connsiteY3" fmla="*/ 9962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4 w 10898"/>
              <a:gd name="connsiteY3" fmla="*/ 963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55 w 10898"/>
              <a:gd name="connsiteY3" fmla="*/ 940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85 w 10898"/>
              <a:gd name="connsiteY3" fmla="*/ 905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80 w 10898"/>
              <a:gd name="connsiteY3" fmla="*/ 919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1 w 10898"/>
              <a:gd name="connsiteY3" fmla="*/ 931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6 w 10898"/>
              <a:gd name="connsiteY3" fmla="*/ 937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3 w 10898"/>
              <a:gd name="connsiteY3" fmla="*/ 9398 h 13815"/>
              <a:gd name="connsiteX4" fmla="*/ 0 w 10898"/>
              <a:gd name="connsiteY4" fmla="*/ 13815 h 1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" h="13815">
                <a:moveTo>
                  <a:pt x="0" y="13815"/>
                </a:moveTo>
                <a:lnTo>
                  <a:pt x="2814" y="0"/>
                </a:lnTo>
                <a:lnTo>
                  <a:pt x="10898" y="0"/>
                </a:lnTo>
                <a:lnTo>
                  <a:pt x="9003" y="9398"/>
                </a:lnTo>
                <a:lnTo>
                  <a:pt x="0" y="13815"/>
                </a:lnTo>
                <a:close/>
              </a:path>
            </a:pathLst>
          </a:custGeom>
          <a:gradFill flip="none" rotWithShape="1">
            <a:gsLst>
              <a:gs pos="27000">
                <a:srgbClr val="D4D4D4">
                  <a:alpha val="20000"/>
                </a:srgbClr>
              </a:gs>
              <a:gs pos="18000">
                <a:srgbClr val="CAD1D4">
                  <a:alpha val="1961"/>
                </a:srgbClr>
              </a:gs>
              <a:gs pos="39000">
                <a:srgbClr val="C0C0C0">
                  <a:alpha val="76000"/>
                  <a:lumMod val="80000"/>
                </a:srgbClr>
              </a:gs>
              <a:gs pos="0">
                <a:schemeClr val="bg1">
                  <a:lumMod val="85000"/>
                  <a:alpha val="0"/>
                </a:schemeClr>
              </a:gs>
              <a:gs pos="55000">
                <a:srgbClr val="939393"/>
              </a:gs>
              <a:gs pos="44000">
                <a:schemeClr val="bg2">
                  <a:lumMod val="61000"/>
                </a:schemeClr>
              </a:gs>
              <a:gs pos="82000">
                <a:schemeClr val="tx1">
                  <a:lumMod val="75000"/>
                  <a:lumOff val="25000"/>
                </a:schemeClr>
              </a:gs>
            </a:gsLst>
            <a:lin ang="63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AD774DFE-3AE9-AB41-7DFA-267C041B0D95}"/>
              </a:ext>
            </a:extLst>
          </p:cNvPr>
          <p:cNvSpPr/>
          <p:nvPr/>
        </p:nvSpPr>
        <p:spPr>
          <a:xfrm>
            <a:off x="119336" y="347277"/>
            <a:ext cx="10264003" cy="3973772"/>
          </a:xfrm>
          <a:custGeom>
            <a:avLst/>
            <a:gdLst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13" fmla="*/ 461848 w 10092827"/>
              <a:gd name="connsiteY13" fmla="*/ 5958411 h 6154354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0" fmla="*/ 2014876 w 10092827"/>
              <a:gd name="connsiteY0" fmla="*/ 6096296 h 6800240"/>
              <a:gd name="connsiteX1" fmla="*/ 1985848 w 10092827"/>
              <a:gd name="connsiteY1" fmla="*/ 2866868 h 6800240"/>
              <a:gd name="connsiteX2" fmla="*/ 2820419 w 10092827"/>
              <a:gd name="connsiteY2" fmla="*/ 1495268 h 6800240"/>
              <a:gd name="connsiteX3" fmla="*/ 4511334 w 10092827"/>
              <a:gd name="connsiteY3" fmla="*/ 1161439 h 6800240"/>
              <a:gd name="connsiteX4" fmla="*/ 6006305 w 10092827"/>
              <a:gd name="connsiteY4" fmla="*/ 1821839 h 6800240"/>
              <a:gd name="connsiteX5" fmla="*/ 9888876 w 10092827"/>
              <a:gd name="connsiteY5" fmla="*/ 1858125 h 6800240"/>
              <a:gd name="connsiteX6" fmla="*/ 9228476 w 10092827"/>
              <a:gd name="connsiteY6" fmla="*/ 689725 h 6800240"/>
              <a:gd name="connsiteX7" fmla="*/ 6485276 w 10092827"/>
              <a:gd name="connsiteY7" fmla="*/ 646182 h 6800240"/>
              <a:gd name="connsiteX8" fmla="*/ 4649219 w 10092827"/>
              <a:gd name="connsiteY8" fmla="*/ 116411 h 6800240"/>
              <a:gd name="connsiteX9" fmla="*/ 1492362 w 10092827"/>
              <a:gd name="connsiteY9" fmla="*/ 159954 h 6800240"/>
              <a:gd name="connsiteX10" fmla="*/ 157048 w 10092827"/>
              <a:gd name="connsiteY10" fmla="*/ 1792811 h 6800240"/>
              <a:gd name="connsiteX11" fmla="*/ 26419 w 10092827"/>
              <a:gd name="connsiteY11" fmla="*/ 6154354 h 6800240"/>
              <a:gd name="connsiteX12" fmla="*/ 831962 w 10092827"/>
              <a:gd name="connsiteY12" fmla="*/ 6800240 h 6800240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0" fmla="*/ 1908035 w 9985986"/>
              <a:gd name="connsiteY0" fmla="*/ 6096296 h 6219669"/>
              <a:gd name="connsiteX1" fmla="*/ 1879007 w 9985986"/>
              <a:gd name="connsiteY1" fmla="*/ 2866868 h 6219669"/>
              <a:gd name="connsiteX2" fmla="*/ 2713578 w 9985986"/>
              <a:gd name="connsiteY2" fmla="*/ 1495268 h 6219669"/>
              <a:gd name="connsiteX3" fmla="*/ 4404493 w 9985986"/>
              <a:gd name="connsiteY3" fmla="*/ 1161439 h 6219669"/>
              <a:gd name="connsiteX4" fmla="*/ 5899464 w 9985986"/>
              <a:gd name="connsiteY4" fmla="*/ 1821839 h 6219669"/>
              <a:gd name="connsiteX5" fmla="*/ 9782035 w 9985986"/>
              <a:gd name="connsiteY5" fmla="*/ 1858125 h 6219669"/>
              <a:gd name="connsiteX6" fmla="*/ 9121635 w 9985986"/>
              <a:gd name="connsiteY6" fmla="*/ 689725 h 6219669"/>
              <a:gd name="connsiteX7" fmla="*/ 6378435 w 9985986"/>
              <a:gd name="connsiteY7" fmla="*/ 646182 h 6219669"/>
              <a:gd name="connsiteX8" fmla="*/ 4542378 w 9985986"/>
              <a:gd name="connsiteY8" fmla="*/ 116411 h 6219669"/>
              <a:gd name="connsiteX9" fmla="*/ 1385521 w 9985986"/>
              <a:gd name="connsiteY9" fmla="*/ 159954 h 6219669"/>
              <a:gd name="connsiteX10" fmla="*/ 50207 w 9985986"/>
              <a:gd name="connsiteY10" fmla="*/ 1792811 h 6219669"/>
              <a:gd name="connsiteX11" fmla="*/ 260663 w 9985986"/>
              <a:gd name="connsiteY11" fmla="*/ 6219669 h 6219669"/>
              <a:gd name="connsiteX0" fmla="*/ 1793893 w 9871844"/>
              <a:gd name="connsiteY0" fmla="*/ 6111104 h 6234477"/>
              <a:gd name="connsiteX1" fmla="*/ 1764865 w 9871844"/>
              <a:gd name="connsiteY1" fmla="*/ 2881676 h 6234477"/>
              <a:gd name="connsiteX2" fmla="*/ 2599436 w 9871844"/>
              <a:gd name="connsiteY2" fmla="*/ 1510076 h 6234477"/>
              <a:gd name="connsiteX3" fmla="*/ 4290351 w 9871844"/>
              <a:gd name="connsiteY3" fmla="*/ 1176247 h 6234477"/>
              <a:gd name="connsiteX4" fmla="*/ 5785322 w 9871844"/>
              <a:gd name="connsiteY4" fmla="*/ 1836647 h 6234477"/>
              <a:gd name="connsiteX5" fmla="*/ 9667893 w 9871844"/>
              <a:gd name="connsiteY5" fmla="*/ 1872933 h 6234477"/>
              <a:gd name="connsiteX6" fmla="*/ 9007493 w 9871844"/>
              <a:gd name="connsiteY6" fmla="*/ 704533 h 6234477"/>
              <a:gd name="connsiteX7" fmla="*/ 6264293 w 9871844"/>
              <a:gd name="connsiteY7" fmla="*/ 660990 h 6234477"/>
              <a:gd name="connsiteX8" fmla="*/ 4428236 w 9871844"/>
              <a:gd name="connsiteY8" fmla="*/ 131219 h 6234477"/>
              <a:gd name="connsiteX9" fmla="*/ 1271379 w 9871844"/>
              <a:gd name="connsiteY9" fmla="*/ 174762 h 6234477"/>
              <a:gd name="connsiteX10" fmla="*/ 66694 w 9871844"/>
              <a:gd name="connsiteY10" fmla="*/ 2018076 h 6234477"/>
              <a:gd name="connsiteX11" fmla="*/ 146521 w 9871844"/>
              <a:gd name="connsiteY11" fmla="*/ 6234477 h 6234477"/>
              <a:gd name="connsiteX0" fmla="*/ 1809514 w 9887465"/>
              <a:gd name="connsiteY0" fmla="*/ 6111104 h 6365105"/>
              <a:gd name="connsiteX1" fmla="*/ 1780486 w 9887465"/>
              <a:gd name="connsiteY1" fmla="*/ 2881676 h 6365105"/>
              <a:gd name="connsiteX2" fmla="*/ 2615057 w 9887465"/>
              <a:gd name="connsiteY2" fmla="*/ 1510076 h 6365105"/>
              <a:gd name="connsiteX3" fmla="*/ 4305972 w 9887465"/>
              <a:gd name="connsiteY3" fmla="*/ 1176247 h 6365105"/>
              <a:gd name="connsiteX4" fmla="*/ 5800943 w 9887465"/>
              <a:gd name="connsiteY4" fmla="*/ 1836647 h 6365105"/>
              <a:gd name="connsiteX5" fmla="*/ 9683514 w 9887465"/>
              <a:gd name="connsiteY5" fmla="*/ 1872933 h 6365105"/>
              <a:gd name="connsiteX6" fmla="*/ 9023114 w 9887465"/>
              <a:gd name="connsiteY6" fmla="*/ 704533 h 6365105"/>
              <a:gd name="connsiteX7" fmla="*/ 6279914 w 9887465"/>
              <a:gd name="connsiteY7" fmla="*/ 660990 h 6365105"/>
              <a:gd name="connsiteX8" fmla="*/ 4443857 w 9887465"/>
              <a:gd name="connsiteY8" fmla="*/ 131219 h 6365105"/>
              <a:gd name="connsiteX9" fmla="*/ 1287000 w 9887465"/>
              <a:gd name="connsiteY9" fmla="*/ 174762 h 6365105"/>
              <a:gd name="connsiteX10" fmla="*/ 82315 w 9887465"/>
              <a:gd name="connsiteY10" fmla="*/ 2018076 h 6365105"/>
              <a:gd name="connsiteX11" fmla="*/ 104084 w 9887465"/>
              <a:gd name="connsiteY11" fmla="*/ 6365105 h 6365105"/>
              <a:gd name="connsiteX0" fmla="*/ 1809514 w 9887465"/>
              <a:gd name="connsiteY0" fmla="*/ 6111104 h 6372362"/>
              <a:gd name="connsiteX1" fmla="*/ 1780486 w 9887465"/>
              <a:gd name="connsiteY1" fmla="*/ 2881676 h 6372362"/>
              <a:gd name="connsiteX2" fmla="*/ 2615057 w 9887465"/>
              <a:gd name="connsiteY2" fmla="*/ 1510076 h 6372362"/>
              <a:gd name="connsiteX3" fmla="*/ 4305972 w 9887465"/>
              <a:gd name="connsiteY3" fmla="*/ 1176247 h 6372362"/>
              <a:gd name="connsiteX4" fmla="*/ 5800943 w 9887465"/>
              <a:gd name="connsiteY4" fmla="*/ 1836647 h 6372362"/>
              <a:gd name="connsiteX5" fmla="*/ 9683514 w 9887465"/>
              <a:gd name="connsiteY5" fmla="*/ 1872933 h 6372362"/>
              <a:gd name="connsiteX6" fmla="*/ 9023114 w 9887465"/>
              <a:gd name="connsiteY6" fmla="*/ 704533 h 6372362"/>
              <a:gd name="connsiteX7" fmla="*/ 6279914 w 9887465"/>
              <a:gd name="connsiteY7" fmla="*/ 660990 h 6372362"/>
              <a:gd name="connsiteX8" fmla="*/ 4443857 w 9887465"/>
              <a:gd name="connsiteY8" fmla="*/ 131219 h 6372362"/>
              <a:gd name="connsiteX9" fmla="*/ 1287000 w 9887465"/>
              <a:gd name="connsiteY9" fmla="*/ 174762 h 6372362"/>
              <a:gd name="connsiteX10" fmla="*/ 82315 w 9887465"/>
              <a:gd name="connsiteY10" fmla="*/ 2018076 h 6372362"/>
              <a:gd name="connsiteX11" fmla="*/ 104084 w 9887465"/>
              <a:gd name="connsiteY11" fmla="*/ 6372362 h 6372362"/>
              <a:gd name="connsiteX0" fmla="*/ 1809514 w 9887465"/>
              <a:gd name="connsiteY0" fmla="*/ 6111104 h 6379619"/>
              <a:gd name="connsiteX1" fmla="*/ 1780486 w 9887465"/>
              <a:gd name="connsiteY1" fmla="*/ 2881676 h 6379619"/>
              <a:gd name="connsiteX2" fmla="*/ 2615057 w 9887465"/>
              <a:gd name="connsiteY2" fmla="*/ 1510076 h 6379619"/>
              <a:gd name="connsiteX3" fmla="*/ 4305972 w 9887465"/>
              <a:gd name="connsiteY3" fmla="*/ 1176247 h 6379619"/>
              <a:gd name="connsiteX4" fmla="*/ 5800943 w 9887465"/>
              <a:gd name="connsiteY4" fmla="*/ 1836647 h 6379619"/>
              <a:gd name="connsiteX5" fmla="*/ 9683514 w 9887465"/>
              <a:gd name="connsiteY5" fmla="*/ 1872933 h 6379619"/>
              <a:gd name="connsiteX6" fmla="*/ 9023114 w 9887465"/>
              <a:gd name="connsiteY6" fmla="*/ 704533 h 6379619"/>
              <a:gd name="connsiteX7" fmla="*/ 6279914 w 9887465"/>
              <a:gd name="connsiteY7" fmla="*/ 660990 h 6379619"/>
              <a:gd name="connsiteX8" fmla="*/ 4443857 w 9887465"/>
              <a:gd name="connsiteY8" fmla="*/ 131219 h 6379619"/>
              <a:gd name="connsiteX9" fmla="*/ 1287000 w 9887465"/>
              <a:gd name="connsiteY9" fmla="*/ 174762 h 6379619"/>
              <a:gd name="connsiteX10" fmla="*/ 82315 w 9887465"/>
              <a:gd name="connsiteY10" fmla="*/ 2018076 h 6379619"/>
              <a:gd name="connsiteX11" fmla="*/ 104084 w 9887465"/>
              <a:gd name="connsiteY11" fmla="*/ 6379619 h 6379619"/>
              <a:gd name="connsiteX0" fmla="*/ 1733763 w 9811714"/>
              <a:gd name="connsiteY0" fmla="*/ 6111104 h 6379619"/>
              <a:gd name="connsiteX1" fmla="*/ 1704735 w 9811714"/>
              <a:gd name="connsiteY1" fmla="*/ 2881676 h 6379619"/>
              <a:gd name="connsiteX2" fmla="*/ 2539306 w 9811714"/>
              <a:gd name="connsiteY2" fmla="*/ 1510076 h 6379619"/>
              <a:gd name="connsiteX3" fmla="*/ 4230221 w 9811714"/>
              <a:gd name="connsiteY3" fmla="*/ 1176247 h 6379619"/>
              <a:gd name="connsiteX4" fmla="*/ 5725192 w 9811714"/>
              <a:gd name="connsiteY4" fmla="*/ 1836647 h 6379619"/>
              <a:gd name="connsiteX5" fmla="*/ 9607763 w 9811714"/>
              <a:gd name="connsiteY5" fmla="*/ 1872933 h 6379619"/>
              <a:gd name="connsiteX6" fmla="*/ 8947363 w 9811714"/>
              <a:gd name="connsiteY6" fmla="*/ 704533 h 6379619"/>
              <a:gd name="connsiteX7" fmla="*/ 6204163 w 9811714"/>
              <a:gd name="connsiteY7" fmla="*/ 660990 h 6379619"/>
              <a:gd name="connsiteX8" fmla="*/ 4368106 w 9811714"/>
              <a:gd name="connsiteY8" fmla="*/ 131219 h 6379619"/>
              <a:gd name="connsiteX9" fmla="*/ 1211249 w 9811714"/>
              <a:gd name="connsiteY9" fmla="*/ 174762 h 6379619"/>
              <a:gd name="connsiteX10" fmla="*/ 6564 w 9811714"/>
              <a:gd name="connsiteY10" fmla="*/ 2018076 h 6379619"/>
              <a:gd name="connsiteX11" fmla="*/ 28333 w 9811714"/>
              <a:gd name="connsiteY11" fmla="*/ 6379619 h 6379619"/>
              <a:gd name="connsiteX0" fmla="*/ 1807347 w 9885298"/>
              <a:gd name="connsiteY0" fmla="*/ 6111104 h 6394133"/>
              <a:gd name="connsiteX1" fmla="*/ 1778319 w 9885298"/>
              <a:gd name="connsiteY1" fmla="*/ 2881676 h 6394133"/>
              <a:gd name="connsiteX2" fmla="*/ 2612890 w 9885298"/>
              <a:gd name="connsiteY2" fmla="*/ 1510076 h 6394133"/>
              <a:gd name="connsiteX3" fmla="*/ 4303805 w 9885298"/>
              <a:gd name="connsiteY3" fmla="*/ 1176247 h 6394133"/>
              <a:gd name="connsiteX4" fmla="*/ 5798776 w 9885298"/>
              <a:gd name="connsiteY4" fmla="*/ 1836647 h 6394133"/>
              <a:gd name="connsiteX5" fmla="*/ 9681347 w 9885298"/>
              <a:gd name="connsiteY5" fmla="*/ 1872933 h 6394133"/>
              <a:gd name="connsiteX6" fmla="*/ 9020947 w 9885298"/>
              <a:gd name="connsiteY6" fmla="*/ 704533 h 6394133"/>
              <a:gd name="connsiteX7" fmla="*/ 6277747 w 9885298"/>
              <a:gd name="connsiteY7" fmla="*/ 660990 h 6394133"/>
              <a:gd name="connsiteX8" fmla="*/ 4441690 w 9885298"/>
              <a:gd name="connsiteY8" fmla="*/ 131219 h 6394133"/>
              <a:gd name="connsiteX9" fmla="*/ 1284833 w 9885298"/>
              <a:gd name="connsiteY9" fmla="*/ 174762 h 6394133"/>
              <a:gd name="connsiteX10" fmla="*/ 80148 w 9885298"/>
              <a:gd name="connsiteY10" fmla="*/ 2018076 h 6394133"/>
              <a:gd name="connsiteX11" fmla="*/ 109174 w 9885298"/>
              <a:gd name="connsiteY11" fmla="*/ 6394133 h 6394133"/>
              <a:gd name="connsiteX0" fmla="*/ 1727280 w 9805231"/>
              <a:gd name="connsiteY0" fmla="*/ 6111104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13052"/>
              <a:gd name="connsiteY0" fmla="*/ 6379618 h 6394133"/>
              <a:gd name="connsiteX1" fmla="*/ 1458767 w 9813052"/>
              <a:gd name="connsiteY1" fmla="*/ 2867162 h 6394133"/>
              <a:gd name="connsiteX2" fmla="*/ 2032080 w 9813052"/>
              <a:gd name="connsiteY2" fmla="*/ 1669733 h 6394133"/>
              <a:gd name="connsiteX3" fmla="*/ 3599624 w 9813052"/>
              <a:gd name="connsiteY3" fmla="*/ 1502819 h 6394133"/>
              <a:gd name="connsiteX4" fmla="*/ 5609852 w 9813052"/>
              <a:gd name="connsiteY4" fmla="*/ 2344647 h 6394133"/>
              <a:gd name="connsiteX5" fmla="*/ 9601280 w 9813052"/>
              <a:gd name="connsiteY5" fmla="*/ 1872933 h 6394133"/>
              <a:gd name="connsiteX6" fmla="*/ 8940880 w 9813052"/>
              <a:gd name="connsiteY6" fmla="*/ 704533 h 6394133"/>
              <a:gd name="connsiteX7" fmla="*/ 6197680 w 9813052"/>
              <a:gd name="connsiteY7" fmla="*/ 660990 h 6394133"/>
              <a:gd name="connsiteX8" fmla="*/ 4361623 w 9813052"/>
              <a:gd name="connsiteY8" fmla="*/ 131219 h 6394133"/>
              <a:gd name="connsiteX9" fmla="*/ 1204766 w 9813052"/>
              <a:gd name="connsiteY9" fmla="*/ 174762 h 6394133"/>
              <a:gd name="connsiteX10" fmla="*/ 81 w 9813052"/>
              <a:gd name="connsiteY10" fmla="*/ 2018076 h 6394133"/>
              <a:gd name="connsiteX11" fmla="*/ 29107 w 9813052"/>
              <a:gd name="connsiteY11" fmla="*/ 6394133 h 6394133"/>
              <a:gd name="connsiteX0" fmla="*/ 1466022 w 9806904"/>
              <a:gd name="connsiteY0" fmla="*/ 6379618 h 6394133"/>
              <a:gd name="connsiteX1" fmla="*/ 1458767 w 9806904"/>
              <a:gd name="connsiteY1" fmla="*/ 2867162 h 6394133"/>
              <a:gd name="connsiteX2" fmla="*/ 2032080 w 9806904"/>
              <a:gd name="connsiteY2" fmla="*/ 1669733 h 6394133"/>
              <a:gd name="connsiteX3" fmla="*/ 3599624 w 9806904"/>
              <a:gd name="connsiteY3" fmla="*/ 1502819 h 6394133"/>
              <a:gd name="connsiteX4" fmla="*/ 5609852 w 9806904"/>
              <a:gd name="connsiteY4" fmla="*/ 2344647 h 6394133"/>
              <a:gd name="connsiteX5" fmla="*/ 9594023 w 9806904"/>
              <a:gd name="connsiteY5" fmla="*/ 2221275 h 6394133"/>
              <a:gd name="connsiteX6" fmla="*/ 8940880 w 9806904"/>
              <a:gd name="connsiteY6" fmla="*/ 704533 h 6394133"/>
              <a:gd name="connsiteX7" fmla="*/ 6197680 w 9806904"/>
              <a:gd name="connsiteY7" fmla="*/ 660990 h 6394133"/>
              <a:gd name="connsiteX8" fmla="*/ 4361623 w 9806904"/>
              <a:gd name="connsiteY8" fmla="*/ 131219 h 6394133"/>
              <a:gd name="connsiteX9" fmla="*/ 1204766 w 9806904"/>
              <a:gd name="connsiteY9" fmla="*/ 174762 h 6394133"/>
              <a:gd name="connsiteX10" fmla="*/ 81 w 9806904"/>
              <a:gd name="connsiteY10" fmla="*/ 2018076 h 6394133"/>
              <a:gd name="connsiteX11" fmla="*/ 29107 w 9806904"/>
              <a:gd name="connsiteY11" fmla="*/ 6394133 h 6394133"/>
              <a:gd name="connsiteX0" fmla="*/ 1466022 w 9892049"/>
              <a:gd name="connsiteY0" fmla="*/ 6379618 h 6394133"/>
              <a:gd name="connsiteX1" fmla="*/ 1458767 w 9892049"/>
              <a:gd name="connsiteY1" fmla="*/ 2867162 h 6394133"/>
              <a:gd name="connsiteX2" fmla="*/ 2032080 w 9892049"/>
              <a:gd name="connsiteY2" fmla="*/ 1669733 h 6394133"/>
              <a:gd name="connsiteX3" fmla="*/ 3599624 w 9892049"/>
              <a:gd name="connsiteY3" fmla="*/ 1502819 h 6394133"/>
              <a:gd name="connsiteX4" fmla="*/ 5609852 w 9892049"/>
              <a:gd name="connsiteY4" fmla="*/ 2344647 h 6394133"/>
              <a:gd name="connsiteX5" fmla="*/ 9594023 w 9892049"/>
              <a:gd name="connsiteY5" fmla="*/ 2221275 h 6394133"/>
              <a:gd name="connsiteX6" fmla="*/ 8940880 w 9892049"/>
              <a:gd name="connsiteY6" fmla="*/ 704533 h 6394133"/>
              <a:gd name="connsiteX7" fmla="*/ 6197680 w 9892049"/>
              <a:gd name="connsiteY7" fmla="*/ 660990 h 6394133"/>
              <a:gd name="connsiteX8" fmla="*/ 4361623 w 9892049"/>
              <a:gd name="connsiteY8" fmla="*/ 131219 h 6394133"/>
              <a:gd name="connsiteX9" fmla="*/ 1204766 w 9892049"/>
              <a:gd name="connsiteY9" fmla="*/ 174762 h 6394133"/>
              <a:gd name="connsiteX10" fmla="*/ 81 w 9892049"/>
              <a:gd name="connsiteY10" fmla="*/ 2018076 h 6394133"/>
              <a:gd name="connsiteX11" fmla="*/ 29107 w 9892049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758649"/>
              <a:gd name="connsiteY0" fmla="*/ 6379618 h 6394133"/>
              <a:gd name="connsiteX1" fmla="*/ 1458767 w 9758649"/>
              <a:gd name="connsiteY1" fmla="*/ 2867162 h 6394133"/>
              <a:gd name="connsiteX2" fmla="*/ 2032080 w 9758649"/>
              <a:gd name="connsiteY2" fmla="*/ 1669733 h 6394133"/>
              <a:gd name="connsiteX3" fmla="*/ 3599624 w 9758649"/>
              <a:gd name="connsiteY3" fmla="*/ 1502819 h 6394133"/>
              <a:gd name="connsiteX4" fmla="*/ 5602595 w 9758649"/>
              <a:gd name="connsiteY4" fmla="*/ 2047104 h 6394133"/>
              <a:gd name="connsiteX5" fmla="*/ 9535966 w 9758649"/>
              <a:gd name="connsiteY5" fmla="*/ 2054360 h 6394133"/>
              <a:gd name="connsiteX6" fmla="*/ 8940880 w 9758649"/>
              <a:gd name="connsiteY6" fmla="*/ 704533 h 6394133"/>
              <a:gd name="connsiteX7" fmla="*/ 6197680 w 9758649"/>
              <a:gd name="connsiteY7" fmla="*/ 660990 h 6394133"/>
              <a:gd name="connsiteX8" fmla="*/ 4361623 w 9758649"/>
              <a:gd name="connsiteY8" fmla="*/ 131219 h 6394133"/>
              <a:gd name="connsiteX9" fmla="*/ 1204766 w 9758649"/>
              <a:gd name="connsiteY9" fmla="*/ 174762 h 6394133"/>
              <a:gd name="connsiteX10" fmla="*/ 81 w 9758649"/>
              <a:gd name="connsiteY10" fmla="*/ 2018076 h 6394133"/>
              <a:gd name="connsiteX11" fmla="*/ 29107 w 9758649"/>
              <a:gd name="connsiteY11" fmla="*/ 6394133 h 6394133"/>
              <a:gd name="connsiteX0" fmla="*/ 1466022 w 9622995"/>
              <a:gd name="connsiteY0" fmla="*/ 6379618 h 6394133"/>
              <a:gd name="connsiteX1" fmla="*/ 1458767 w 9622995"/>
              <a:gd name="connsiteY1" fmla="*/ 2867162 h 6394133"/>
              <a:gd name="connsiteX2" fmla="*/ 2032080 w 9622995"/>
              <a:gd name="connsiteY2" fmla="*/ 1669733 h 6394133"/>
              <a:gd name="connsiteX3" fmla="*/ 3599624 w 9622995"/>
              <a:gd name="connsiteY3" fmla="*/ 1502819 h 6394133"/>
              <a:gd name="connsiteX4" fmla="*/ 5602595 w 9622995"/>
              <a:gd name="connsiteY4" fmla="*/ 2047104 h 6394133"/>
              <a:gd name="connsiteX5" fmla="*/ 9369051 w 9622995"/>
              <a:gd name="connsiteY5" fmla="*/ 2039845 h 6394133"/>
              <a:gd name="connsiteX6" fmla="*/ 8940880 w 9622995"/>
              <a:gd name="connsiteY6" fmla="*/ 704533 h 6394133"/>
              <a:gd name="connsiteX7" fmla="*/ 6197680 w 9622995"/>
              <a:gd name="connsiteY7" fmla="*/ 660990 h 6394133"/>
              <a:gd name="connsiteX8" fmla="*/ 4361623 w 9622995"/>
              <a:gd name="connsiteY8" fmla="*/ 131219 h 6394133"/>
              <a:gd name="connsiteX9" fmla="*/ 1204766 w 9622995"/>
              <a:gd name="connsiteY9" fmla="*/ 174762 h 6394133"/>
              <a:gd name="connsiteX10" fmla="*/ 81 w 9622995"/>
              <a:gd name="connsiteY10" fmla="*/ 2018076 h 6394133"/>
              <a:gd name="connsiteX11" fmla="*/ 29107 w 9622995"/>
              <a:gd name="connsiteY11" fmla="*/ 6394133 h 6394133"/>
              <a:gd name="connsiteX0" fmla="*/ 1466022 w 9668123"/>
              <a:gd name="connsiteY0" fmla="*/ 6379618 h 6394133"/>
              <a:gd name="connsiteX1" fmla="*/ 1458767 w 9668123"/>
              <a:gd name="connsiteY1" fmla="*/ 2867162 h 6394133"/>
              <a:gd name="connsiteX2" fmla="*/ 2032080 w 9668123"/>
              <a:gd name="connsiteY2" fmla="*/ 1669733 h 6394133"/>
              <a:gd name="connsiteX3" fmla="*/ 3599624 w 9668123"/>
              <a:gd name="connsiteY3" fmla="*/ 1502819 h 6394133"/>
              <a:gd name="connsiteX4" fmla="*/ 5602595 w 9668123"/>
              <a:gd name="connsiteY4" fmla="*/ 2047104 h 6394133"/>
              <a:gd name="connsiteX5" fmla="*/ 9369051 w 9668123"/>
              <a:gd name="connsiteY5" fmla="*/ 2039845 h 6394133"/>
              <a:gd name="connsiteX6" fmla="*/ 8940880 w 9668123"/>
              <a:gd name="connsiteY6" fmla="*/ 704533 h 6394133"/>
              <a:gd name="connsiteX7" fmla="*/ 6197680 w 9668123"/>
              <a:gd name="connsiteY7" fmla="*/ 660990 h 6394133"/>
              <a:gd name="connsiteX8" fmla="*/ 4361623 w 9668123"/>
              <a:gd name="connsiteY8" fmla="*/ 131219 h 6394133"/>
              <a:gd name="connsiteX9" fmla="*/ 1204766 w 9668123"/>
              <a:gd name="connsiteY9" fmla="*/ 174762 h 6394133"/>
              <a:gd name="connsiteX10" fmla="*/ 81 w 9668123"/>
              <a:gd name="connsiteY10" fmla="*/ 2018076 h 6394133"/>
              <a:gd name="connsiteX11" fmla="*/ 29107 w 9668123"/>
              <a:gd name="connsiteY11" fmla="*/ 6394133 h 6394133"/>
              <a:gd name="connsiteX0" fmla="*/ 1466022 w 9795780"/>
              <a:gd name="connsiteY0" fmla="*/ 6379618 h 6394133"/>
              <a:gd name="connsiteX1" fmla="*/ 1458767 w 9795780"/>
              <a:gd name="connsiteY1" fmla="*/ 2867162 h 6394133"/>
              <a:gd name="connsiteX2" fmla="*/ 2032080 w 9795780"/>
              <a:gd name="connsiteY2" fmla="*/ 1669733 h 6394133"/>
              <a:gd name="connsiteX3" fmla="*/ 3599624 w 9795780"/>
              <a:gd name="connsiteY3" fmla="*/ 1502819 h 6394133"/>
              <a:gd name="connsiteX4" fmla="*/ 5602595 w 9795780"/>
              <a:gd name="connsiteY4" fmla="*/ 2047104 h 6394133"/>
              <a:gd name="connsiteX5" fmla="*/ 9369051 w 9795780"/>
              <a:gd name="connsiteY5" fmla="*/ 2039845 h 6394133"/>
              <a:gd name="connsiteX6" fmla="*/ 9354537 w 9795780"/>
              <a:gd name="connsiteY6" fmla="*/ 602933 h 6394133"/>
              <a:gd name="connsiteX7" fmla="*/ 6197680 w 9795780"/>
              <a:gd name="connsiteY7" fmla="*/ 660990 h 6394133"/>
              <a:gd name="connsiteX8" fmla="*/ 4361623 w 9795780"/>
              <a:gd name="connsiteY8" fmla="*/ 131219 h 6394133"/>
              <a:gd name="connsiteX9" fmla="*/ 1204766 w 9795780"/>
              <a:gd name="connsiteY9" fmla="*/ 174762 h 6394133"/>
              <a:gd name="connsiteX10" fmla="*/ 81 w 9795780"/>
              <a:gd name="connsiteY10" fmla="*/ 2018076 h 6394133"/>
              <a:gd name="connsiteX11" fmla="*/ 29107 w 9795780"/>
              <a:gd name="connsiteY11" fmla="*/ 6394133 h 6394133"/>
              <a:gd name="connsiteX0" fmla="*/ 1466022 w 9823161"/>
              <a:gd name="connsiteY0" fmla="*/ 6379618 h 6394133"/>
              <a:gd name="connsiteX1" fmla="*/ 1458767 w 9823161"/>
              <a:gd name="connsiteY1" fmla="*/ 2867162 h 6394133"/>
              <a:gd name="connsiteX2" fmla="*/ 2032080 w 9823161"/>
              <a:gd name="connsiteY2" fmla="*/ 1669733 h 6394133"/>
              <a:gd name="connsiteX3" fmla="*/ 3599624 w 9823161"/>
              <a:gd name="connsiteY3" fmla="*/ 1502819 h 6394133"/>
              <a:gd name="connsiteX4" fmla="*/ 5602595 w 9823161"/>
              <a:gd name="connsiteY4" fmla="*/ 2047104 h 6394133"/>
              <a:gd name="connsiteX5" fmla="*/ 9369051 w 9823161"/>
              <a:gd name="connsiteY5" fmla="*/ 2039845 h 6394133"/>
              <a:gd name="connsiteX6" fmla="*/ 9405337 w 9823161"/>
              <a:gd name="connsiteY6" fmla="*/ 1299619 h 6394133"/>
              <a:gd name="connsiteX7" fmla="*/ 6197680 w 9823161"/>
              <a:gd name="connsiteY7" fmla="*/ 660990 h 6394133"/>
              <a:gd name="connsiteX8" fmla="*/ 4361623 w 9823161"/>
              <a:gd name="connsiteY8" fmla="*/ 131219 h 6394133"/>
              <a:gd name="connsiteX9" fmla="*/ 1204766 w 9823161"/>
              <a:gd name="connsiteY9" fmla="*/ 174762 h 6394133"/>
              <a:gd name="connsiteX10" fmla="*/ 81 w 9823161"/>
              <a:gd name="connsiteY10" fmla="*/ 2018076 h 6394133"/>
              <a:gd name="connsiteX11" fmla="*/ 29107 w 9823161"/>
              <a:gd name="connsiteY11" fmla="*/ 6394133 h 6394133"/>
              <a:gd name="connsiteX0" fmla="*/ 1466022 w 9855955"/>
              <a:gd name="connsiteY0" fmla="*/ 6379618 h 6394133"/>
              <a:gd name="connsiteX1" fmla="*/ 1458767 w 9855955"/>
              <a:gd name="connsiteY1" fmla="*/ 2867162 h 6394133"/>
              <a:gd name="connsiteX2" fmla="*/ 2032080 w 9855955"/>
              <a:gd name="connsiteY2" fmla="*/ 1669733 h 6394133"/>
              <a:gd name="connsiteX3" fmla="*/ 3599624 w 9855955"/>
              <a:gd name="connsiteY3" fmla="*/ 1502819 h 6394133"/>
              <a:gd name="connsiteX4" fmla="*/ 5602595 w 9855955"/>
              <a:gd name="connsiteY4" fmla="*/ 2047104 h 6394133"/>
              <a:gd name="connsiteX5" fmla="*/ 9369051 w 9855955"/>
              <a:gd name="connsiteY5" fmla="*/ 2039845 h 6394133"/>
              <a:gd name="connsiteX6" fmla="*/ 9405337 w 9855955"/>
              <a:gd name="connsiteY6" fmla="*/ 1299619 h 6394133"/>
              <a:gd name="connsiteX7" fmla="*/ 6197680 w 9855955"/>
              <a:gd name="connsiteY7" fmla="*/ 660990 h 6394133"/>
              <a:gd name="connsiteX8" fmla="*/ 4361623 w 9855955"/>
              <a:gd name="connsiteY8" fmla="*/ 131219 h 6394133"/>
              <a:gd name="connsiteX9" fmla="*/ 1204766 w 9855955"/>
              <a:gd name="connsiteY9" fmla="*/ 174762 h 6394133"/>
              <a:gd name="connsiteX10" fmla="*/ 81 w 9855955"/>
              <a:gd name="connsiteY10" fmla="*/ 2018076 h 6394133"/>
              <a:gd name="connsiteX11" fmla="*/ 29107 w 9855955"/>
              <a:gd name="connsiteY11" fmla="*/ 6394133 h 6394133"/>
              <a:gd name="connsiteX0" fmla="*/ 1466022 w 9872070"/>
              <a:gd name="connsiteY0" fmla="*/ 6379618 h 6394133"/>
              <a:gd name="connsiteX1" fmla="*/ 1458767 w 9872070"/>
              <a:gd name="connsiteY1" fmla="*/ 2867162 h 6394133"/>
              <a:gd name="connsiteX2" fmla="*/ 2032080 w 9872070"/>
              <a:gd name="connsiteY2" fmla="*/ 1669733 h 6394133"/>
              <a:gd name="connsiteX3" fmla="*/ 3599624 w 9872070"/>
              <a:gd name="connsiteY3" fmla="*/ 1502819 h 6394133"/>
              <a:gd name="connsiteX4" fmla="*/ 5602595 w 9872070"/>
              <a:gd name="connsiteY4" fmla="*/ 2047104 h 6394133"/>
              <a:gd name="connsiteX5" fmla="*/ 9369051 w 9872070"/>
              <a:gd name="connsiteY5" fmla="*/ 2039845 h 6394133"/>
              <a:gd name="connsiteX6" fmla="*/ 9405337 w 9872070"/>
              <a:gd name="connsiteY6" fmla="*/ 1299619 h 6394133"/>
              <a:gd name="connsiteX7" fmla="*/ 6197680 w 9872070"/>
              <a:gd name="connsiteY7" fmla="*/ 660990 h 6394133"/>
              <a:gd name="connsiteX8" fmla="*/ 4361623 w 9872070"/>
              <a:gd name="connsiteY8" fmla="*/ 131219 h 6394133"/>
              <a:gd name="connsiteX9" fmla="*/ 1204766 w 9872070"/>
              <a:gd name="connsiteY9" fmla="*/ 174762 h 6394133"/>
              <a:gd name="connsiteX10" fmla="*/ 81 w 9872070"/>
              <a:gd name="connsiteY10" fmla="*/ 2018076 h 6394133"/>
              <a:gd name="connsiteX11" fmla="*/ 29107 w 9872070"/>
              <a:gd name="connsiteY11" fmla="*/ 6394133 h 6394133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904900"/>
              <a:gd name="connsiteY0" fmla="*/ 6415590 h 6430105"/>
              <a:gd name="connsiteX1" fmla="*/ 1458767 w 9904900"/>
              <a:gd name="connsiteY1" fmla="*/ 2903134 h 6430105"/>
              <a:gd name="connsiteX2" fmla="*/ 2032080 w 9904900"/>
              <a:gd name="connsiteY2" fmla="*/ 1705705 h 6430105"/>
              <a:gd name="connsiteX3" fmla="*/ 3599624 w 9904900"/>
              <a:gd name="connsiteY3" fmla="*/ 1538791 h 6430105"/>
              <a:gd name="connsiteX4" fmla="*/ 5602595 w 9904900"/>
              <a:gd name="connsiteY4" fmla="*/ 2083076 h 6430105"/>
              <a:gd name="connsiteX5" fmla="*/ 9369051 w 9904900"/>
              <a:gd name="connsiteY5" fmla="*/ 2075817 h 6430105"/>
              <a:gd name="connsiteX6" fmla="*/ 9405337 w 9904900"/>
              <a:gd name="connsiteY6" fmla="*/ 1335591 h 6430105"/>
              <a:gd name="connsiteX7" fmla="*/ 6596823 w 9904900"/>
              <a:gd name="connsiteY7" fmla="*/ 1342847 h 6430105"/>
              <a:gd name="connsiteX8" fmla="*/ 4361623 w 9904900"/>
              <a:gd name="connsiteY8" fmla="*/ 167191 h 6430105"/>
              <a:gd name="connsiteX9" fmla="*/ 1204766 w 9904900"/>
              <a:gd name="connsiteY9" fmla="*/ 210734 h 6430105"/>
              <a:gd name="connsiteX10" fmla="*/ 81 w 9904900"/>
              <a:gd name="connsiteY10" fmla="*/ 2054048 h 6430105"/>
              <a:gd name="connsiteX11" fmla="*/ 29107 w 9904900"/>
              <a:gd name="connsiteY11" fmla="*/ 6430105 h 6430105"/>
              <a:gd name="connsiteX0" fmla="*/ 1466022 w 9904900"/>
              <a:gd name="connsiteY0" fmla="*/ 6358517 h 6373032"/>
              <a:gd name="connsiteX1" fmla="*/ 1458767 w 9904900"/>
              <a:gd name="connsiteY1" fmla="*/ 2846061 h 6373032"/>
              <a:gd name="connsiteX2" fmla="*/ 2032080 w 9904900"/>
              <a:gd name="connsiteY2" fmla="*/ 1648632 h 6373032"/>
              <a:gd name="connsiteX3" fmla="*/ 3599624 w 9904900"/>
              <a:gd name="connsiteY3" fmla="*/ 1481718 h 6373032"/>
              <a:gd name="connsiteX4" fmla="*/ 5602595 w 9904900"/>
              <a:gd name="connsiteY4" fmla="*/ 2026003 h 6373032"/>
              <a:gd name="connsiteX5" fmla="*/ 9369051 w 9904900"/>
              <a:gd name="connsiteY5" fmla="*/ 2018744 h 6373032"/>
              <a:gd name="connsiteX6" fmla="*/ 9405337 w 9904900"/>
              <a:gd name="connsiteY6" fmla="*/ 1278518 h 6373032"/>
              <a:gd name="connsiteX7" fmla="*/ 6596823 w 9904900"/>
              <a:gd name="connsiteY7" fmla="*/ 1285774 h 6373032"/>
              <a:gd name="connsiteX8" fmla="*/ 4361623 w 9904900"/>
              <a:gd name="connsiteY8" fmla="*/ 233490 h 6373032"/>
              <a:gd name="connsiteX9" fmla="*/ 1204766 w 9904900"/>
              <a:gd name="connsiteY9" fmla="*/ 153661 h 6373032"/>
              <a:gd name="connsiteX10" fmla="*/ 81 w 9904900"/>
              <a:gd name="connsiteY10" fmla="*/ 1996975 h 6373032"/>
              <a:gd name="connsiteX11" fmla="*/ 29107 w 9904900"/>
              <a:gd name="connsiteY11" fmla="*/ 6373032 h 6373032"/>
              <a:gd name="connsiteX0" fmla="*/ 1547158 w 9986036"/>
              <a:gd name="connsiteY0" fmla="*/ 6313207 h 6327722"/>
              <a:gd name="connsiteX1" fmla="*/ 1539903 w 9986036"/>
              <a:gd name="connsiteY1" fmla="*/ 2800751 h 6327722"/>
              <a:gd name="connsiteX2" fmla="*/ 2113216 w 9986036"/>
              <a:gd name="connsiteY2" fmla="*/ 1603322 h 6327722"/>
              <a:gd name="connsiteX3" fmla="*/ 3680760 w 9986036"/>
              <a:gd name="connsiteY3" fmla="*/ 1436408 h 6327722"/>
              <a:gd name="connsiteX4" fmla="*/ 5683731 w 9986036"/>
              <a:gd name="connsiteY4" fmla="*/ 1980693 h 6327722"/>
              <a:gd name="connsiteX5" fmla="*/ 9450187 w 9986036"/>
              <a:gd name="connsiteY5" fmla="*/ 1973434 h 6327722"/>
              <a:gd name="connsiteX6" fmla="*/ 9486473 w 9986036"/>
              <a:gd name="connsiteY6" fmla="*/ 1233208 h 6327722"/>
              <a:gd name="connsiteX7" fmla="*/ 6677959 w 9986036"/>
              <a:gd name="connsiteY7" fmla="*/ 1240464 h 6327722"/>
              <a:gd name="connsiteX8" fmla="*/ 4442759 w 9986036"/>
              <a:gd name="connsiteY8" fmla="*/ 188180 h 6327722"/>
              <a:gd name="connsiteX9" fmla="*/ 1300417 w 9986036"/>
              <a:gd name="connsiteY9" fmla="*/ 173665 h 6327722"/>
              <a:gd name="connsiteX10" fmla="*/ 81217 w 9986036"/>
              <a:gd name="connsiteY10" fmla="*/ 1951665 h 6327722"/>
              <a:gd name="connsiteX11" fmla="*/ 110243 w 9986036"/>
              <a:gd name="connsiteY11" fmla="*/ 6327722 h 6327722"/>
              <a:gd name="connsiteX0" fmla="*/ 1547158 w 9986036"/>
              <a:gd name="connsiteY0" fmla="*/ 6208879 h 6223394"/>
              <a:gd name="connsiteX1" fmla="*/ 1539903 w 9986036"/>
              <a:gd name="connsiteY1" fmla="*/ 2696423 h 6223394"/>
              <a:gd name="connsiteX2" fmla="*/ 2113216 w 9986036"/>
              <a:gd name="connsiteY2" fmla="*/ 1498994 h 6223394"/>
              <a:gd name="connsiteX3" fmla="*/ 3680760 w 9986036"/>
              <a:gd name="connsiteY3" fmla="*/ 1332080 h 6223394"/>
              <a:gd name="connsiteX4" fmla="*/ 5683731 w 9986036"/>
              <a:gd name="connsiteY4" fmla="*/ 1876365 h 6223394"/>
              <a:gd name="connsiteX5" fmla="*/ 9450187 w 9986036"/>
              <a:gd name="connsiteY5" fmla="*/ 1869106 h 6223394"/>
              <a:gd name="connsiteX6" fmla="*/ 9486473 w 9986036"/>
              <a:gd name="connsiteY6" fmla="*/ 1128880 h 6223394"/>
              <a:gd name="connsiteX7" fmla="*/ 6677959 w 9986036"/>
              <a:gd name="connsiteY7" fmla="*/ 1136136 h 6223394"/>
              <a:gd name="connsiteX8" fmla="*/ 4442759 w 9986036"/>
              <a:gd name="connsiteY8" fmla="*/ 83852 h 6223394"/>
              <a:gd name="connsiteX9" fmla="*/ 1300417 w 9986036"/>
              <a:gd name="connsiteY9" fmla="*/ 69337 h 6223394"/>
              <a:gd name="connsiteX10" fmla="*/ 81217 w 9986036"/>
              <a:gd name="connsiteY10" fmla="*/ 1847337 h 6223394"/>
              <a:gd name="connsiteX11" fmla="*/ 110243 w 9986036"/>
              <a:gd name="connsiteY11" fmla="*/ 6223394 h 6223394"/>
              <a:gd name="connsiteX0" fmla="*/ 1547158 w 9986036"/>
              <a:gd name="connsiteY0" fmla="*/ 6143351 h 6157866"/>
              <a:gd name="connsiteX1" fmla="*/ 1539903 w 9986036"/>
              <a:gd name="connsiteY1" fmla="*/ 2630895 h 6157866"/>
              <a:gd name="connsiteX2" fmla="*/ 2113216 w 9986036"/>
              <a:gd name="connsiteY2" fmla="*/ 1433466 h 6157866"/>
              <a:gd name="connsiteX3" fmla="*/ 3680760 w 9986036"/>
              <a:gd name="connsiteY3" fmla="*/ 1266552 h 6157866"/>
              <a:gd name="connsiteX4" fmla="*/ 5683731 w 9986036"/>
              <a:gd name="connsiteY4" fmla="*/ 1810837 h 6157866"/>
              <a:gd name="connsiteX5" fmla="*/ 9450187 w 9986036"/>
              <a:gd name="connsiteY5" fmla="*/ 1803578 h 6157866"/>
              <a:gd name="connsiteX6" fmla="*/ 9486473 w 9986036"/>
              <a:gd name="connsiteY6" fmla="*/ 1063352 h 6157866"/>
              <a:gd name="connsiteX7" fmla="*/ 6677959 w 9986036"/>
              <a:gd name="connsiteY7" fmla="*/ 1070608 h 6157866"/>
              <a:gd name="connsiteX8" fmla="*/ 4442759 w 9986036"/>
              <a:gd name="connsiteY8" fmla="*/ 18324 h 6157866"/>
              <a:gd name="connsiteX9" fmla="*/ 1300417 w 9986036"/>
              <a:gd name="connsiteY9" fmla="*/ 3809 h 6157866"/>
              <a:gd name="connsiteX10" fmla="*/ 81217 w 9986036"/>
              <a:gd name="connsiteY10" fmla="*/ 1781809 h 6157866"/>
              <a:gd name="connsiteX11" fmla="*/ 110243 w 9986036"/>
              <a:gd name="connsiteY11" fmla="*/ 6157866 h 6157866"/>
              <a:gd name="connsiteX0" fmla="*/ 1587839 w 10026717"/>
              <a:gd name="connsiteY0" fmla="*/ 6211571 h 6226086"/>
              <a:gd name="connsiteX1" fmla="*/ 1580584 w 10026717"/>
              <a:gd name="connsiteY1" fmla="*/ 2699115 h 6226086"/>
              <a:gd name="connsiteX2" fmla="*/ 2153897 w 10026717"/>
              <a:gd name="connsiteY2" fmla="*/ 1501686 h 6226086"/>
              <a:gd name="connsiteX3" fmla="*/ 3721441 w 10026717"/>
              <a:gd name="connsiteY3" fmla="*/ 1334772 h 6226086"/>
              <a:gd name="connsiteX4" fmla="*/ 5724412 w 10026717"/>
              <a:gd name="connsiteY4" fmla="*/ 1879057 h 6226086"/>
              <a:gd name="connsiteX5" fmla="*/ 9490868 w 10026717"/>
              <a:gd name="connsiteY5" fmla="*/ 1871798 h 6226086"/>
              <a:gd name="connsiteX6" fmla="*/ 9527154 w 10026717"/>
              <a:gd name="connsiteY6" fmla="*/ 1131572 h 6226086"/>
              <a:gd name="connsiteX7" fmla="*/ 6718640 w 10026717"/>
              <a:gd name="connsiteY7" fmla="*/ 1138828 h 6226086"/>
              <a:gd name="connsiteX8" fmla="*/ 4483440 w 10026717"/>
              <a:gd name="connsiteY8" fmla="*/ 86544 h 6226086"/>
              <a:gd name="connsiteX9" fmla="*/ 1892640 w 10026717"/>
              <a:gd name="connsiteY9" fmla="*/ 64772 h 6226086"/>
              <a:gd name="connsiteX10" fmla="*/ 121898 w 10026717"/>
              <a:gd name="connsiteY10" fmla="*/ 1850029 h 6226086"/>
              <a:gd name="connsiteX11" fmla="*/ 150924 w 10026717"/>
              <a:gd name="connsiteY11" fmla="*/ 6226086 h 6226086"/>
              <a:gd name="connsiteX0" fmla="*/ 1587839 w 10026717"/>
              <a:gd name="connsiteY0" fmla="*/ 6146799 h 6161314"/>
              <a:gd name="connsiteX1" fmla="*/ 1580584 w 10026717"/>
              <a:gd name="connsiteY1" fmla="*/ 2634343 h 6161314"/>
              <a:gd name="connsiteX2" fmla="*/ 2153897 w 10026717"/>
              <a:gd name="connsiteY2" fmla="*/ 1436914 h 6161314"/>
              <a:gd name="connsiteX3" fmla="*/ 3721441 w 10026717"/>
              <a:gd name="connsiteY3" fmla="*/ 1270000 h 6161314"/>
              <a:gd name="connsiteX4" fmla="*/ 5724412 w 10026717"/>
              <a:gd name="connsiteY4" fmla="*/ 1814285 h 6161314"/>
              <a:gd name="connsiteX5" fmla="*/ 9490868 w 10026717"/>
              <a:gd name="connsiteY5" fmla="*/ 1807026 h 6161314"/>
              <a:gd name="connsiteX6" fmla="*/ 9527154 w 10026717"/>
              <a:gd name="connsiteY6" fmla="*/ 1066800 h 6161314"/>
              <a:gd name="connsiteX7" fmla="*/ 6718640 w 10026717"/>
              <a:gd name="connsiteY7" fmla="*/ 1074056 h 6161314"/>
              <a:gd name="connsiteX8" fmla="*/ 4483440 w 10026717"/>
              <a:gd name="connsiteY8" fmla="*/ 21772 h 6161314"/>
              <a:gd name="connsiteX9" fmla="*/ 1892640 w 10026717"/>
              <a:gd name="connsiteY9" fmla="*/ 0 h 6161314"/>
              <a:gd name="connsiteX10" fmla="*/ 121898 w 10026717"/>
              <a:gd name="connsiteY10" fmla="*/ 1785257 h 6161314"/>
              <a:gd name="connsiteX11" fmla="*/ 150924 w 10026717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602053 w 10057256"/>
              <a:gd name="connsiteY0" fmla="*/ 6146799 h 6146799"/>
              <a:gd name="connsiteX1" fmla="*/ 1594798 w 10057256"/>
              <a:gd name="connsiteY1" fmla="*/ 2634343 h 6146799"/>
              <a:gd name="connsiteX2" fmla="*/ 2168111 w 10057256"/>
              <a:gd name="connsiteY2" fmla="*/ 1436914 h 6146799"/>
              <a:gd name="connsiteX3" fmla="*/ 3735655 w 10057256"/>
              <a:gd name="connsiteY3" fmla="*/ 1270000 h 6146799"/>
              <a:gd name="connsiteX4" fmla="*/ 5426569 w 10057256"/>
              <a:gd name="connsiteY4" fmla="*/ 1814285 h 6146799"/>
              <a:gd name="connsiteX5" fmla="*/ 9505082 w 10057256"/>
              <a:gd name="connsiteY5" fmla="*/ 1807026 h 6146799"/>
              <a:gd name="connsiteX6" fmla="*/ 9541368 w 10057256"/>
              <a:gd name="connsiteY6" fmla="*/ 1066800 h 6146799"/>
              <a:gd name="connsiteX7" fmla="*/ 6732854 w 10057256"/>
              <a:gd name="connsiteY7" fmla="*/ 1074056 h 6146799"/>
              <a:gd name="connsiteX8" fmla="*/ 4497654 w 10057256"/>
              <a:gd name="connsiteY8" fmla="*/ 21772 h 6146799"/>
              <a:gd name="connsiteX9" fmla="*/ 1906854 w 10057256"/>
              <a:gd name="connsiteY9" fmla="*/ 0 h 6146799"/>
              <a:gd name="connsiteX10" fmla="*/ 136112 w 10057256"/>
              <a:gd name="connsiteY10" fmla="*/ 1785257 h 6146799"/>
              <a:gd name="connsiteX11" fmla="*/ 121595 w 10057256"/>
              <a:gd name="connsiteY11" fmla="*/ 2467428 h 6146799"/>
              <a:gd name="connsiteX0" fmla="*/ 1481619 w 9936822"/>
              <a:gd name="connsiteY0" fmla="*/ 6146799 h 6146799"/>
              <a:gd name="connsiteX1" fmla="*/ 1474364 w 9936822"/>
              <a:gd name="connsiteY1" fmla="*/ 2634343 h 6146799"/>
              <a:gd name="connsiteX2" fmla="*/ 2047677 w 9936822"/>
              <a:gd name="connsiteY2" fmla="*/ 1436914 h 6146799"/>
              <a:gd name="connsiteX3" fmla="*/ 3615221 w 9936822"/>
              <a:gd name="connsiteY3" fmla="*/ 1270000 h 6146799"/>
              <a:gd name="connsiteX4" fmla="*/ 5306135 w 9936822"/>
              <a:gd name="connsiteY4" fmla="*/ 1814285 h 6146799"/>
              <a:gd name="connsiteX5" fmla="*/ 9384648 w 9936822"/>
              <a:gd name="connsiteY5" fmla="*/ 1807026 h 6146799"/>
              <a:gd name="connsiteX6" fmla="*/ 9420934 w 9936822"/>
              <a:gd name="connsiteY6" fmla="*/ 1066800 h 6146799"/>
              <a:gd name="connsiteX7" fmla="*/ 6612420 w 9936822"/>
              <a:gd name="connsiteY7" fmla="*/ 1074056 h 6146799"/>
              <a:gd name="connsiteX8" fmla="*/ 4377220 w 9936822"/>
              <a:gd name="connsiteY8" fmla="*/ 21772 h 6146799"/>
              <a:gd name="connsiteX9" fmla="*/ 1786420 w 9936822"/>
              <a:gd name="connsiteY9" fmla="*/ 0 h 6146799"/>
              <a:gd name="connsiteX10" fmla="*/ 15678 w 9936822"/>
              <a:gd name="connsiteY10" fmla="*/ 1785257 h 6146799"/>
              <a:gd name="connsiteX11" fmla="*/ 1161 w 9936822"/>
              <a:gd name="connsiteY11" fmla="*/ 2467428 h 6146799"/>
              <a:gd name="connsiteX0" fmla="*/ 1480458 w 9935661"/>
              <a:gd name="connsiteY0" fmla="*/ 6146799 h 6146799"/>
              <a:gd name="connsiteX1" fmla="*/ 1473203 w 9935661"/>
              <a:gd name="connsiteY1" fmla="*/ 2634343 h 6146799"/>
              <a:gd name="connsiteX2" fmla="*/ 2046516 w 9935661"/>
              <a:gd name="connsiteY2" fmla="*/ 1436914 h 6146799"/>
              <a:gd name="connsiteX3" fmla="*/ 3614060 w 9935661"/>
              <a:gd name="connsiteY3" fmla="*/ 1270000 h 6146799"/>
              <a:gd name="connsiteX4" fmla="*/ 5304974 w 9935661"/>
              <a:gd name="connsiteY4" fmla="*/ 1814285 h 6146799"/>
              <a:gd name="connsiteX5" fmla="*/ 9383487 w 9935661"/>
              <a:gd name="connsiteY5" fmla="*/ 1807026 h 6146799"/>
              <a:gd name="connsiteX6" fmla="*/ 9419773 w 9935661"/>
              <a:gd name="connsiteY6" fmla="*/ 1066800 h 6146799"/>
              <a:gd name="connsiteX7" fmla="*/ 6611259 w 9935661"/>
              <a:gd name="connsiteY7" fmla="*/ 1074056 h 6146799"/>
              <a:gd name="connsiteX8" fmla="*/ 4376059 w 9935661"/>
              <a:gd name="connsiteY8" fmla="*/ 21772 h 6146799"/>
              <a:gd name="connsiteX9" fmla="*/ 1785259 w 9935661"/>
              <a:gd name="connsiteY9" fmla="*/ 0 h 6146799"/>
              <a:gd name="connsiteX10" fmla="*/ 14517 w 9935661"/>
              <a:gd name="connsiteY10" fmla="*/ 1785257 h 6146799"/>
              <a:gd name="connsiteX11" fmla="*/ 0 w 9935661"/>
              <a:gd name="connsiteY11" fmla="*/ 2467428 h 6146799"/>
              <a:gd name="connsiteX0" fmla="*/ 1480458 w 9935661"/>
              <a:gd name="connsiteY0" fmla="*/ 6158195 h 6158195"/>
              <a:gd name="connsiteX1" fmla="*/ 1473203 w 9935661"/>
              <a:gd name="connsiteY1" fmla="*/ 2645739 h 6158195"/>
              <a:gd name="connsiteX2" fmla="*/ 2046516 w 9935661"/>
              <a:gd name="connsiteY2" fmla="*/ 1448310 h 6158195"/>
              <a:gd name="connsiteX3" fmla="*/ 3614060 w 9935661"/>
              <a:gd name="connsiteY3" fmla="*/ 1281396 h 6158195"/>
              <a:gd name="connsiteX4" fmla="*/ 5304974 w 9935661"/>
              <a:gd name="connsiteY4" fmla="*/ 1825681 h 6158195"/>
              <a:gd name="connsiteX5" fmla="*/ 9383487 w 9935661"/>
              <a:gd name="connsiteY5" fmla="*/ 1818422 h 6158195"/>
              <a:gd name="connsiteX6" fmla="*/ 9419773 w 9935661"/>
              <a:gd name="connsiteY6" fmla="*/ 1078196 h 6158195"/>
              <a:gd name="connsiteX7" fmla="*/ 6611259 w 9935661"/>
              <a:gd name="connsiteY7" fmla="*/ 1085452 h 6158195"/>
              <a:gd name="connsiteX8" fmla="*/ 4376059 w 9935661"/>
              <a:gd name="connsiteY8" fmla="*/ 33168 h 6158195"/>
              <a:gd name="connsiteX9" fmla="*/ 1785259 w 9935661"/>
              <a:gd name="connsiteY9" fmla="*/ 11396 h 6158195"/>
              <a:gd name="connsiteX10" fmla="*/ 14517 w 9935661"/>
              <a:gd name="connsiteY10" fmla="*/ 1796653 h 6158195"/>
              <a:gd name="connsiteX11" fmla="*/ 0 w 9935661"/>
              <a:gd name="connsiteY11" fmla="*/ 2478824 h 615819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2191658 w 9935661"/>
              <a:gd name="connsiteY0" fmla="*/ 6173987 h 6173987"/>
              <a:gd name="connsiteX1" fmla="*/ 1473203 w 9935661"/>
              <a:gd name="connsiteY1" fmla="*/ 2639759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935661"/>
              <a:gd name="connsiteY0" fmla="*/ 6173987 h 6173987"/>
              <a:gd name="connsiteX1" fmla="*/ 2184403 w 9935661"/>
              <a:gd name="connsiteY1" fmla="*/ 2654273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046516 w 9891001"/>
              <a:gd name="connsiteY2" fmla="*/ 1442330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274460 w 9891001"/>
              <a:gd name="connsiteY3" fmla="*/ 1268159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827678"/>
              <a:gd name="connsiteY0" fmla="*/ 3815415 h 3815415"/>
              <a:gd name="connsiteX1" fmla="*/ 2191660 w 9827678"/>
              <a:gd name="connsiteY1" fmla="*/ 2654273 h 3815415"/>
              <a:gd name="connsiteX2" fmla="*/ 2743202 w 9827678"/>
              <a:gd name="connsiteY2" fmla="*/ 1471358 h 3815415"/>
              <a:gd name="connsiteX3" fmla="*/ 4347032 w 9827678"/>
              <a:gd name="connsiteY3" fmla="*/ 1304445 h 3815415"/>
              <a:gd name="connsiteX4" fmla="*/ 5834745 w 9827678"/>
              <a:gd name="connsiteY4" fmla="*/ 1826958 h 3815415"/>
              <a:gd name="connsiteX5" fmla="*/ 9383487 w 9827678"/>
              <a:gd name="connsiteY5" fmla="*/ 1819699 h 3815415"/>
              <a:gd name="connsiteX6" fmla="*/ 9419773 w 9827678"/>
              <a:gd name="connsiteY6" fmla="*/ 1072216 h 3815415"/>
              <a:gd name="connsiteX7" fmla="*/ 6611259 w 9827678"/>
              <a:gd name="connsiteY7" fmla="*/ 1079472 h 3815415"/>
              <a:gd name="connsiteX8" fmla="*/ 4376059 w 9827678"/>
              <a:gd name="connsiteY8" fmla="*/ 27188 h 3815415"/>
              <a:gd name="connsiteX9" fmla="*/ 1785259 w 9827678"/>
              <a:gd name="connsiteY9" fmla="*/ 5416 h 3815415"/>
              <a:gd name="connsiteX10" fmla="*/ 14517 w 9827678"/>
              <a:gd name="connsiteY10" fmla="*/ 1790673 h 3815415"/>
              <a:gd name="connsiteX11" fmla="*/ 0 w 9827678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704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603194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835423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186567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1308 w 9897421"/>
              <a:gd name="connsiteY4" fmla="*/ 1865085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64343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48807"/>
              <a:gd name="connsiteY0" fmla="*/ 3338285 h 3338285"/>
              <a:gd name="connsiteX1" fmla="*/ 2183595 w 9848807"/>
              <a:gd name="connsiteY1" fmla="*/ 2590799 h 3338285"/>
              <a:gd name="connsiteX2" fmla="*/ 3061708 w 9848807"/>
              <a:gd name="connsiteY2" fmla="*/ 1357085 h 3338285"/>
              <a:gd name="connsiteX3" fmla="*/ 4019653 w 9848807"/>
              <a:gd name="connsiteY3" fmla="*/ 1349829 h 3338285"/>
              <a:gd name="connsiteX4" fmla="*/ 6218565 w 9848807"/>
              <a:gd name="connsiteY4" fmla="*/ 1857828 h 3338285"/>
              <a:gd name="connsiteX5" fmla="*/ 9375422 w 9848807"/>
              <a:gd name="connsiteY5" fmla="*/ 1872340 h 3338285"/>
              <a:gd name="connsiteX6" fmla="*/ 9411708 w 9848807"/>
              <a:gd name="connsiteY6" fmla="*/ 1074057 h 3338285"/>
              <a:gd name="connsiteX7" fmla="*/ 7220052 w 9848807"/>
              <a:gd name="connsiteY7" fmla="*/ 1030513 h 3338285"/>
              <a:gd name="connsiteX8" fmla="*/ 4367994 w 9848807"/>
              <a:gd name="connsiteY8" fmla="*/ 0 h 3338285"/>
              <a:gd name="connsiteX9" fmla="*/ 1777194 w 9848807"/>
              <a:gd name="connsiteY9" fmla="*/ 7257 h 3338285"/>
              <a:gd name="connsiteX10" fmla="*/ 6452 w 9848807"/>
              <a:gd name="connsiteY10" fmla="*/ 1792514 h 3338285"/>
              <a:gd name="connsiteX11" fmla="*/ 6449 w 9848807"/>
              <a:gd name="connsiteY11" fmla="*/ 2285999 h 3338285"/>
              <a:gd name="connsiteX0" fmla="*/ 2176336 w 9617474"/>
              <a:gd name="connsiteY0" fmla="*/ 3338285 h 3338285"/>
              <a:gd name="connsiteX1" fmla="*/ 2183595 w 9617474"/>
              <a:gd name="connsiteY1" fmla="*/ 2590799 h 3338285"/>
              <a:gd name="connsiteX2" fmla="*/ 3061708 w 9617474"/>
              <a:gd name="connsiteY2" fmla="*/ 1357085 h 3338285"/>
              <a:gd name="connsiteX3" fmla="*/ 4019653 w 9617474"/>
              <a:gd name="connsiteY3" fmla="*/ 1349829 h 3338285"/>
              <a:gd name="connsiteX4" fmla="*/ 6218565 w 9617474"/>
              <a:gd name="connsiteY4" fmla="*/ 1857828 h 3338285"/>
              <a:gd name="connsiteX5" fmla="*/ 9375422 w 9617474"/>
              <a:gd name="connsiteY5" fmla="*/ 1872340 h 3338285"/>
              <a:gd name="connsiteX6" fmla="*/ 9411708 w 9617474"/>
              <a:gd name="connsiteY6" fmla="*/ 1074057 h 3338285"/>
              <a:gd name="connsiteX7" fmla="*/ 7220052 w 9617474"/>
              <a:gd name="connsiteY7" fmla="*/ 1030513 h 3338285"/>
              <a:gd name="connsiteX8" fmla="*/ 4367994 w 9617474"/>
              <a:gd name="connsiteY8" fmla="*/ 0 h 3338285"/>
              <a:gd name="connsiteX9" fmla="*/ 1777194 w 9617474"/>
              <a:gd name="connsiteY9" fmla="*/ 7257 h 3338285"/>
              <a:gd name="connsiteX10" fmla="*/ 6452 w 9617474"/>
              <a:gd name="connsiteY10" fmla="*/ 1792514 h 3338285"/>
              <a:gd name="connsiteX11" fmla="*/ 6449 w 9617474"/>
              <a:gd name="connsiteY11" fmla="*/ 2285999 h 3338285"/>
              <a:gd name="connsiteX0" fmla="*/ 2176336 w 9740774"/>
              <a:gd name="connsiteY0" fmla="*/ 3338285 h 3338285"/>
              <a:gd name="connsiteX1" fmla="*/ 2183595 w 9740774"/>
              <a:gd name="connsiteY1" fmla="*/ 2590799 h 3338285"/>
              <a:gd name="connsiteX2" fmla="*/ 3061708 w 9740774"/>
              <a:gd name="connsiteY2" fmla="*/ 1357085 h 3338285"/>
              <a:gd name="connsiteX3" fmla="*/ 4019653 w 9740774"/>
              <a:gd name="connsiteY3" fmla="*/ 1349829 h 3338285"/>
              <a:gd name="connsiteX4" fmla="*/ 6218565 w 9740774"/>
              <a:gd name="connsiteY4" fmla="*/ 1857828 h 3338285"/>
              <a:gd name="connsiteX5" fmla="*/ 9375422 w 9740774"/>
              <a:gd name="connsiteY5" fmla="*/ 1872340 h 3338285"/>
              <a:gd name="connsiteX6" fmla="*/ 9411708 w 9740774"/>
              <a:gd name="connsiteY6" fmla="*/ 1074057 h 3338285"/>
              <a:gd name="connsiteX7" fmla="*/ 7220052 w 9740774"/>
              <a:gd name="connsiteY7" fmla="*/ 1030513 h 3338285"/>
              <a:gd name="connsiteX8" fmla="*/ 4367994 w 9740774"/>
              <a:gd name="connsiteY8" fmla="*/ 0 h 3338285"/>
              <a:gd name="connsiteX9" fmla="*/ 1777194 w 9740774"/>
              <a:gd name="connsiteY9" fmla="*/ 7257 h 3338285"/>
              <a:gd name="connsiteX10" fmla="*/ 6452 w 9740774"/>
              <a:gd name="connsiteY10" fmla="*/ 1792514 h 3338285"/>
              <a:gd name="connsiteX11" fmla="*/ 6449 w 9740774"/>
              <a:gd name="connsiteY11" fmla="*/ 2285999 h 3338285"/>
              <a:gd name="connsiteX0" fmla="*/ 2176336 w 9730179"/>
              <a:gd name="connsiteY0" fmla="*/ 3338285 h 3338285"/>
              <a:gd name="connsiteX1" fmla="*/ 2183595 w 9730179"/>
              <a:gd name="connsiteY1" fmla="*/ 2590799 h 3338285"/>
              <a:gd name="connsiteX2" fmla="*/ 3061708 w 9730179"/>
              <a:gd name="connsiteY2" fmla="*/ 1357085 h 3338285"/>
              <a:gd name="connsiteX3" fmla="*/ 4019653 w 9730179"/>
              <a:gd name="connsiteY3" fmla="*/ 1349829 h 3338285"/>
              <a:gd name="connsiteX4" fmla="*/ 6218565 w 9730179"/>
              <a:gd name="connsiteY4" fmla="*/ 1857828 h 3338285"/>
              <a:gd name="connsiteX5" fmla="*/ 9375422 w 9730179"/>
              <a:gd name="connsiteY5" fmla="*/ 1872340 h 3338285"/>
              <a:gd name="connsiteX6" fmla="*/ 9411708 w 9730179"/>
              <a:gd name="connsiteY6" fmla="*/ 1074057 h 3338285"/>
              <a:gd name="connsiteX7" fmla="*/ 7220052 w 9730179"/>
              <a:gd name="connsiteY7" fmla="*/ 1030513 h 3338285"/>
              <a:gd name="connsiteX8" fmla="*/ 4367994 w 9730179"/>
              <a:gd name="connsiteY8" fmla="*/ 0 h 3338285"/>
              <a:gd name="connsiteX9" fmla="*/ 1777194 w 9730179"/>
              <a:gd name="connsiteY9" fmla="*/ 7257 h 3338285"/>
              <a:gd name="connsiteX10" fmla="*/ 6452 w 9730179"/>
              <a:gd name="connsiteY10" fmla="*/ 1792514 h 3338285"/>
              <a:gd name="connsiteX11" fmla="*/ 6449 w 9730179"/>
              <a:gd name="connsiteY11" fmla="*/ 2285999 h 3338285"/>
              <a:gd name="connsiteX0" fmla="*/ 2176336 w 9759395"/>
              <a:gd name="connsiteY0" fmla="*/ 3338285 h 3338285"/>
              <a:gd name="connsiteX1" fmla="*/ 2183595 w 9759395"/>
              <a:gd name="connsiteY1" fmla="*/ 2590799 h 3338285"/>
              <a:gd name="connsiteX2" fmla="*/ 3061708 w 9759395"/>
              <a:gd name="connsiteY2" fmla="*/ 1357085 h 3338285"/>
              <a:gd name="connsiteX3" fmla="*/ 4019653 w 9759395"/>
              <a:gd name="connsiteY3" fmla="*/ 1349829 h 3338285"/>
              <a:gd name="connsiteX4" fmla="*/ 6218565 w 9759395"/>
              <a:gd name="connsiteY4" fmla="*/ 1857828 h 3338285"/>
              <a:gd name="connsiteX5" fmla="*/ 9375422 w 9759395"/>
              <a:gd name="connsiteY5" fmla="*/ 1872340 h 3338285"/>
              <a:gd name="connsiteX6" fmla="*/ 9411708 w 9759395"/>
              <a:gd name="connsiteY6" fmla="*/ 1074057 h 3338285"/>
              <a:gd name="connsiteX7" fmla="*/ 7220052 w 9759395"/>
              <a:gd name="connsiteY7" fmla="*/ 1030513 h 3338285"/>
              <a:gd name="connsiteX8" fmla="*/ 4367994 w 9759395"/>
              <a:gd name="connsiteY8" fmla="*/ 0 h 3338285"/>
              <a:gd name="connsiteX9" fmla="*/ 1777194 w 9759395"/>
              <a:gd name="connsiteY9" fmla="*/ 7257 h 3338285"/>
              <a:gd name="connsiteX10" fmla="*/ 6452 w 9759395"/>
              <a:gd name="connsiteY10" fmla="*/ 1792514 h 3338285"/>
              <a:gd name="connsiteX11" fmla="*/ 6449 w 9759395"/>
              <a:gd name="connsiteY11" fmla="*/ 2285999 h 3338285"/>
              <a:gd name="connsiteX0" fmla="*/ 2176336 w 9770679"/>
              <a:gd name="connsiteY0" fmla="*/ 3338285 h 3338285"/>
              <a:gd name="connsiteX1" fmla="*/ 2183595 w 9770679"/>
              <a:gd name="connsiteY1" fmla="*/ 2590799 h 3338285"/>
              <a:gd name="connsiteX2" fmla="*/ 3061708 w 9770679"/>
              <a:gd name="connsiteY2" fmla="*/ 1357085 h 3338285"/>
              <a:gd name="connsiteX3" fmla="*/ 4019653 w 9770679"/>
              <a:gd name="connsiteY3" fmla="*/ 1349829 h 3338285"/>
              <a:gd name="connsiteX4" fmla="*/ 6218565 w 9770679"/>
              <a:gd name="connsiteY4" fmla="*/ 1857828 h 3338285"/>
              <a:gd name="connsiteX5" fmla="*/ 9375422 w 9770679"/>
              <a:gd name="connsiteY5" fmla="*/ 1872340 h 3338285"/>
              <a:gd name="connsiteX6" fmla="*/ 9411708 w 9770679"/>
              <a:gd name="connsiteY6" fmla="*/ 1074057 h 3338285"/>
              <a:gd name="connsiteX7" fmla="*/ 7220052 w 9770679"/>
              <a:gd name="connsiteY7" fmla="*/ 1030513 h 3338285"/>
              <a:gd name="connsiteX8" fmla="*/ 4367994 w 9770679"/>
              <a:gd name="connsiteY8" fmla="*/ 0 h 3338285"/>
              <a:gd name="connsiteX9" fmla="*/ 1777194 w 9770679"/>
              <a:gd name="connsiteY9" fmla="*/ 7257 h 3338285"/>
              <a:gd name="connsiteX10" fmla="*/ 6452 w 9770679"/>
              <a:gd name="connsiteY10" fmla="*/ 1792514 h 3338285"/>
              <a:gd name="connsiteX11" fmla="*/ 6449 w 9770679"/>
              <a:gd name="connsiteY11" fmla="*/ 2285999 h 3338285"/>
              <a:gd name="connsiteX0" fmla="*/ 2176336 w 9603515"/>
              <a:gd name="connsiteY0" fmla="*/ 3338285 h 3338285"/>
              <a:gd name="connsiteX1" fmla="*/ 2183595 w 9603515"/>
              <a:gd name="connsiteY1" fmla="*/ 2590799 h 3338285"/>
              <a:gd name="connsiteX2" fmla="*/ 3061708 w 9603515"/>
              <a:gd name="connsiteY2" fmla="*/ 1357085 h 3338285"/>
              <a:gd name="connsiteX3" fmla="*/ 4019653 w 9603515"/>
              <a:gd name="connsiteY3" fmla="*/ 1349829 h 3338285"/>
              <a:gd name="connsiteX4" fmla="*/ 6218565 w 9603515"/>
              <a:gd name="connsiteY4" fmla="*/ 1857828 h 3338285"/>
              <a:gd name="connsiteX5" fmla="*/ 9375422 w 9603515"/>
              <a:gd name="connsiteY5" fmla="*/ 1872340 h 3338285"/>
              <a:gd name="connsiteX6" fmla="*/ 9411708 w 9603515"/>
              <a:gd name="connsiteY6" fmla="*/ 1074057 h 3338285"/>
              <a:gd name="connsiteX7" fmla="*/ 7220052 w 9603515"/>
              <a:gd name="connsiteY7" fmla="*/ 1030513 h 3338285"/>
              <a:gd name="connsiteX8" fmla="*/ 4367994 w 9603515"/>
              <a:gd name="connsiteY8" fmla="*/ 0 h 3338285"/>
              <a:gd name="connsiteX9" fmla="*/ 1777194 w 9603515"/>
              <a:gd name="connsiteY9" fmla="*/ 7257 h 3338285"/>
              <a:gd name="connsiteX10" fmla="*/ 6452 w 9603515"/>
              <a:gd name="connsiteY10" fmla="*/ 1792514 h 3338285"/>
              <a:gd name="connsiteX11" fmla="*/ 6449 w 9603515"/>
              <a:gd name="connsiteY11" fmla="*/ 2285999 h 3338285"/>
              <a:gd name="connsiteX0" fmla="*/ 2176336 w 9778128"/>
              <a:gd name="connsiteY0" fmla="*/ 3338285 h 3338285"/>
              <a:gd name="connsiteX1" fmla="*/ 2183595 w 9778128"/>
              <a:gd name="connsiteY1" fmla="*/ 2590799 h 3338285"/>
              <a:gd name="connsiteX2" fmla="*/ 3061708 w 9778128"/>
              <a:gd name="connsiteY2" fmla="*/ 1357085 h 3338285"/>
              <a:gd name="connsiteX3" fmla="*/ 4019653 w 9778128"/>
              <a:gd name="connsiteY3" fmla="*/ 1349829 h 3338285"/>
              <a:gd name="connsiteX4" fmla="*/ 6218565 w 9778128"/>
              <a:gd name="connsiteY4" fmla="*/ 1857828 h 3338285"/>
              <a:gd name="connsiteX5" fmla="*/ 9375422 w 9778128"/>
              <a:gd name="connsiteY5" fmla="*/ 1872340 h 3338285"/>
              <a:gd name="connsiteX6" fmla="*/ 9411708 w 9778128"/>
              <a:gd name="connsiteY6" fmla="*/ 1074057 h 3338285"/>
              <a:gd name="connsiteX7" fmla="*/ 7220052 w 9778128"/>
              <a:gd name="connsiteY7" fmla="*/ 1030513 h 3338285"/>
              <a:gd name="connsiteX8" fmla="*/ 4367994 w 9778128"/>
              <a:gd name="connsiteY8" fmla="*/ 0 h 3338285"/>
              <a:gd name="connsiteX9" fmla="*/ 1777194 w 9778128"/>
              <a:gd name="connsiteY9" fmla="*/ 7257 h 3338285"/>
              <a:gd name="connsiteX10" fmla="*/ 6452 w 9778128"/>
              <a:gd name="connsiteY10" fmla="*/ 1792514 h 3338285"/>
              <a:gd name="connsiteX11" fmla="*/ 6449 w 9778128"/>
              <a:gd name="connsiteY11" fmla="*/ 2285999 h 33382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7573 w 9780315"/>
              <a:gd name="connsiteY0" fmla="*/ 4671785 h 4671785"/>
              <a:gd name="connsiteX1" fmla="*/ 2192132 w 9780315"/>
              <a:gd name="connsiteY1" fmla="*/ 2590799 h 4671785"/>
              <a:gd name="connsiteX2" fmla="*/ 3063895 w 9780315"/>
              <a:gd name="connsiteY2" fmla="*/ 1357085 h 4671785"/>
              <a:gd name="connsiteX3" fmla="*/ 4021840 w 9780315"/>
              <a:gd name="connsiteY3" fmla="*/ 1349829 h 4671785"/>
              <a:gd name="connsiteX4" fmla="*/ 6220752 w 9780315"/>
              <a:gd name="connsiteY4" fmla="*/ 1857828 h 4671785"/>
              <a:gd name="connsiteX5" fmla="*/ 9377609 w 9780315"/>
              <a:gd name="connsiteY5" fmla="*/ 1872340 h 4671785"/>
              <a:gd name="connsiteX6" fmla="*/ 9413895 w 9780315"/>
              <a:gd name="connsiteY6" fmla="*/ 1074057 h 4671785"/>
              <a:gd name="connsiteX7" fmla="*/ 7222239 w 9780315"/>
              <a:gd name="connsiteY7" fmla="*/ 1030513 h 4671785"/>
              <a:gd name="connsiteX8" fmla="*/ 4370181 w 9780315"/>
              <a:gd name="connsiteY8" fmla="*/ 0 h 4671785"/>
              <a:gd name="connsiteX9" fmla="*/ 1779381 w 9780315"/>
              <a:gd name="connsiteY9" fmla="*/ 7257 h 4671785"/>
              <a:gd name="connsiteX10" fmla="*/ 8639 w 9780315"/>
              <a:gd name="connsiteY10" fmla="*/ 1792514 h 4671785"/>
              <a:gd name="connsiteX11" fmla="*/ 2286 w 9780315"/>
              <a:gd name="connsiteY11" fmla="*/ 3003549 h 4671785"/>
              <a:gd name="connsiteX0" fmla="*/ 2191234 w 9773976"/>
              <a:gd name="connsiteY0" fmla="*/ 4671785 h 4671785"/>
              <a:gd name="connsiteX1" fmla="*/ 2185793 w 9773976"/>
              <a:gd name="connsiteY1" fmla="*/ 2590799 h 4671785"/>
              <a:gd name="connsiteX2" fmla="*/ 3057556 w 9773976"/>
              <a:gd name="connsiteY2" fmla="*/ 1357085 h 4671785"/>
              <a:gd name="connsiteX3" fmla="*/ 4015501 w 9773976"/>
              <a:gd name="connsiteY3" fmla="*/ 1349829 h 4671785"/>
              <a:gd name="connsiteX4" fmla="*/ 6214413 w 9773976"/>
              <a:gd name="connsiteY4" fmla="*/ 1857828 h 4671785"/>
              <a:gd name="connsiteX5" fmla="*/ 9371270 w 9773976"/>
              <a:gd name="connsiteY5" fmla="*/ 1872340 h 4671785"/>
              <a:gd name="connsiteX6" fmla="*/ 9407556 w 9773976"/>
              <a:gd name="connsiteY6" fmla="*/ 1074057 h 4671785"/>
              <a:gd name="connsiteX7" fmla="*/ 7215900 w 9773976"/>
              <a:gd name="connsiteY7" fmla="*/ 1030513 h 4671785"/>
              <a:gd name="connsiteX8" fmla="*/ 4363842 w 9773976"/>
              <a:gd name="connsiteY8" fmla="*/ 0 h 4671785"/>
              <a:gd name="connsiteX9" fmla="*/ 1773042 w 9773976"/>
              <a:gd name="connsiteY9" fmla="*/ 7257 h 4671785"/>
              <a:gd name="connsiteX10" fmla="*/ 2300 w 9773976"/>
              <a:gd name="connsiteY10" fmla="*/ 1792514 h 4671785"/>
              <a:gd name="connsiteX11" fmla="*/ 46747 w 9773976"/>
              <a:gd name="connsiteY11" fmla="*/ 3124199 h 4671785"/>
              <a:gd name="connsiteX0" fmla="*/ 2194069 w 9776811"/>
              <a:gd name="connsiteY0" fmla="*/ 4671785 h 4671785"/>
              <a:gd name="connsiteX1" fmla="*/ 2188628 w 9776811"/>
              <a:gd name="connsiteY1" fmla="*/ 2590799 h 4671785"/>
              <a:gd name="connsiteX2" fmla="*/ 3060391 w 9776811"/>
              <a:gd name="connsiteY2" fmla="*/ 1357085 h 4671785"/>
              <a:gd name="connsiteX3" fmla="*/ 4018336 w 9776811"/>
              <a:gd name="connsiteY3" fmla="*/ 1349829 h 4671785"/>
              <a:gd name="connsiteX4" fmla="*/ 6217248 w 9776811"/>
              <a:gd name="connsiteY4" fmla="*/ 1857828 h 4671785"/>
              <a:gd name="connsiteX5" fmla="*/ 9374105 w 9776811"/>
              <a:gd name="connsiteY5" fmla="*/ 1872340 h 4671785"/>
              <a:gd name="connsiteX6" fmla="*/ 9410391 w 9776811"/>
              <a:gd name="connsiteY6" fmla="*/ 1074057 h 4671785"/>
              <a:gd name="connsiteX7" fmla="*/ 7218735 w 9776811"/>
              <a:gd name="connsiteY7" fmla="*/ 1030513 h 4671785"/>
              <a:gd name="connsiteX8" fmla="*/ 4366677 w 9776811"/>
              <a:gd name="connsiteY8" fmla="*/ 0 h 4671785"/>
              <a:gd name="connsiteX9" fmla="*/ 1775877 w 9776811"/>
              <a:gd name="connsiteY9" fmla="*/ 7257 h 4671785"/>
              <a:gd name="connsiteX10" fmla="*/ 5135 w 9776811"/>
              <a:gd name="connsiteY10" fmla="*/ 1792514 h 4671785"/>
              <a:gd name="connsiteX11" fmla="*/ 11482 w 9776811"/>
              <a:gd name="connsiteY11" fmla="*/ 3124199 h 4671785"/>
              <a:gd name="connsiteX0" fmla="*/ 2168669 w 9776811"/>
              <a:gd name="connsiteY0" fmla="*/ 4493985 h 4493985"/>
              <a:gd name="connsiteX1" fmla="*/ 2188628 w 9776811"/>
              <a:gd name="connsiteY1" fmla="*/ 2590799 h 4493985"/>
              <a:gd name="connsiteX2" fmla="*/ 3060391 w 9776811"/>
              <a:gd name="connsiteY2" fmla="*/ 1357085 h 4493985"/>
              <a:gd name="connsiteX3" fmla="*/ 4018336 w 9776811"/>
              <a:gd name="connsiteY3" fmla="*/ 1349829 h 4493985"/>
              <a:gd name="connsiteX4" fmla="*/ 6217248 w 9776811"/>
              <a:gd name="connsiteY4" fmla="*/ 1857828 h 4493985"/>
              <a:gd name="connsiteX5" fmla="*/ 9374105 w 9776811"/>
              <a:gd name="connsiteY5" fmla="*/ 1872340 h 4493985"/>
              <a:gd name="connsiteX6" fmla="*/ 9410391 w 9776811"/>
              <a:gd name="connsiteY6" fmla="*/ 1074057 h 4493985"/>
              <a:gd name="connsiteX7" fmla="*/ 7218735 w 9776811"/>
              <a:gd name="connsiteY7" fmla="*/ 1030513 h 4493985"/>
              <a:gd name="connsiteX8" fmla="*/ 4366677 w 9776811"/>
              <a:gd name="connsiteY8" fmla="*/ 0 h 4493985"/>
              <a:gd name="connsiteX9" fmla="*/ 1775877 w 9776811"/>
              <a:gd name="connsiteY9" fmla="*/ 7257 h 4493985"/>
              <a:gd name="connsiteX10" fmla="*/ 5135 w 9776811"/>
              <a:gd name="connsiteY10" fmla="*/ 1792514 h 4493985"/>
              <a:gd name="connsiteX11" fmla="*/ 11482 w 9776811"/>
              <a:gd name="connsiteY11" fmla="*/ 3124199 h 4493985"/>
              <a:gd name="connsiteX0" fmla="*/ 2187719 w 9776811"/>
              <a:gd name="connsiteY0" fmla="*/ 4411435 h 4411435"/>
              <a:gd name="connsiteX1" fmla="*/ 2188628 w 9776811"/>
              <a:gd name="connsiteY1" fmla="*/ 2590799 h 4411435"/>
              <a:gd name="connsiteX2" fmla="*/ 3060391 w 9776811"/>
              <a:gd name="connsiteY2" fmla="*/ 1357085 h 4411435"/>
              <a:gd name="connsiteX3" fmla="*/ 4018336 w 9776811"/>
              <a:gd name="connsiteY3" fmla="*/ 1349829 h 4411435"/>
              <a:gd name="connsiteX4" fmla="*/ 6217248 w 9776811"/>
              <a:gd name="connsiteY4" fmla="*/ 1857828 h 4411435"/>
              <a:gd name="connsiteX5" fmla="*/ 9374105 w 9776811"/>
              <a:gd name="connsiteY5" fmla="*/ 1872340 h 4411435"/>
              <a:gd name="connsiteX6" fmla="*/ 9410391 w 9776811"/>
              <a:gd name="connsiteY6" fmla="*/ 1074057 h 4411435"/>
              <a:gd name="connsiteX7" fmla="*/ 7218735 w 9776811"/>
              <a:gd name="connsiteY7" fmla="*/ 1030513 h 4411435"/>
              <a:gd name="connsiteX8" fmla="*/ 4366677 w 9776811"/>
              <a:gd name="connsiteY8" fmla="*/ 0 h 4411435"/>
              <a:gd name="connsiteX9" fmla="*/ 1775877 w 9776811"/>
              <a:gd name="connsiteY9" fmla="*/ 7257 h 4411435"/>
              <a:gd name="connsiteX10" fmla="*/ 5135 w 9776811"/>
              <a:gd name="connsiteY10" fmla="*/ 1792514 h 4411435"/>
              <a:gd name="connsiteX11" fmla="*/ 11482 w 9776811"/>
              <a:gd name="connsiteY11" fmla="*/ 3124199 h 4411435"/>
              <a:gd name="connsiteX0" fmla="*/ 2194069 w 9776811"/>
              <a:gd name="connsiteY0" fmla="*/ 4297135 h 4297135"/>
              <a:gd name="connsiteX1" fmla="*/ 2188628 w 9776811"/>
              <a:gd name="connsiteY1" fmla="*/ 2590799 h 4297135"/>
              <a:gd name="connsiteX2" fmla="*/ 3060391 w 9776811"/>
              <a:gd name="connsiteY2" fmla="*/ 1357085 h 4297135"/>
              <a:gd name="connsiteX3" fmla="*/ 4018336 w 9776811"/>
              <a:gd name="connsiteY3" fmla="*/ 1349829 h 4297135"/>
              <a:gd name="connsiteX4" fmla="*/ 6217248 w 9776811"/>
              <a:gd name="connsiteY4" fmla="*/ 1857828 h 4297135"/>
              <a:gd name="connsiteX5" fmla="*/ 9374105 w 9776811"/>
              <a:gd name="connsiteY5" fmla="*/ 1872340 h 4297135"/>
              <a:gd name="connsiteX6" fmla="*/ 9410391 w 9776811"/>
              <a:gd name="connsiteY6" fmla="*/ 1074057 h 4297135"/>
              <a:gd name="connsiteX7" fmla="*/ 7218735 w 9776811"/>
              <a:gd name="connsiteY7" fmla="*/ 1030513 h 4297135"/>
              <a:gd name="connsiteX8" fmla="*/ 4366677 w 9776811"/>
              <a:gd name="connsiteY8" fmla="*/ 0 h 4297135"/>
              <a:gd name="connsiteX9" fmla="*/ 1775877 w 9776811"/>
              <a:gd name="connsiteY9" fmla="*/ 7257 h 4297135"/>
              <a:gd name="connsiteX10" fmla="*/ 5135 w 9776811"/>
              <a:gd name="connsiteY10" fmla="*/ 1792514 h 4297135"/>
              <a:gd name="connsiteX11" fmla="*/ 11482 w 9776811"/>
              <a:gd name="connsiteY11" fmla="*/ 3124199 h 4297135"/>
              <a:gd name="connsiteX0" fmla="*/ 2162319 w 9776811"/>
              <a:gd name="connsiteY0" fmla="*/ 4055835 h 4055835"/>
              <a:gd name="connsiteX1" fmla="*/ 2188628 w 9776811"/>
              <a:gd name="connsiteY1" fmla="*/ 2590799 h 4055835"/>
              <a:gd name="connsiteX2" fmla="*/ 3060391 w 9776811"/>
              <a:gd name="connsiteY2" fmla="*/ 1357085 h 4055835"/>
              <a:gd name="connsiteX3" fmla="*/ 4018336 w 9776811"/>
              <a:gd name="connsiteY3" fmla="*/ 1349829 h 4055835"/>
              <a:gd name="connsiteX4" fmla="*/ 6217248 w 9776811"/>
              <a:gd name="connsiteY4" fmla="*/ 1857828 h 4055835"/>
              <a:gd name="connsiteX5" fmla="*/ 9374105 w 9776811"/>
              <a:gd name="connsiteY5" fmla="*/ 1872340 h 4055835"/>
              <a:gd name="connsiteX6" fmla="*/ 9410391 w 9776811"/>
              <a:gd name="connsiteY6" fmla="*/ 1074057 h 4055835"/>
              <a:gd name="connsiteX7" fmla="*/ 7218735 w 9776811"/>
              <a:gd name="connsiteY7" fmla="*/ 1030513 h 4055835"/>
              <a:gd name="connsiteX8" fmla="*/ 4366677 w 9776811"/>
              <a:gd name="connsiteY8" fmla="*/ 0 h 4055835"/>
              <a:gd name="connsiteX9" fmla="*/ 1775877 w 9776811"/>
              <a:gd name="connsiteY9" fmla="*/ 7257 h 4055835"/>
              <a:gd name="connsiteX10" fmla="*/ 5135 w 9776811"/>
              <a:gd name="connsiteY10" fmla="*/ 1792514 h 4055835"/>
              <a:gd name="connsiteX11" fmla="*/ 11482 w 9776811"/>
              <a:gd name="connsiteY11" fmla="*/ 3124199 h 4055835"/>
              <a:gd name="connsiteX0" fmla="*/ 2187719 w 9776811"/>
              <a:gd name="connsiteY0" fmla="*/ 4062185 h 4062185"/>
              <a:gd name="connsiteX1" fmla="*/ 2188628 w 9776811"/>
              <a:gd name="connsiteY1" fmla="*/ 2590799 h 4062185"/>
              <a:gd name="connsiteX2" fmla="*/ 3060391 w 9776811"/>
              <a:gd name="connsiteY2" fmla="*/ 1357085 h 4062185"/>
              <a:gd name="connsiteX3" fmla="*/ 4018336 w 9776811"/>
              <a:gd name="connsiteY3" fmla="*/ 1349829 h 4062185"/>
              <a:gd name="connsiteX4" fmla="*/ 6217248 w 9776811"/>
              <a:gd name="connsiteY4" fmla="*/ 1857828 h 4062185"/>
              <a:gd name="connsiteX5" fmla="*/ 9374105 w 9776811"/>
              <a:gd name="connsiteY5" fmla="*/ 1872340 h 4062185"/>
              <a:gd name="connsiteX6" fmla="*/ 9410391 w 9776811"/>
              <a:gd name="connsiteY6" fmla="*/ 1074057 h 4062185"/>
              <a:gd name="connsiteX7" fmla="*/ 7218735 w 9776811"/>
              <a:gd name="connsiteY7" fmla="*/ 1030513 h 4062185"/>
              <a:gd name="connsiteX8" fmla="*/ 4366677 w 9776811"/>
              <a:gd name="connsiteY8" fmla="*/ 0 h 4062185"/>
              <a:gd name="connsiteX9" fmla="*/ 1775877 w 9776811"/>
              <a:gd name="connsiteY9" fmla="*/ 7257 h 4062185"/>
              <a:gd name="connsiteX10" fmla="*/ 5135 w 9776811"/>
              <a:gd name="connsiteY10" fmla="*/ 1792514 h 4062185"/>
              <a:gd name="connsiteX11" fmla="*/ 11482 w 9776811"/>
              <a:gd name="connsiteY11" fmla="*/ 3124199 h 406218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3124199 h 392883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2901949 h 3928835"/>
              <a:gd name="connsiteX0" fmla="*/ 2172703 w 9774495"/>
              <a:gd name="connsiteY0" fmla="*/ 3928835 h 3928835"/>
              <a:gd name="connsiteX1" fmla="*/ 2186312 w 9774495"/>
              <a:gd name="connsiteY1" fmla="*/ 2590799 h 3928835"/>
              <a:gd name="connsiteX2" fmla="*/ 3058075 w 9774495"/>
              <a:gd name="connsiteY2" fmla="*/ 1357085 h 3928835"/>
              <a:gd name="connsiteX3" fmla="*/ 4016020 w 9774495"/>
              <a:gd name="connsiteY3" fmla="*/ 1349829 h 3928835"/>
              <a:gd name="connsiteX4" fmla="*/ 6214932 w 9774495"/>
              <a:gd name="connsiteY4" fmla="*/ 1857828 h 3928835"/>
              <a:gd name="connsiteX5" fmla="*/ 9371789 w 9774495"/>
              <a:gd name="connsiteY5" fmla="*/ 1872340 h 3928835"/>
              <a:gd name="connsiteX6" fmla="*/ 9408075 w 9774495"/>
              <a:gd name="connsiteY6" fmla="*/ 1074057 h 3928835"/>
              <a:gd name="connsiteX7" fmla="*/ 7216419 w 9774495"/>
              <a:gd name="connsiteY7" fmla="*/ 1030513 h 3928835"/>
              <a:gd name="connsiteX8" fmla="*/ 4364361 w 9774495"/>
              <a:gd name="connsiteY8" fmla="*/ 0 h 3928835"/>
              <a:gd name="connsiteX9" fmla="*/ 1773561 w 9774495"/>
              <a:gd name="connsiteY9" fmla="*/ 7257 h 3928835"/>
              <a:gd name="connsiteX10" fmla="*/ 2819 w 9774495"/>
              <a:gd name="connsiteY10" fmla="*/ 1792514 h 3928835"/>
              <a:gd name="connsiteX11" fmla="*/ 34566 w 9774495"/>
              <a:gd name="connsiteY11" fmla="*/ 316864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244849 h 3928835"/>
              <a:gd name="connsiteX0" fmla="*/ 2174146 w 9775938"/>
              <a:gd name="connsiteY0" fmla="*/ 3928835 h 3928835"/>
              <a:gd name="connsiteX1" fmla="*/ 2187755 w 9775938"/>
              <a:gd name="connsiteY1" fmla="*/ 2590799 h 3928835"/>
              <a:gd name="connsiteX2" fmla="*/ 3059518 w 9775938"/>
              <a:gd name="connsiteY2" fmla="*/ 1357085 h 3928835"/>
              <a:gd name="connsiteX3" fmla="*/ 4017463 w 9775938"/>
              <a:gd name="connsiteY3" fmla="*/ 1349829 h 3928835"/>
              <a:gd name="connsiteX4" fmla="*/ 6216375 w 9775938"/>
              <a:gd name="connsiteY4" fmla="*/ 1857828 h 3928835"/>
              <a:gd name="connsiteX5" fmla="*/ 9373232 w 9775938"/>
              <a:gd name="connsiteY5" fmla="*/ 1872340 h 3928835"/>
              <a:gd name="connsiteX6" fmla="*/ 9409518 w 9775938"/>
              <a:gd name="connsiteY6" fmla="*/ 1074057 h 3928835"/>
              <a:gd name="connsiteX7" fmla="*/ 7217862 w 9775938"/>
              <a:gd name="connsiteY7" fmla="*/ 1030513 h 3928835"/>
              <a:gd name="connsiteX8" fmla="*/ 4365804 w 9775938"/>
              <a:gd name="connsiteY8" fmla="*/ 0 h 3928835"/>
              <a:gd name="connsiteX9" fmla="*/ 1775004 w 9775938"/>
              <a:gd name="connsiteY9" fmla="*/ 7257 h 3928835"/>
              <a:gd name="connsiteX10" fmla="*/ 4262 w 9775938"/>
              <a:gd name="connsiteY10" fmla="*/ 1792514 h 3928835"/>
              <a:gd name="connsiteX11" fmla="*/ 16959 w 9775938"/>
              <a:gd name="connsiteY11" fmla="*/ 33400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2638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1876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368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24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0479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717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884385 h 3884385"/>
              <a:gd name="connsiteX1" fmla="*/ 2187134 w 9775317"/>
              <a:gd name="connsiteY1" fmla="*/ 2590799 h 3884385"/>
              <a:gd name="connsiteX2" fmla="*/ 3058897 w 9775317"/>
              <a:gd name="connsiteY2" fmla="*/ 1357085 h 3884385"/>
              <a:gd name="connsiteX3" fmla="*/ 4016842 w 9775317"/>
              <a:gd name="connsiteY3" fmla="*/ 1349829 h 3884385"/>
              <a:gd name="connsiteX4" fmla="*/ 6215754 w 9775317"/>
              <a:gd name="connsiteY4" fmla="*/ 1857828 h 3884385"/>
              <a:gd name="connsiteX5" fmla="*/ 9372611 w 9775317"/>
              <a:gd name="connsiteY5" fmla="*/ 1872340 h 3884385"/>
              <a:gd name="connsiteX6" fmla="*/ 9408897 w 9775317"/>
              <a:gd name="connsiteY6" fmla="*/ 1074057 h 3884385"/>
              <a:gd name="connsiteX7" fmla="*/ 7217241 w 9775317"/>
              <a:gd name="connsiteY7" fmla="*/ 1030513 h 3884385"/>
              <a:gd name="connsiteX8" fmla="*/ 4365183 w 9775317"/>
              <a:gd name="connsiteY8" fmla="*/ 0 h 3884385"/>
              <a:gd name="connsiteX9" fmla="*/ 1774383 w 9775317"/>
              <a:gd name="connsiteY9" fmla="*/ 7257 h 3884385"/>
              <a:gd name="connsiteX10" fmla="*/ 3641 w 9775317"/>
              <a:gd name="connsiteY10" fmla="*/ 1792514 h 3884385"/>
              <a:gd name="connsiteX11" fmla="*/ 22688 w 9775317"/>
              <a:gd name="connsiteY11" fmla="*/ 2997199 h 3884385"/>
              <a:gd name="connsiteX0" fmla="*/ 2173525 w 9775317"/>
              <a:gd name="connsiteY0" fmla="*/ 3846285 h 3846285"/>
              <a:gd name="connsiteX1" fmla="*/ 2187134 w 9775317"/>
              <a:gd name="connsiteY1" fmla="*/ 2590799 h 3846285"/>
              <a:gd name="connsiteX2" fmla="*/ 3058897 w 9775317"/>
              <a:gd name="connsiteY2" fmla="*/ 1357085 h 3846285"/>
              <a:gd name="connsiteX3" fmla="*/ 4016842 w 9775317"/>
              <a:gd name="connsiteY3" fmla="*/ 1349829 h 3846285"/>
              <a:gd name="connsiteX4" fmla="*/ 6215754 w 9775317"/>
              <a:gd name="connsiteY4" fmla="*/ 1857828 h 3846285"/>
              <a:gd name="connsiteX5" fmla="*/ 9372611 w 9775317"/>
              <a:gd name="connsiteY5" fmla="*/ 1872340 h 3846285"/>
              <a:gd name="connsiteX6" fmla="*/ 9408897 w 9775317"/>
              <a:gd name="connsiteY6" fmla="*/ 1074057 h 3846285"/>
              <a:gd name="connsiteX7" fmla="*/ 7217241 w 9775317"/>
              <a:gd name="connsiteY7" fmla="*/ 1030513 h 3846285"/>
              <a:gd name="connsiteX8" fmla="*/ 4365183 w 9775317"/>
              <a:gd name="connsiteY8" fmla="*/ 0 h 3846285"/>
              <a:gd name="connsiteX9" fmla="*/ 1774383 w 9775317"/>
              <a:gd name="connsiteY9" fmla="*/ 7257 h 3846285"/>
              <a:gd name="connsiteX10" fmla="*/ 3641 w 9775317"/>
              <a:gd name="connsiteY10" fmla="*/ 1792514 h 3846285"/>
              <a:gd name="connsiteX11" fmla="*/ 22688 w 9775317"/>
              <a:gd name="connsiteY11" fmla="*/ 2997199 h 3846285"/>
              <a:gd name="connsiteX0" fmla="*/ 2173525 w 9775317"/>
              <a:gd name="connsiteY0" fmla="*/ 3827235 h 3827235"/>
              <a:gd name="connsiteX1" fmla="*/ 2187134 w 9775317"/>
              <a:gd name="connsiteY1" fmla="*/ 2590799 h 3827235"/>
              <a:gd name="connsiteX2" fmla="*/ 3058897 w 9775317"/>
              <a:gd name="connsiteY2" fmla="*/ 1357085 h 3827235"/>
              <a:gd name="connsiteX3" fmla="*/ 4016842 w 9775317"/>
              <a:gd name="connsiteY3" fmla="*/ 1349829 h 3827235"/>
              <a:gd name="connsiteX4" fmla="*/ 6215754 w 9775317"/>
              <a:gd name="connsiteY4" fmla="*/ 1857828 h 3827235"/>
              <a:gd name="connsiteX5" fmla="*/ 9372611 w 9775317"/>
              <a:gd name="connsiteY5" fmla="*/ 1872340 h 3827235"/>
              <a:gd name="connsiteX6" fmla="*/ 9408897 w 9775317"/>
              <a:gd name="connsiteY6" fmla="*/ 1074057 h 3827235"/>
              <a:gd name="connsiteX7" fmla="*/ 7217241 w 9775317"/>
              <a:gd name="connsiteY7" fmla="*/ 1030513 h 3827235"/>
              <a:gd name="connsiteX8" fmla="*/ 4365183 w 9775317"/>
              <a:gd name="connsiteY8" fmla="*/ 0 h 3827235"/>
              <a:gd name="connsiteX9" fmla="*/ 1774383 w 9775317"/>
              <a:gd name="connsiteY9" fmla="*/ 7257 h 3827235"/>
              <a:gd name="connsiteX10" fmla="*/ 3641 w 9775317"/>
              <a:gd name="connsiteY10" fmla="*/ 1792514 h 3827235"/>
              <a:gd name="connsiteX11" fmla="*/ 22688 w 9775317"/>
              <a:gd name="connsiteY11" fmla="*/ 2997199 h 3827235"/>
              <a:gd name="connsiteX0" fmla="*/ 2189400 w 9775317"/>
              <a:gd name="connsiteY0" fmla="*/ 3808185 h 3808185"/>
              <a:gd name="connsiteX1" fmla="*/ 2187134 w 9775317"/>
              <a:gd name="connsiteY1" fmla="*/ 2590799 h 3808185"/>
              <a:gd name="connsiteX2" fmla="*/ 3058897 w 9775317"/>
              <a:gd name="connsiteY2" fmla="*/ 1357085 h 3808185"/>
              <a:gd name="connsiteX3" fmla="*/ 4016842 w 9775317"/>
              <a:gd name="connsiteY3" fmla="*/ 1349829 h 3808185"/>
              <a:gd name="connsiteX4" fmla="*/ 6215754 w 9775317"/>
              <a:gd name="connsiteY4" fmla="*/ 1857828 h 3808185"/>
              <a:gd name="connsiteX5" fmla="*/ 9372611 w 9775317"/>
              <a:gd name="connsiteY5" fmla="*/ 1872340 h 3808185"/>
              <a:gd name="connsiteX6" fmla="*/ 9408897 w 9775317"/>
              <a:gd name="connsiteY6" fmla="*/ 1074057 h 3808185"/>
              <a:gd name="connsiteX7" fmla="*/ 7217241 w 9775317"/>
              <a:gd name="connsiteY7" fmla="*/ 1030513 h 3808185"/>
              <a:gd name="connsiteX8" fmla="*/ 4365183 w 9775317"/>
              <a:gd name="connsiteY8" fmla="*/ 0 h 3808185"/>
              <a:gd name="connsiteX9" fmla="*/ 1774383 w 9775317"/>
              <a:gd name="connsiteY9" fmla="*/ 7257 h 3808185"/>
              <a:gd name="connsiteX10" fmla="*/ 3641 w 9775317"/>
              <a:gd name="connsiteY10" fmla="*/ 1792514 h 3808185"/>
              <a:gd name="connsiteX11" fmla="*/ 22688 w 9775317"/>
              <a:gd name="connsiteY11" fmla="*/ 2997199 h 3808185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297021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4076606 w 9777396"/>
              <a:gd name="connsiteY3" fmla="*/ 1730552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191479 w 9777396"/>
              <a:gd name="connsiteY0" fmla="*/ 3779610 h 3779610"/>
              <a:gd name="connsiteX1" fmla="*/ 2223824 w 9777396"/>
              <a:gd name="connsiteY1" fmla="*/ 2585032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237627 w 9777396"/>
              <a:gd name="connsiteY0" fmla="*/ 3779610 h 3779610"/>
              <a:gd name="connsiteX1" fmla="*/ 2223824 w 9777396"/>
              <a:gd name="connsiteY1" fmla="*/ 2585032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220323 w 9777396"/>
              <a:gd name="connsiteY0" fmla="*/ 3785379 h 3785379"/>
              <a:gd name="connsiteX1" fmla="*/ 2223824 w 9777396"/>
              <a:gd name="connsiteY1" fmla="*/ 2585032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  <a:gd name="connsiteX0" fmla="*/ 2220323 w 9777396"/>
              <a:gd name="connsiteY0" fmla="*/ 3785379 h 3785379"/>
              <a:gd name="connsiteX1" fmla="*/ 2200751 w 9777396"/>
              <a:gd name="connsiteY1" fmla="*/ 2579264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  <a:gd name="connsiteX0" fmla="*/ 2220323 w 9777396"/>
              <a:gd name="connsiteY0" fmla="*/ 3785379 h 3785379"/>
              <a:gd name="connsiteX1" fmla="*/ 2223824 w 9777396"/>
              <a:gd name="connsiteY1" fmla="*/ 2579264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  <a:gd name="connsiteX0" fmla="*/ 2220323 w 9777396"/>
              <a:gd name="connsiteY0" fmla="*/ 3785379 h 3785379"/>
              <a:gd name="connsiteX1" fmla="*/ 2212288 w 9777396"/>
              <a:gd name="connsiteY1" fmla="*/ 2579264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77396" h="3785379">
                <a:moveTo>
                  <a:pt x="2220323" y="3785379"/>
                </a:moveTo>
                <a:cubicBezTo>
                  <a:pt x="2219416" y="3519284"/>
                  <a:pt x="2213951" y="3176164"/>
                  <a:pt x="2212288" y="2579264"/>
                </a:cubicBezTo>
                <a:cubicBezTo>
                  <a:pt x="2223325" y="2014114"/>
                  <a:pt x="2403089" y="1866206"/>
                  <a:pt x="3084051" y="1858948"/>
                </a:cubicBezTo>
                <a:lnTo>
                  <a:pt x="6217833" y="1857828"/>
                </a:lnTo>
                <a:lnTo>
                  <a:pt x="9374690" y="1872340"/>
                </a:lnTo>
                <a:cubicBezTo>
                  <a:pt x="9955866" y="1854198"/>
                  <a:pt x="9854266" y="1087964"/>
                  <a:pt x="9410976" y="1074057"/>
                </a:cubicBezTo>
                <a:cubicBezTo>
                  <a:pt x="8738481" y="1045028"/>
                  <a:pt x="8038168" y="1059541"/>
                  <a:pt x="7219320" y="1030513"/>
                </a:cubicBezTo>
                <a:cubicBezTo>
                  <a:pt x="5979558" y="907143"/>
                  <a:pt x="5498167" y="19352"/>
                  <a:pt x="4367262" y="0"/>
                </a:cubicBezTo>
                <a:lnTo>
                  <a:pt x="1776462" y="7257"/>
                </a:lnTo>
                <a:cubicBezTo>
                  <a:pt x="432680" y="25399"/>
                  <a:pt x="20235" y="1250648"/>
                  <a:pt x="5720" y="1792514"/>
                </a:cubicBezTo>
                <a:cubicBezTo>
                  <a:pt x="-8795" y="2334380"/>
                  <a:pt x="8892" y="3027362"/>
                  <a:pt x="8892" y="3027362"/>
                </a:cubicBezTo>
              </a:path>
            </a:pathLst>
          </a:custGeom>
          <a:gradFill flip="none" rotWithShape="1">
            <a:gsLst>
              <a:gs pos="73000">
                <a:srgbClr val="7D7D7D"/>
              </a:gs>
              <a:gs pos="22000">
                <a:srgbClr val="C6C6C6"/>
              </a:gs>
              <a:gs pos="40000">
                <a:schemeClr val="bg2">
                  <a:lumMod val="7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path path="shape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721B6D87-B048-F50F-A61E-743A00F6A192}"/>
              </a:ext>
            </a:extLst>
          </p:cNvPr>
          <p:cNvSpPr/>
          <p:nvPr/>
        </p:nvSpPr>
        <p:spPr>
          <a:xfrm>
            <a:off x="7455467" y="-28747"/>
            <a:ext cx="4219834" cy="878011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11818 w 3693205"/>
              <a:gd name="connsiteY0" fmla="*/ 0 h 836385"/>
              <a:gd name="connsiteX1" fmla="*/ 0 w 3693205"/>
              <a:gd name="connsiteY1" fmla="*/ 402318 h 836385"/>
              <a:gd name="connsiteX2" fmla="*/ 486228 w 3693205"/>
              <a:gd name="connsiteY2" fmla="*/ 832077 h 836385"/>
              <a:gd name="connsiteX3" fmla="*/ 3303134 w 3693205"/>
              <a:gd name="connsiteY3" fmla="*/ 836385 h 836385"/>
              <a:gd name="connsiteX4" fmla="*/ 3693205 w 3693205"/>
              <a:gd name="connsiteY4" fmla="*/ 413657 h 836385"/>
              <a:gd name="connsiteX5" fmla="*/ 3457348 w 3693205"/>
              <a:gd name="connsiteY5" fmla="*/ 1814 h 836385"/>
              <a:gd name="connsiteX0" fmla="*/ 291647 w 3773034"/>
              <a:gd name="connsiteY0" fmla="*/ 0 h 836385"/>
              <a:gd name="connsiteX1" fmla="*/ 0 w 3773034"/>
              <a:gd name="connsiteY1" fmla="*/ 402318 h 836385"/>
              <a:gd name="connsiteX2" fmla="*/ 566057 w 3773034"/>
              <a:gd name="connsiteY2" fmla="*/ 832077 h 836385"/>
              <a:gd name="connsiteX3" fmla="*/ 3382963 w 3773034"/>
              <a:gd name="connsiteY3" fmla="*/ 836385 h 836385"/>
              <a:gd name="connsiteX4" fmla="*/ 3773034 w 3773034"/>
              <a:gd name="connsiteY4" fmla="*/ 413657 h 836385"/>
              <a:gd name="connsiteX5" fmla="*/ 3537177 w 3773034"/>
              <a:gd name="connsiteY5" fmla="*/ 1814 h 836385"/>
              <a:gd name="connsiteX0" fmla="*/ 291647 w 3954462"/>
              <a:gd name="connsiteY0" fmla="*/ 0 h 836385"/>
              <a:gd name="connsiteX1" fmla="*/ 0 w 3954462"/>
              <a:gd name="connsiteY1" fmla="*/ 402318 h 836385"/>
              <a:gd name="connsiteX2" fmla="*/ 566057 w 3954462"/>
              <a:gd name="connsiteY2" fmla="*/ 832077 h 836385"/>
              <a:gd name="connsiteX3" fmla="*/ 3382963 w 3954462"/>
              <a:gd name="connsiteY3" fmla="*/ 836385 h 836385"/>
              <a:gd name="connsiteX4" fmla="*/ 3954462 w 3954462"/>
              <a:gd name="connsiteY4" fmla="*/ 435428 h 836385"/>
              <a:gd name="connsiteX5" fmla="*/ 3537177 w 3954462"/>
              <a:gd name="connsiteY5" fmla="*/ 1814 h 836385"/>
              <a:gd name="connsiteX0" fmla="*/ 335190 w 3998005"/>
              <a:gd name="connsiteY0" fmla="*/ 0 h 836385"/>
              <a:gd name="connsiteX1" fmla="*/ 0 w 3998005"/>
              <a:gd name="connsiteY1" fmla="*/ 402318 h 836385"/>
              <a:gd name="connsiteX2" fmla="*/ 609600 w 3998005"/>
              <a:gd name="connsiteY2" fmla="*/ 832077 h 836385"/>
              <a:gd name="connsiteX3" fmla="*/ 3426506 w 3998005"/>
              <a:gd name="connsiteY3" fmla="*/ 836385 h 836385"/>
              <a:gd name="connsiteX4" fmla="*/ 3998005 w 3998005"/>
              <a:gd name="connsiteY4" fmla="*/ 435428 h 836385"/>
              <a:gd name="connsiteX5" fmla="*/ 3580720 w 3998005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20914 h 836385"/>
              <a:gd name="connsiteX5" fmla="*/ 3602491 w 4019776"/>
              <a:gd name="connsiteY5" fmla="*/ 1814 h 83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9776" h="836385">
                <a:moveTo>
                  <a:pt x="356961" y="0"/>
                </a:moveTo>
                <a:cubicBezTo>
                  <a:pt x="172811" y="15422"/>
                  <a:pt x="16782" y="192541"/>
                  <a:pt x="0" y="402318"/>
                </a:cubicBezTo>
                <a:cubicBezTo>
                  <a:pt x="18822" y="725940"/>
                  <a:pt x="337533" y="832606"/>
                  <a:pt x="631371" y="832077"/>
                </a:cubicBezTo>
                <a:lnTo>
                  <a:pt x="3448277" y="836385"/>
                </a:lnTo>
                <a:cubicBezTo>
                  <a:pt x="3735841" y="824592"/>
                  <a:pt x="4007983" y="715736"/>
                  <a:pt x="4019776" y="420914"/>
                </a:cubicBezTo>
                <a:cubicBezTo>
                  <a:pt x="4011612" y="202897"/>
                  <a:pt x="3852863" y="21771"/>
                  <a:pt x="3602491" y="1814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D4E5D335-5B90-A052-27DD-AA22A02EC6EE}"/>
              </a:ext>
            </a:extLst>
          </p:cNvPr>
          <p:cNvSpPr/>
          <p:nvPr/>
        </p:nvSpPr>
        <p:spPr>
          <a:xfrm rot="5400000">
            <a:off x="10154649" y="4004777"/>
            <a:ext cx="3271975" cy="876106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41995 w 3723382"/>
              <a:gd name="connsiteY0" fmla="*/ 19958 h 834571"/>
              <a:gd name="connsiteX1" fmla="*/ 0 w 3723382"/>
              <a:gd name="connsiteY1" fmla="*/ 407761 h 834571"/>
              <a:gd name="connsiteX2" fmla="*/ 516405 w 3723382"/>
              <a:gd name="connsiteY2" fmla="*/ 830263 h 834571"/>
              <a:gd name="connsiteX3" fmla="*/ 3333311 w 3723382"/>
              <a:gd name="connsiteY3" fmla="*/ 834571 h 834571"/>
              <a:gd name="connsiteX4" fmla="*/ 3723382 w 3723382"/>
              <a:gd name="connsiteY4" fmla="*/ 411843 h 834571"/>
              <a:gd name="connsiteX5" fmla="*/ 3487525 w 3723382"/>
              <a:gd name="connsiteY5" fmla="*/ 0 h 834571"/>
              <a:gd name="connsiteX0" fmla="*/ 241995 w 3803865"/>
              <a:gd name="connsiteY0" fmla="*/ 19958 h 834571"/>
              <a:gd name="connsiteX1" fmla="*/ 0 w 3803865"/>
              <a:gd name="connsiteY1" fmla="*/ 407761 h 834571"/>
              <a:gd name="connsiteX2" fmla="*/ 516405 w 3803865"/>
              <a:gd name="connsiteY2" fmla="*/ 830263 h 834571"/>
              <a:gd name="connsiteX3" fmla="*/ 3333311 w 3803865"/>
              <a:gd name="connsiteY3" fmla="*/ 834571 h 834571"/>
              <a:gd name="connsiteX4" fmla="*/ 3803865 w 3803865"/>
              <a:gd name="connsiteY4" fmla="*/ 411843 h 834571"/>
              <a:gd name="connsiteX5" fmla="*/ 3487525 w 3803865"/>
              <a:gd name="connsiteY5" fmla="*/ 0 h 834571"/>
              <a:gd name="connsiteX0" fmla="*/ 282235 w 3844105"/>
              <a:gd name="connsiteY0" fmla="*/ 19958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  <a:gd name="connsiteX0" fmla="*/ 292298 w 3844105"/>
              <a:gd name="connsiteY0" fmla="*/ 5444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4105" h="834571">
                <a:moveTo>
                  <a:pt x="292298" y="5444"/>
                </a:moveTo>
                <a:cubicBezTo>
                  <a:pt x="173463" y="28123"/>
                  <a:pt x="16782" y="197984"/>
                  <a:pt x="0" y="407761"/>
                </a:cubicBezTo>
                <a:cubicBezTo>
                  <a:pt x="11565" y="658811"/>
                  <a:pt x="262807" y="830792"/>
                  <a:pt x="556645" y="830263"/>
                </a:cubicBezTo>
                <a:lnTo>
                  <a:pt x="3373551" y="834571"/>
                </a:lnTo>
                <a:cubicBezTo>
                  <a:pt x="3661115" y="822778"/>
                  <a:pt x="3832312" y="605065"/>
                  <a:pt x="3844105" y="411843"/>
                </a:cubicBezTo>
                <a:cubicBezTo>
                  <a:pt x="3835941" y="193826"/>
                  <a:pt x="3683794" y="12699"/>
                  <a:pt x="3527765" y="0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436C03D-6E89-FB96-B6E6-1D4D53724755}"/>
              </a:ext>
            </a:extLst>
          </p:cNvPr>
          <p:cNvSpPr/>
          <p:nvPr/>
        </p:nvSpPr>
        <p:spPr>
          <a:xfrm>
            <a:off x="8534482" y="163069"/>
            <a:ext cx="1912649" cy="48851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034B01C6-E233-7CCC-1AF8-D47D8B9CDB6F}"/>
              </a:ext>
            </a:extLst>
          </p:cNvPr>
          <p:cNvSpPr txBox="1"/>
          <p:nvPr/>
        </p:nvSpPr>
        <p:spPr>
          <a:xfrm>
            <a:off x="7601873" y="71527"/>
            <a:ext cx="876970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890" dirty="0" err="1"/>
              <a:t>logged</a:t>
            </a:r>
            <a:endParaRPr lang="de-DE" sz="1890" dirty="0"/>
          </a:p>
          <a:p>
            <a:pPr algn="r"/>
            <a:r>
              <a:rPr lang="de-DE" sz="1890" dirty="0"/>
              <a:t>in </a:t>
            </a:r>
            <a:r>
              <a:rPr lang="de-DE" sz="1890" dirty="0" err="1"/>
              <a:t>as</a:t>
            </a:r>
            <a:r>
              <a:rPr lang="de-DE" sz="1890" dirty="0"/>
              <a:t> 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8B4F1CAC-9BB7-5531-3661-1763F2A5C270}"/>
              </a:ext>
            </a:extLst>
          </p:cNvPr>
          <p:cNvSpPr/>
          <p:nvPr/>
        </p:nvSpPr>
        <p:spPr>
          <a:xfrm>
            <a:off x="3862535" y="1101602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727FF04F-236F-E126-28B2-55CE82033C44}"/>
              </a:ext>
            </a:extLst>
          </p:cNvPr>
          <p:cNvSpPr/>
          <p:nvPr/>
        </p:nvSpPr>
        <p:spPr>
          <a:xfrm>
            <a:off x="5509618" y="1108182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AC06A311-7CF2-6DA3-5C08-482ECEC19288}"/>
              </a:ext>
            </a:extLst>
          </p:cNvPr>
          <p:cNvSpPr/>
          <p:nvPr/>
        </p:nvSpPr>
        <p:spPr>
          <a:xfrm>
            <a:off x="7946905" y="1642606"/>
            <a:ext cx="2004273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 and Restart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18CF5B6D-3B1F-4B4F-B848-E6F1A34BE659}"/>
              </a:ext>
            </a:extLst>
          </p:cNvPr>
          <p:cNvSpPr/>
          <p:nvPr/>
        </p:nvSpPr>
        <p:spPr>
          <a:xfrm>
            <a:off x="3144671" y="2582407"/>
            <a:ext cx="7853473" cy="4412412"/>
          </a:xfrm>
          <a:prstGeom prst="roundRect">
            <a:avLst>
              <a:gd name="adj" fmla="val 7145"/>
            </a:avLst>
          </a:prstGeom>
          <a:solidFill>
            <a:schemeClr val="bg1">
              <a:lumMod val="85000"/>
            </a:schemeClr>
          </a:solidFill>
          <a:ln w="476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D83C7972-5C15-34DF-8E65-D74100B99DDB}"/>
              </a:ext>
            </a:extLst>
          </p:cNvPr>
          <p:cNvSpPr/>
          <p:nvPr/>
        </p:nvSpPr>
        <p:spPr>
          <a:xfrm>
            <a:off x="10700067" y="84936"/>
            <a:ext cx="643350" cy="627588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524205F-A4D9-A317-11FB-8CFEF776C990}"/>
              </a:ext>
            </a:extLst>
          </p:cNvPr>
          <p:cNvSpPr/>
          <p:nvPr/>
        </p:nvSpPr>
        <p:spPr>
          <a:xfrm>
            <a:off x="281756" y="3282871"/>
            <a:ext cx="2012419" cy="2066238"/>
          </a:xfrm>
          <a:prstGeom prst="roundRect">
            <a:avLst>
              <a:gd name="adj" fmla="val 13086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6E2D0AD4-8565-8C69-E2E7-FCC01F077613}"/>
              </a:ext>
            </a:extLst>
          </p:cNvPr>
          <p:cNvSpPr/>
          <p:nvPr/>
        </p:nvSpPr>
        <p:spPr>
          <a:xfrm>
            <a:off x="597835" y="5458849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Export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BF938ED6-AE5C-612F-AF18-3882D4E691B2}"/>
              </a:ext>
            </a:extLst>
          </p:cNvPr>
          <p:cNvSpPr/>
          <p:nvPr/>
        </p:nvSpPr>
        <p:spPr>
          <a:xfrm>
            <a:off x="607028" y="6040969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Import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133FBAE3-698E-2A87-25BD-C1E726025A3B}"/>
              </a:ext>
            </a:extLst>
          </p:cNvPr>
          <p:cNvSpPr/>
          <p:nvPr/>
        </p:nvSpPr>
        <p:spPr>
          <a:xfrm>
            <a:off x="601502" y="6617033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Edit File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A8686413-211E-9798-63BB-609BF6BCEC45}"/>
              </a:ext>
            </a:extLst>
          </p:cNvPr>
          <p:cNvSpPr/>
          <p:nvPr/>
        </p:nvSpPr>
        <p:spPr>
          <a:xfrm>
            <a:off x="11533674" y="3239486"/>
            <a:ext cx="558834" cy="54514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BC05BC1-FD85-6F81-CF69-1AA45E1BA474}"/>
              </a:ext>
            </a:extLst>
          </p:cNvPr>
          <p:cNvSpPr/>
          <p:nvPr/>
        </p:nvSpPr>
        <p:spPr>
          <a:xfrm>
            <a:off x="11662577" y="3379268"/>
            <a:ext cx="297324" cy="25993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96B602B4-48F3-72AD-4169-AF25619156B1}"/>
              </a:ext>
            </a:extLst>
          </p:cNvPr>
          <p:cNvSpPr txBox="1"/>
          <p:nvPr/>
        </p:nvSpPr>
        <p:spPr>
          <a:xfrm>
            <a:off x="11595475" y="332274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11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71CEABD3-A9D4-7EF5-566F-5FE69B1671A3}"/>
              </a:ext>
            </a:extLst>
          </p:cNvPr>
          <p:cNvSpPr/>
          <p:nvPr/>
        </p:nvSpPr>
        <p:spPr>
          <a:xfrm>
            <a:off x="11532880" y="4150320"/>
            <a:ext cx="558834" cy="54514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C51BEEF-C4E8-7DEE-4E8D-AEB5C0D86A81}"/>
              </a:ext>
            </a:extLst>
          </p:cNvPr>
          <p:cNvSpPr/>
          <p:nvPr/>
        </p:nvSpPr>
        <p:spPr>
          <a:xfrm>
            <a:off x="11600362" y="4391752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F349DCB-6D12-DAEB-DCB9-8975BAFEED2E}"/>
              </a:ext>
            </a:extLst>
          </p:cNvPr>
          <p:cNvSpPr/>
          <p:nvPr/>
        </p:nvSpPr>
        <p:spPr>
          <a:xfrm>
            <a:off x="11670782" y="4391752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2E8F8D6-A9AB-68B1-77BC-6F63D4A43560}"/>
              </a:ext>
            </a:extLst>
          </p:cNvPr>
          <p:cNvSpPr/>
          <p:nvPr/>
        </p:nvSpPr>
        <p:spPr>
          <a:xfrm>
            <a:off x="11744378" y="4390164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B66DA2A9-891B-5C19-588C-24DCFD089BC2}"/>
              </a:ext>
            </a:extLst>
          </p:cNvPr>
          <p:cNvSpPr/>
          <p:nvPr/>
        </p:nvSpPr>
        <p:spPr>
          <a:xfrm>
            <a:off x="11816386" y="4390909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0E636C36-BADC-A34E-449E-46A52F5DC4BE}"/>
              </a:ext>
            </a:extLst>
          </p:cNvPr>
          <p:cNvSpPr/>
          <p:nvPr/>
        </p:nvSpPr>
        <p:spPr>
          <a:xfrm>
            <a:off x="11893158" y="4390909"/>
            <a:ext cx="59304" cy="593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46057A54-BECE-59C7-6C6F-73C887061D91}"/>
              </a:ext>
            </a:extLst>
          </p:cNvPr>
          <p:cNvSpPr/>
          <p:nvPr/>
        </p:nvSpPr>
        <p:spPr>
          <a:xfrm>
            <a:off x="11966752" y="4389321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63E1F7B3-DF35-5F7F-326C-8EAA0D420CEB}"/>
              </a:ext>
            </a:extLst>
          </p:cNvPr>
          <p:cNvSpPr/>
          <p:nvPr/>
        </p:nvSpPr>
        <p:spPr>
          <a:xfrm>
            <a:off x="11533674" y="5109666"/>
            <a:ext cx="558834" cy="545143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938D993-9981-115A-6A30-4D12F16A880F}"/>
              </a:ext>
            </a:extLst>
          </p:cNvPr>
          <p:cNvSpPr/>
          <p:nvPr/>
        </p:nvSpPr>
        <p:spPr>
          <a:xfrm>
            <a:off x="11669752" y="5256113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96E20C61-7E79-0B73-486D-4C86668ECBB7}"/>
              </a:ext>
            </a:extLst>
          </p:cNvPr>
          <p:cNvSpPr/>
          <p:nvPr/>
        </p:nvSpPr>
        <p:spPr>
          <a:xfrm>
            <a:off x="11743348" y="5254525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0CB0B64B-CC63-E0BA-996A-0441B204F1FA}"/>
              </a:ext>
            </a:extLst>
          </p:cNvPr>
          <p:cNvSpPr/>
          <p:nvPr/>
        </p:nvSpPr>
        <p:spPr>
          <a:xfrm>
            <a:off x="11815356" y="5255270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85909618-AF63-6928-7828-416246AA34E4}"/>
              </a:ext>
            </a:extLst>
          </p:cNvPr>
          <p:cNvSpPr/>
          <p:nvPr/>
        </p:nvSpPr>
        <p:spPr>
          <a:xfrm>
            <a:off x="11887364" y="5255270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E548676-61DD-1513-4C27-B3DA81784B78}"/>
              </a:ext>
            </a:extLst>
          </p:cNvPr>
          <p:cNvSpPr/>
          <p:nvPr/>
        </p:nvSpPr>
        <p:spPr>
          <a:xfrm>
            <a:off x="11960958" y="5253682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87EF7C45-E451-DDCF-182A-61DC9DEB9B9A}"/>
              </a:ext>
            </a:extLst>
          </p:cNvPr>
          <p:cNvSpPr/>
          <p:nvPr/>
        </p:nvSpPr>
        <p:spPr>
          <a:xfrm>
            <a:off x="11599332" y="5321446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689F3E8C-F7AB-9857-5484-6F2AF9C33701}"/>
              </a:ext>
            </a:extLst>
          </p:cNvPr>
          <p:cNvSpPr/>
          <p:nvPr/>
        </p:nvSpPr>
        <p:spPr>
          <a:xfrm>
            <a:off x="11669752" y="5321446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FCFCDB11-CABD-968C-BFF3-5282F45A43C2}"/>
              </a:ext>
            </a:extLst>
          </p:cNvPr>
          <p:cNvSpPr/>
          <p:nvPr/>
        </p:nvSpPr>
        <p:spPr>
          <a:xfrm>
            <a:off x="11743348" y="5319858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B2D80CCD-F178-D81A-5368-E28CCB18BB5C}"/>
              </a:ext>
            </a:extLst>
          </p:cNvPr>
          <p:cNvSpPr/>
          <p:nvPr/>
        </p:nvSpPr>
        <p:spPr>
          <a:xfrm>
            <a:off x="11815356" y="5320603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FA075C03-CF38-2C87-2E82-C5B670A0C3A2}"/>
              </a:ext>
            </a:extLst>
          </p:cNvPr>
          <p:cNvSpPr/>
          <p:nvPr/>
        </p:nvSpPr>
        <p:spPr>
          <a:xfrm>
            <a:off x="11887364" y="5320603"/>
            <a:ext cx="59304" cy="5930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E068EC6-2FB3-383E-AB79-A0A4601DF6E8}"/>
              </a:ext>
            </a:extLst>
          </p:cNvPr>
          <p:cNvSpPr/>
          <p:nvPr/>
        </p:nvSpPr>
        <p:spPr>
          <a:xfrm>
            <a:off x="11960958" y="5319015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0AF59213-FC01-2915-4FA4-6D8009E8C637}"/>
              </a:ext>
            </a:extLst>
          </p:cNvPr>
          <p:cNvSpPr/>
          <p:nvPr/>
        </p:nvSpPr>
        <p:spPr>
          <a:xfrm>
            <a:off x="11599332" y="5387622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5EC93350-6D32-DBF0-2DB1-67CA66EE3378}"/>
              </a:ext>
            </a:extLst>
          </p:cNvPr>
          <p:cNvSpPr/>
          <p:nvPr/>
        </p:nvSpPr>
        <p:spPr>
          <a:xfrm>
            <a:off x="11669752" y="5387622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290F550A-01EB-07AD-5AF0-309898A0C83D}"/>
              </a:ext>
            </a:extLst>
          </p:cNvPr>
          <p:cNvSpPr/>
          <p:nvPr/>
        </p:nvSpPr>
        <p:spPr>
          <a:xfrm>
            <a:off x="11743348" y="5386034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D8CB08B1-4D79-184A-55C6-B768AAAF2E9A}"/>
              </a:ext>
            </a:extLst>
          </p:cNvPr>
          <p:cNvSpPr/>
          <p:nvPr/>
        </p:nvSpPr>
        <p:spPr>
          <a:xfrm>
            <a:off x="11815356" y="5386779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0D7F78B-26F9-EB6A-A46A-7A2C397BEB65}"/>
              </a:ext>
            </a:extLst>
          </p:cNvPr>
          <p:cNvSpPr/>
          <p:nvPr/>
        </p:nvSpPr>
        <p:spPr>
          <a:xfrm>
            <a:off x="11887364" y="5386779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8DA0D393-9225-BFBA-4376-FA8553297E71}"/>
              </a:ext>
            </a:extLst>
          </p:cNvPr>
          <p:cNvSpPr/>
          <p:nvPr/>
        </p:nvSpPr>
        <p:spPr>
          <a:xfrm>
            <a:off x="11960958" y="5385191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1BEABF16-FF33-5CD1-2C8C-7CE6291B84F7}"/>
              </a:ext>
            </a:extLst>
          </p:cNvPr>
          <p:cNvSpPr/>
          <p:nvPr/>
        </p:nvSpPr>
        <p:spPr>
          <a:xfrm>
            <a:off x="11599332" y="5455899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D865CF48-DF67-B4C3-55B4-1C8DA1983682}"/>
              </a:ext>
            </a:extLst>
          </p:cNvPr>
          <p:cNvSpPr/>
          <p:nvPr/>
        </p:nvSpPr>
        <p:spPr>
          <a:xfrm>
            <a:off x="11669752" y="5455899"/>
            <a:ext cx="59304" cy="59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FAE61E6B-F260-262C-B13D-B515FE9F5E66}"/>
              </a:ext>
            </a:extLst>
          </p:cNvPr>
          <p:cNvSpPr/>
          <p:nvPr/>
        </p:nvSpPr>
        <p:spPr>
          <a:xfrm>
            <a:off x="11743348" y="5454311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954F12CA-2F0A-0A2C-5599-B61FF4C1705E}"/>
              </a:ext>
            </a:extLst>
          </p:cNvPr>
          <p:cNvSpPr/>
          <p:nvPr/>
        </p:nvSpPr>
        <p:spPr>
          <a:xfrm>
            <a:off x="11815356" y="5455056"/>
            <a:ext cx="59304" cy="59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A64097DB-2510-AAF8-E3E3-52CB0DDAC8B3}"/>
              </a:ext>
            </a:extLst>
          </p:cNvPr>
          <p:cNvSpPr/>
          <p:nvPr/>
        </p:nvSpPr>
        <p:spPr>
          <a:xfrm>
            <a:off x="5509618" y="1720453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67" name="Rechteck: abgerundete Ecken 66">
            <a:extLst>
              <a:ext uri="{FF2B5EF4-FFF2-40B4-BE49-F238E27FC236}">
                <a16:creationId xmlns:a16="http://schemas.microsoft.com/office/drawing/2014/main" id="{16200401-9456-500B-2E7F-9C2CB89A9A41}"/>
              </a:ext>
            </a:extLst>
          </p:cNvPr>
          <p:cNvSpPr/>
          <p:nvPr/>
        </p:nvSpPr>
        <p:spPr>
          <a:xfrm>
            <a:off x="3862535" y="1720453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4166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F0715-C1DD-5052-40E2-DCA08ED69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5CFBE59-3F98-04E1-C459-D2A5D15A39E0}"/>
              </a:ext>
            </a:extLst>
          </p:cNvPr>
          <p:cNvSpPr/>
          <p:nvPr/>
        </p:nvSpPr>
        <p:spPr>
          <a:xfrm>
            <a:off x="-24679" y="-28747"/>
            <a:ext cx="2825468" cy="72280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20" name="Flussdiagramm: Daten 15">
            <a:extLst>
              <a:ext uri="{FF2B5EF4-FFF2-40B4-BE49-F238E27FC236}">
                <a16:creationId xmlns:a16="http://schemas.microsoft.com/office/drawing/2014/main" id="{B4DD45B3-DD6C-EA86-F0B7-2F59657A4F53}"/>
              </a:ext>
            </a:extLst>
          </p:cNvPr>
          <p:cNvSpPr/>
          <p:nvPr/>
        </p:nvSpPr>
        <p:spPr>
          <a:xfrm rot="958259" flipV="1">
            <a:off x="-428516" y="2919333"/>
            <a:ext cx="3411956" cy="3056497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291"/>
              <a:gd name="connsiteY0" fmla="*/ 11568 h 11568"/>
              <a:gd name="connsiteX1" fmla="*/ 2291 w 10291"/>
              <a:gd name="connsiteY1" fmla="*/ 0 h 11568"/>
              <a:gd name="connsiteX2" fmla="*/ 10291 w 10291"/>
              <a:gd name="connsiteY2" fmla="*/ 0 h 11568"/>
              <a:gd name="connsiteX3" fmla="*/ 8291 w 10291"/>
              <a:gd name="connsiteY3" fmla="*/ 10000 h 11568"/>
              <a:gd name="connsiteX4" fmla="*/ 0 w 10291"/>
              <a:gd name="connsiteY4" fmla="*/ 11568 h 11568"/>
              <a:gd name="connsiteX0" fmla="*/ 0 w 10556"/>
              <a:gd name="connsiteY0" fmla="*/ 12769 h 12769"/>
              <a:gd name="connsiteX1" fmla="*/ 2556 w 10556"/>
              <a:gd name="connsiteY1" fmla="*/ 0 h 12769"/>
              <a:gd name="connsiteX2" fmla="*/ 10556 w 10556"/>
              <a:gd name="connsiteY2" fmla="*/ 0 h 12769"/>
              <a:gd name="connsiteX3" fmla="*/ 8556 w 10556"/>
              <a:gd name="connsiteY3" fmla="*/ 10000 h 12769"/>
              <a:gd name="connsiteX4" fmla="*/ 0 w 10556"/>
              <a:gd name="connsiteY4" fmla="*/ 12769 h 12769"/>
              <a:gd name="connsiteX0" fmla="*/ 0 w 10839"/>
              <a:gd name="connsiteY0" fmla="*/ 13945 h 13945"/>
              <a:gd name="connsiteX1" fmla="*/ 2839 w 10839"/>
              <a:gd name="connsiteY1" fmla="*/ 0 h 13945"/>
              <a:gd name="connsiteX2" fmla="*/ 10839 w 10839"/>
              <a:gd name="connsiteY2" fmla="*/ 0 h 13945"/>
              <a:gd name="connsiteX3" fmla="*/ 8839 w 10839"/>
              <a:gd name="connsiteY3" fmla="*/ 10000 h 13945"/>
              <a:gd name="connsiteX4" fmla="*/ 0 w 10839"/>
              <a:gd name="connsiteY4" fmla="*/ 13945 h 13945"/>
              <a:gd name="connsiteX0" fmla="*/ 0 w 10917"/>
              <a:gd name="connsiteY0" fmla="*/ 14566 h 14566"/>
              <a:gd name="connsiteX1" fmla="*/ 2917 w 10917"/>
              <a:gd name="connsiteY1" fmla="*/ 0 h 14566"/>
              <a:gd name="connsiteX2" fmla="*/ 10917 w 10917"/>
              <a:gd name="connsiteY2" fmla="*/ 0 h 14566"/>
              <a:gd name="connsiteX3" fmla="*/ 8917 w 10917"/>
              <a:gd name="connsiteY3" fmla="*/ 10000 h 14566"/>
              <a:gd name="connsiteX4" fmla="*/ 0 w 10917"/>
              <a:gd name="connsiteY4" fmla="*/ 14566 h 14566"/>
              <a:gd name="connsiteX0" fmla="*/ 0 w 11104"/>
              <a:gd name="connsiteY0" fmla="*/ 15146 h 15146"/>
              <a:gd name="connsiteX1" fmla="*/ 3104 w 11104"/>
              <a:gd name="connsiteY1" fmla="*/ 0 h 15146"/>
              <a:gd name="connsiteX2" fmla="*/ 11104 w 11104"/>
              <a:gd name="connsiteY2" fmla="*/ 0 h 15146"/>
              <a:gd name="connsiteX3" fmla="*/ 9104 w 11104"/>
              <a:gd name="connsiteY3" fmla="*/ 10000 h 15146"/>
              <a:gd name="connsiteX4" fmla="*/ 0 w 11104"/>
              <a:gd name="connsiteY4" fmla="*/ 15146 h 15146"/>
              <a:gd name="connsiteX0" fmla="*/ 0 w 10259"/>
              <a:gd name="connsiteY0" fmla="*/ 11415 h 11415"/>
              <a:gd name="connsiteX1" fmla="*/ 2259 w 10259"/>
              <a:gd name="connsiteY1" fmla="*/ 0 h 11415"/>
              <a:gd name="connsiteX2" fmla="*/ 10259 w 10259"/>
              <a:gd name="connsiteY2" fmla="*/ 0 h 11415"/>
              <a:gd name="connsiteX3" fmla="*/ 8259 w 10259"/>
              <a:gd name="connsiteY3" fmla="*/ 10000 h 11415"/>
              <a:gd name="connsiteX4" fmla="*/ 0 w 10259"/>
              <a:gd name="connsiteY4" fmla="*/ 11415 h 11415"/>
              <a:gd name="connsiteX0" fmla="*/ 0 w 9896"/>
              <a:gd name="connsiteY0" fmla="*/ 10038 h 10038"/>
              <a:gd name="connsiteX1" fmla="*/ 1896 w 9896"/>
              <a:gd name="connsiteY1" fmla="*/ 0 h 10038"/>
              <a:gd name="connsiteX2" fmla="*/ 9896 w 9896"/>
              <a:gd name="connsiteY2" fmla="*/ 0 h 10038"/>
              <a:gd name="connsiteX3" fmla="*/ 7896 w 9896"/>
              <a:gd name="connsiteY3" fmla="*/ 10000 h 10038"/>
              <a:gd name="connsiteX4" fmla="*/ 0 w 9896"/>
              <a:gd name="connsiteY4" fmla="*/ 10038 h 10038"/>
              <a:gd name="connsiteX0" fmla="*/ 0 w 10452"/>
              <a:gd name="connsiteY0" fmla="*/ 11323 h 11323"/>
              <a:gd name="connsiteX1" fmla="*/ 2368 w 10452"/>
              <a:gd name="connsiteY1" fmla="*/ 0 h 11323"/>
              <a:gd name="connsiteX2" fmla="*/ 10452 w 10452"/>
              <a:gd name="connsiteY2" fmla="*/ 0 h 11323"/>
              <a:gd name="connsiteX3" fmla="*/ 8431 w 10452"/>
              <a:gd name="connsiteY3" fmla="*/ 9962 h 11323"/>
              <a:gd name="connsiteX4" fmla="*/ 0 w 10452"/>
              <a:gd name="connsiteY4" fmla="*/ 11323 h 11323"/>
              <a:gd name="connsiteX0" fmla="*/ 0 w 10900"/>
              <a:gd name="connsiteY0" fmla="*/ 12864 h 12864"/>
              <a:gd name="connsiteX1" fmla="*/ 2816 w 10900"/>
              <a:gd name="connsiteY1" fmla="*/ 0 h 12864"/>
              <a:gd name="connsiteX2" fmla="*/ 10900 w 10900"/>
              <a:gd name="connsiteY2" fmla="*/ 0 h 12864"/>
              <a:gd name="connsiteX3" fmla="*/ 8879 w 10900"/>
              <a:gd name="connsiteY3" fmla="*/ 9962 h 12864"/>
              <a:gd name="connsiteX4" fmla="*/ 0 w 10900"/>
              <a:gd name="connsiteY4" fmla="*/ 12864 h 12864"/>
              <a:gd name="connsiteX0" fmla="*/ 0 w 10886"/>
              <a:gd name="connsiteY0" fmla="*/ 13275 h 13275"/>
              <a:gd name="connsiteX1" fmla="*/ 2802 w 10886"/>
              <a:gd name="connsiteY1" fmla="*/ 0 h 13275"/>
              <a:gd name="connsiteX2" fmla="*/ 10886 w 10886"/>
              <a:gd name="connsiteY2" fmla="*/ 0 h 13275"/>
              <a:gd name="connsiteX3" fmla="*/ 8865 w 10886"/>
              <a:gd name="connsiteY3" fmla="*/ 9962 h 13275"/>
              <a:gd name="connsiteX4" fmla="*/ 0 w 10886"/>
              <a:gd name="connsiteY4" fmla="*/ 13275 h 1327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877 w 10898"/>
              <a:gd name="connsiteY3" fmla="*/ 9962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4 w 10898"/>
              <a:gd name="connsiteY3" fmla="*/ 963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55 w 10898"/>
              <a:gd name="connsiteY3" fmla="*/ 940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85 w 10898"/>
              <a:gd name="connsiteY3" fmla="*/ 905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80 w 10898"/>
              <a:gd name="connsiteY3" fmla="*/ 919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1 w 10898"/>
              <a:gd name="connsiteY3" fmla="*/ 931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6 w 10898"/>
              <a:gd name="connsiteY3" fmla="*/ 937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3 w 10898"/>
              <a:gd name="connsiteY3" fmla="*/ 9398 h 13815"/>
              <a:gd name="connsiteX4" fmla="*/ 0 w 10898"/>
              <a:gd name="connsiteY4" fmla="*/ 13815 h 1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" h="13815">
                <a:moveTo>
                  <a:pt x="0" y="13815"/>
                </a:moveTo>
                <a:lnTo>
                  <a:pt x="2814" y="0"/>
                </a:lnTo>
                <a:lnTo>
                  <a:pt x="10898" y="0"/>
                </a:lnTo>
                <a:lnTo>
                  <a:pt x="9003" y="9398"/>
                </a:lnTo>
                <a:lnTo>
                  <a:pt x="0" y="13815"/>
                </a:lnTo>
                <a:close/>
              </a:path>
            </a:pathLst>
          </a:custGeom>
          <a:gradFill flip="none" rotWithShape="1">
            <a:gsLst>
              <a:gs pos="27000">
                <a:srgbClr val="D4D4D4">
                  <a:alpha val="20000"/>
                </a:srgbClr>
              </a:gs>
              <a:gs pos="18000">
                <a:srgbClr val="CAD1D4">
                  <a:alpha val="1961"/>
                </a:srgbClr>
              </a:gs>
              <a:gs pos="50000">
                <a:srgbClr val="C0C0C0">
                  <a:alpha val="76000"/>
                  <a:lumMod val="80000"/>
                </a:srgbClr>
              </a:gs>
              <a:gs pos="0">
                <a:schemeClr val="bg1">
                  <a:lumMod val="85000"/>
                  <a:alpha val="0"/>
                </a:schemeClr>
              </a:gs>
              <a:gs pos="59000">
                <a:srgbClr val="939393"/>
              </a:gs>
              <a:gs pos="52000">
                <a:srgbClr val="828282"/>
              </a:gs>
              <a:gs pos="82000">
                <a:schemeClr val="bg1">
                  <a:lumMod val="75000"/>
                </a:schemeClr>
              </a:gs>
            </a:gsLst>
            <a:lin ang="63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511BCE27-2FC9-7050-96E4-E1C0AB54A672}"/>
              </a:ext>
            </a:extLst>
          </p:cNvPr>
          <p:cNvSpPr/>
          <p:nvPr/>
        </p:nvSpPr>
        <p:spPr>
          <a:xfrm>
            <a:off x="53245" y="279731"/>
            <a:ext cx="10396658" cy="4080205"/>
          </a:xfrm>
          <a:custGeom>
            <a:avLst/>
            <a:gdLst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13" fmla="*/ 461848 w 10092827"/>
              <a:gd name="connsiteY13" fmla="*/ 5958411 h 6154354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0" fmla="*/ 2014876 w 10092827"/>
              <a:gd name="connsiteY0" fmla="*/ 6096296 h 6800240"/>
              <a:gd name="connsiteX1" fmla="*/ 1985848 w 10092827"/>
              <a:gd name="connsiteY1" fmla="*/ 2866868 h 6800240"/>
              <a:gd name="connsiteX2" fmla="*/ 2820419 w 10092827"/>
              <a:gd name="connsiteY2" fmla="*/ 1495268 h 6800240"/>
              <a:gd name="connsiteX3" fmla="*/ 4511334 w 10092827"/>
              <a:gd name="connsiteY3" fmla="*/ 1161439 h 6800240"/>
              <a:gd name="connsiteX4" fmla="*/ 6006305 w 10092827"/>
              <a:gd name="connsiteY4" fmla="*/ 1821839 h 6800240"/>
              <a:gd name="connsiteX5" fmla="*/ 9888876 w 10092827"/>
              <a:gd name="connsiteY5" fmla="*/ 1858125 h 6800240"/>
              <a:gd name="connsiteX6" fmla="*/ 9228476 w 10092827"/>
              <a:gd name="connsiteY6" fmla="*/ 689725 h 6800240"/>
              <a:gd name="connsiteX7" fmla="*/ 6485276 w 10092827"/>
              <a:gd name="connsiteY7" fmla="*/ 646182 h 6800240"/>
              <a:gd name="connsiteX8" fmla="*/ 4649219 w 10092827"/>
              <a:gd name="connsiteY8" fmla="*/ 116411 h 6800240"/>
              <a:gd name="connsiteX9" fmla="*/ 1492362 w 10092827"/>
              <a:gd name="connsiteY9" fmla="*/ 159954 h 6800240"/>
              <a:gd name="connsiteX10" fmla="*/ 157048 w 10092827"/>
              <a:gd name="connsiteY10" fmla="*/ 1792811 h 6800240"/>
              <a:gd name="connsiteX11" fmla="*/ 26419 w 10092827"/>
              <a:gd name="connsiteY11" fmla="*/ 6154354 h 6800240"/>
              <a:gd name="connsiteX12" fmla="*/ 831962 w 10092827"/>
              <a:gd name="connsiteY12" fmla="*/ 6800240 h 6800240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0" fmla="*/ 1908035 w 9985986"/>
              <a:gd name="connsiteY0" fmla="*/ 6096296 h 6219669"/>
              <a:gd name="connsiteX1" fmla="*/ 1879007 w 9985986"/>
              <a:gd name="connsiteY1" fmla="*/ 2866868 h 6219669"/>
              <a:gd name="connsiteX2" fmla="*/ 2713578 w 9985986"/>
              <a:gd name="connsiteY2" fmla="*/ 1495268 h 6219669"/>
              <a:gd name="connsiteX3" fmla="*/ 4404493 w 9985986"/>
              <a:gd name="connsiteY3" fmla="*/ 1161439 h 6219669"/>
              <a:gd name="connsiteX4" fmla="*/ 5899464 w 9985986"/>
              <a:gd name="connsiteY4" fmla="*/ 1821839 h 6219669"/>
              <a:gd name="connsiteX5" fmla="*/ 9782035 w 9985986"/>
              <a:gd name="connsiteY5" fmla="*/ 1858125 h 6219669"/>
              <a:gd name="connsiteX6" fmla="*/ 9121635 w 9985986"/>
              <a:gd name="connsiteY6" fmla="*/ 689725 h 6219669"/>
              <a:gd name="connsiteX7" fmla="*/ 6378435 w 9985986"/>
              <a:gd name="connsiteY7" fmla="*/ 646182 h 6219669"/>
              <a:gd name="connsiteX8" fmla="*/ 4542378 w 9985986"/>
              <a:gd name="connsiteY8" fmla="*/ 116411 h 6219669"/>
              <a:gd name="connsiteX9" fmla="*/ 1385521 w 9985986"/>
              <a:gd name="connsiteY9" fmla="*/ 159954 h 6219669"/>
              <a:gd name="connsiteX10" fmla="*/ 50207 w 9985986"/>
              <a:gd name="connsiteY10" fmla="*/ 1792811 h 6219669"/>
              <a:gd name="connsiteX11" fmla="*/ 260663 w 9985986"/>
              <a:gd name="connsiteY11" fmla="*/ 6219669 h 6219669"/>
              <a:gd name="connsiteX0" fmla="*/ 1793893 w 9871844"/>
              <a:gd name="connsiteY0" fmla="*/ 6111104 h 6234477"/>
              <a:gd name="connsiteX1" fmla="*/ 1764865 w 9871844"/>
              <a:gd name="connsiteY1" fmla="*/ 2881676 h 6234477"/>
              <a:gd name="connsiteX2" fmla="*/ 2599436 w 9871844"/>
              <a:gd name="connsiteY2" fmla="*/ 1510076 h 6234477"/>
              <a:gd name="connsiteX3" fmla="*/ 4290351 w 9871844"/>
              <a:gd name="connsiteY3" fmla="*/ 1176247 h 6234477"/>
              <a:gd name="connsiteX4" fmla="*/ 5785322 w 9871844"/>
              <a:gd name="connsiteY4" fmla="*/ 1836647 h 6234477"/>
              <a:gd name="connsiteX5" fmla="*/ 9667893 w 9871844"/>
              <a:gd name="connsiteY5" fmla="*/ 1872933 h 6234477"/>
              <a:gd name="connsiteX6" fmla="*/ 9007493 w 9871844"/>
              <a:gd name="connsiteY6" fmla="*/ 704533 h 6234477"/>
              <a:gd name="connsiteX7" fmla="*/ 6264293 w 9871844"/>
              <a:gd name="connsiteY7" fmla="*/ 660990 h 6234477"/>
              <a:gd name="connsiteX8" fmla="*/ 4428236 w 9871844"/>
              <a:gd name="connsiteY8" fmla="*/ 131219 h 6234477"/>
              <a:gd name="connsiteX9" fmla="*/ 1271379 w 9871844"/>
              <a:gd name="connsiteY9" fmla="*/ 174762 h 6234477"/>
              <a:gd name="connsiteX10" fmla="*/ 66694 w 9871844"/>
              <a:gd name="connsiteY10" fmla="*/ 2018076 h 6234477"/>
              <a:gd name="connsiteX11" fmla="*/ 146521 w 9871844"/>
              <a:gd name="connsiteY11" fmla="*/ 6234477 h 6234477"/>
              <a:gd name="connsiteX0" fmla="*/ 1809514 w 9887465"/>
              <a:gd name="connsiteY0" fmla="*/ 6111104 h 6365105"/>
              <a:gd name="connsiteX1" fmla="*/ 1780486 w 9887465"/>
              <a:gd name="connsiteY1" fmla="*/ 2881676 h 6365105"/>
              <a:gd name="connsiteX2" fmla="*/ 2615057 w 9887465"/>
              <a:gd name="connsiteY2" fmla="*/ 1510076 h 6365105"/>
              <a:gd name="connsiteX3" fmla="*/ 4305972 w 9887465"/>
              <a:gd name="connsiteY3" fmla="*/ 1176247 h 6365105"/>
              <a:gd name="connsiteX4" fmla="*/ 5800943 w 9887465"/>
              <a:gd name="connsiteY4" fmla="*/ 1836647 h 6365105"/>
              <a:gd name="connsiteX5" fmla="*/ 9683514 w 9887465"/>
              <a:gd name="connsiteY5" fmla="*/ 1872933 h 6365105"/>
              <a:gd name="connsiteX6" fmla="*/ 9023114 w 9887465"/>
              <a:gd name="connsiteY6" fmla="*/ 704533 h 6365105"/>
              <a:gd name="connsiteX7" fmla="*/ 6279914 w 9887465"/>
              <a:gd name="connsiteY7" fmla="*/ 660990 h 6365105"/>
              <a:gd name="connsiteX8" fmla="*/ 4443857 w 9887465"/>
              <a:gd name="connsiteY8" fmla="*/ 131219 h 6365105"/>
              <a:gd name="connsiteX9" fmla="*/ 1287000 w 9887465"/>
              <a:gd name="connsiteY9" fmla="*/ 174762 h 6365105"/>
              <a:gd name="connsiteX10" fmla="*/ 82315 w 9887465"/>
              <a:gd name="connsiteY10" fmla="*/ 2018076 h 6365105"/>
              <a:gd name="connsiteX11" fmla="*/ 104084 w 9887465"/>
              <a:gd name="connsiteY11" fmla="*/ 6365105 h 6365105"/>
              <a:gd name="connsiteX0" fmla="*/ 1809514 w 9887465"/>
              <a:gd name="connsiteY0" fmla="*/ 6111104 h 6372362"/>
              <a:gd name="connsiteX1" fmla="*/ 1780486 w 9887465"/>
              <a:gd name="connsiteY1" fmla="*/ 2881676 h 6372362"/>
              <a:gd name="connsiteX2" fmla="*/ 2615057 w 9887465"/>
              <a:gd name="connsiteY2" fmla="*/ 1510076 h 6372362"/>
              <a:gd name="connsiteX3" fmla="*/ 4305972 w 9887465"/>
              <a:gd name="connsiteY3" fmla="*/ 1176247 h 6372362"/>
              <a:gd name="connsiteX4" fmla="*/ 5800943 w 9887465"/>
              <a:gd name="connsiteY4" fmla="*/ 1836647 h 6372362"/>
              <a:gd name="connsiteX5" fmla="*/ 9683514 w 9887465"/>
              <a:gd name="connsiteY5" fmla="*/ 1872933 h 6372362"/>
              <a:gd name="connsiteX6" fmla="*/ 9023114 w 9887465"/>
              <a:gd name="connsiteY6" fmla="*/ 704533 h 6372362"/>
              <a:gd name="connsiteX7" fmla="*/ 6279914 w 9887465"/>
              <a:gd name="connsiteY7" fmla="*/ 660990 h 6372362"/>
              <a:gd name="connsiteX8" fmla="*/ 4443857 w 9887465"/>
              <a:gd name="connsiteY8" fmla="*/ 131219 h 6372362"/>
              <a:gd name="connsiteX9" fmla="*/ 1287000 w 9887465"/>
              <a:gd name="connsiteY9" fmla="*/ 174762 h 6372362"/>
              <a:gd name="connsiteX10" fmla="*/ 82315 w 9887465"/>
              <a:gd name="connsiteY10" fmla="*/ 2018076 h 6372362"/>
              <a:gd name="connsiteX11" fmla="*/ 104084 w 9887465"/>
              <a:gd name="connsiteY11" fmla="*/ 6372362 h 6372362"/>
              <a:gd name="connsiteX0" fmla="*/ 1809514 w 9887465"/>
              <a:gd name="connsiteY0" fmla="*/ 6111104 h 6379619"/>
              <a:gd name="connsiteX1" fmla="*/ 1780486 w 9887465"/>
              <a:gd name="connsiteY1" fmla="*/ 2881676 h 6379619"/>
              <a:gd name="connsiteX2" fmla="*/ 2615057 w 9887465"/>
              <a:gd name="connsiteY2" fmla="*/ 1510076 h 6379619"/>
              <a:gd name="connsiteX3" fmla="*/ 4305972 w 9887465"/>
              <a:gd name="connsiteY3" fmla="*/ 1176247 h 6379619"/>
              <a:gd name="connsiteX4" fmla="*/ 5800943 w 9887465"/>
              <a:gd name="connsiteY4" fmla="*/ 1836647 h 6379619"/>
              <a:gd name="connsiteX5" fmla="*/ 9683514 w 9887465"/>
              <a:gd name="connsiteY5" fmla="*/ 1872933 h 6379619"/>
              <a:gd name="connsiteX6" fmla="*/ 9023114 w 9887465"/>
              <a:gd name="connsiteY6" fmla="*/ 704533 h 6379619"/>
              <a:gd name="connsiteX7" fmla="*/ 6279914 w 9887465"/>
              <a:gd name="connsiteY7" fmla="*/ 660990 h 6379619"/>
              <a:gd name="connsiteX8" fmla="*/ 4443857 w 9887465"/>
              <a:gd name="connsiteY8" fmla="*/ 131219 h 6379619"/>
              <a:gd name="connsiteX9" fmla="*/ 1287000 w 9887465"/>
              <a:gd name="connsiteY9" fmla="*/ 174762 h 6379619"/>
              <a:gd name="connsiteX10" fmla="*/ 82315 w 9887465"/>
              <a:gd name="connsiteY10" fmla="*/ 2018076 h 6379619"/>
              <a:gd name="connsiteX11" fmla="*/ 104084 w 9887465"/>
              <a:gd name="connsiteY11" fmla="*/ 6379619 h 6379619"/>
              <a:gd name="connsiteX0" fmla="*/ 1733763 w 9811714"/>
              <a:gd name="connsiteY0" fmla="*/ 6111104 h 6379619"/>
              <a:gd name="connsiteX1" fmla="*/ 1704735 w 9811714"/>
              <a:gd name="connsiteY1" fmla="*/ 2881676 h 6379619"/>
              <a:gd name="connsiteX2" fmla="*/ 2539306 w 9811714"/>
              <a:gd name="connsiteY2" fmla="*/ 1510076 h 6379619"/>
              <a:gd name="connsiteX3" fmla="*/ 4230221 w 9811714"/>
              <a:gd name="connsiteY3" fmla="*/ 1176247 h 6379619"/>
              <a:gd name="connsiteX4" fmla="*/ 5725192 w 9811714"/>
              <a:gd name="connsiteY4" fmla="*/ 1836647 h 6379619"/>
              <a:gd name="connsiteX5" fmla="*/ 9607763 w 9811714"/>
              <a:gd name="connsiteY5" fmla="*/ 1872933 h 6379619"/>
              <a:gd name="connsiteX6" fmla="*/ 8947363 w 9811714"/>
              <a:gd name="connsiteY6" fmla="*/ 704533 h 6379619"/>
              <a:gd name="connsiteX7" fmla="*/ 6204163 w 9811714"/>
              <a:gd name="connsiteY7" fmla="*/ 660990 h 6379619"/>
              <a:gd name="connsiteX8" fmla="*/ 4368106 w 9811714"/>
              <a:gd name="connsiteY8" fmla="*/ 131219 h 6379619"/>
              <a:gd name="connsiteX9" fmla="*/ 1211249 w 9811714"/>
              <a:gd name="connsiteY9" fmla="*/ 174762 h 6379619"/>
              <a:gd name="connsiteX10" fmla="*/ 6564 w 9811714"/>
              <a:gd name="connsiteY10" fmla="*/ 2018076 h 6379619"/>
              <a:gd name="connsiteX11" fmla="*/ 28333 w 9811714"/>
              <a:gd name="connsiteY11" fmla="*/ 6379619 h 6379619"/>
              <a:gd name="connsiteX0" fmla="*/ 1807347 w 9885298"/>
              <a:gd name="connsiteY0" fmla="*/ 6111104 h 6394133"/>
              <a:gd name="connsiteX1" fmla="*/ 1778319 w 9885298"/>
              <a:gd name="connsiteY1" fmla="*/ 2881676 h 6394133"/>
              <a:gd name="connsiteX2" fmla="*/ 2612890 w 9885298"/>
              <a:gd name="connsiteY2" fmla="*/ 1510076 h 6394133"/>
              <a:gd name="connsiteX3" fmla="*/ 4303805 w 9885298"/>
              <a:gd name="connsiteY3" fmla="*/ 1176247 h 6394133"/>
              <a:gd name="connsiteX4" fmla="*/ 5798776 w 9885298"/>
              <a:gd name="connsiteY4" fmla="*/ 1836647 h 6394133"/>
              <a:gd name="connsiteX5" fmla="*/ 9681347 w 9885298"/>
              <a:gd name="connsiteY5" fmla="*/ 1872933 h 6394133"/>
              <a:gd name="connsiteX6" fmla="*/ 9020947 w 9885298"/>
              <a:gd name="connsiteY6" fmla="*/ 704533 h 6394133"/>
              <a:gd name="connsiteX7" fmla="*/ 6277747 w 9885298"/>
              <a:gd name="connsiteY7" fmla="*/ 660990 h 6394133"/>
              <a:gd name="connsiteX8" fmla="*/ 4441690 w 9885298"/>
              <a:gd name="connsiteY8" fmla="*/ 131219 h 6394133"/>
              <a:gd name="connsiteX9" fmla="*/ 1284833 w 9885298"/>
              <a:gd name="connsiteY9" fmla="*/ 174762 h 6394133"/>
              <a:gd name="connsiteX10" fmla="*/ 80148 w 9885298"/>
              <a:gd name="connsiteY10" fmla="*/ 2018076 h 6394133"/>
              <a:gd name="connsiteX11" fmla="*/ 109174 w 9885298"/>
              <a:gd name="connsiteY11" fmla="*/ 6394133 h 6394133"/>
              <a:gd name="connsiteX0" fmla="*/ 1727280 w 9805231"/>
              <a:gd name="connsiteY0" fmla="*/ 6111104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13052"/>
              <a:gd name="connsiteY0" fmla="*/ 6379618 h 6394133"/>
              <a:gd name="connsiteX1" fmla="*/ 1458767 w 9813052"/>
              <a:gd name="connsiteY1" fmla="*/ 2867162 h 6394133"/>
              <a:gd name="connsiteX2" fmla="*/ 2032080 w 9813052"/>
              <a:gd name="connsiteY2" fmla="*/ 1669733 h 6394133"/>
              <a:gd name="connsiteX3" fmla="*/ 3599624 w 9813052"/>
              <a:gd name="connsiteY3" fmla="*/ 1502819 h 6394133"/>
              <a:gd name="connsiteX4" fmla="*/ 5609852 w 9813052"/>
              <a:gd name="connsiteY4" fmla="*/ 2344647 h 6394133"/>
              <a:gd name="connsiteX5" fmla="*/ 9601280 w 9813052"/>
              <a:gd name="connsiteY5" fmla="*/ 1872933 h 6394133"/>
              <a:gd name="connsiteX6" fmla="*/ 8940880 w 9813052"/>
              <a:gd name="connsiteY6" fmla="*/ 704533 h 6394133"/>
              <a:gd name="connsiteX7" fmla="*/ 6197680 w 9813052"/>
              <a:gd name="connsiteY7" fmla="*/ 660990 h 6394133"/>
              <a:gd name="connsiteX8" fmla="*/ 4361623 w 9813052"/>
              <a:gd name="connsiteY8" fmla="*/ 131219 h 6394133"/>
              <a:gd name="connsiteX9" fmla="*/ 1204766 w 9813052"/>
              <a:gd name="connsiteY9" fmla="*/ 174762 h 6394133"/>
              <a:gd name="connsiteX10" fmla="*/ 81 w 9813052"/>
              <a:gd name="connsiteY10" fmla="*/ 2018076 h 6394133"/>
              <a:gd name="connsiteX11" fmla="*/ 29107 w 9813052"/>
              <a:gd name="connsiteY11" fmla="*/ 6394133 h 6394133"/>
              <a:gd name="connsiteX0" fmla="*/ 1466022 w 9806904"/>
              <a:gd name="connsiteY0" fmla="*/ 6379618 h 6394133"/>
              <a:gd name="connsiteX1" fmla="*/ 1458767 w 9806904"/>
              <a:gd name="connsiteY1" fmla="*/ 2867162 h 6394133"/>
              <a:gd name="connsiteX2" fmla="*/ 2032080 w 9806904"/>
              <a:gd name="connsiteY2" fmla="*/ 1669733 h 6394133"/>
              <a:gd name="connsiteX3" fmla="*/ 3599624 w 9806904"/>
              <a:gd name="connsiteY3" fmla="*/ 1502819 h 6394133"/>
              <a:gd name="connsiteX4" fmla="*/ 5609852 w 9806904"/>
              <a:gd name="connsiteY4" fmla="*/ 2344647 h 6394133"/>
              <a:gd name="connsiteX5" fmla="*/ 9594023 w 9806904"/>
              <a:gd name="connsiteY5" fmla="*/ 2221275 h 6394133"/>
              <a:gd name="connsiteX6" fmla="*/ 8940880 w 9806904"/>
              <a:gd name="connsiteY6" fmla="*/ 704533 h 6394133"/>
              <a:gd name="connsiteX7" fmla="*/ 6197680 w 9806904"/>
              <a:gd name="connsiteY7" fmla="*/ 660990 h 6394133"/>
              <a:gd name="connsiteX8" fmla="*/ 4361623 w 9806904"/>
              <a:gd name="connsiteY8" fmla="*/ 131219 h 6394133"/>
              <a:gd name="connsiteX9" fmla="*/ 1204766 w 9806904"/>
              <a:gd name="connsiteY9" fmla="*/ 174762 h 6394133"/>
              <a:gd name="connsiteX10" fmla="*/ 81 w 9806904"/>
              <a:gd name="connsiteY10" fmla="*/ 2018076 h 6394133"/>
              <a:gd name="connsiteX11" fmla="*/ 29107 w 9806904"/>
              <a:gd name="connsiteY11" fmla="*/ 6394133 h 6394133"/>
              <a:gd name="connsiteX0" fmla="*/ 1466022 w 9892049"/>
              <a:gd name="connsiteY0" fmla="*/ 6379618 h 6394133"/>
              <a:gd name="connsiteX1" fmla="*/ 1458767 w 9892049"/>
              <a:gd name="connsiteY1" fmla="*/ 2867162 h 6394133"/>
              <a:gd name="connsiteX2" fmla="*/ 2032080 w 9892049"/>
              <a:gd name="connsiteY2" fmla="*/ 1669733 h 6394133"/>
              <a:gd name="connsiteX3" fmla="*/ 3599624 w 9892049"/>
              <a:gd name="connsiteY3" fmla="*/ 1502819 h 6394133"/>
              <a:gd name="connsiteX4" fmla="*/ 5609852 w 9892049"/>
              <a:gd name="connsiteY4" fmla="*/ 2344647 h 6394133"/>
              <a:gd name="connsiteX5" fmla="*/ 9594023 w 9892049"/>
              <a:gd name="connsiteY5" fmla="*/ 2221275 h 6394133"/>
              <a:gd name="connsiteX6" fmla="*/ 8940880 w 9892049"/>
              <a:gd name="connsiteY6" fmla="*/ 704533 h 6394133"/>
              <a:gd name="connsiteX7" fmla="*/ 6197680 w 9892049"/>
              <a:gd name="connsiteY7" fmla="*/ 660990 h 6394133"/>
              <a:gd name="connsiteX8" fmla="*/ 4361623 w 9892049"/>
              <a:gd name="connsiteY8" fmla="*/ 131219 h 6394133"/>
              <a:gd name="connsiteX9" fmla="*/ 1204766 w 9892049"/>
              <a:gd name="connsiteY9" fmla="*/ 174762 h 6394133"/>
              <a:gd name="connsiteX10" fmla="*/ 81 w 9892049"/>
              <a:gd name="connsiteY10" fmla="*/ 2018076 h 6394133"/>
              <a:gd name="connsiteX11" fmla="*/ 29107 w 9892049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758649"/>
              <a:gd name="connsiteY0" fmla="*/ 6379618 h 6394133"/>
              <a:gd name="connsiteX1" fmla="*/ 1458767 w 9758649"/>
              <a:gd name="connsiteY1" fmla="*/ 2867162 h 6394133"/>
              <a:gd name="connsiteX2" fmla="*/ 2032080 w 9758649"/>
              <a:gd name="connsiteY2" fmla="*/ 1669733 h 6394133"/>
              <a:gd name="connsiteX3" fmla="*/ 3599624 w 9758649"/>
              <a:gd name="connsiteY3" fmla="*/ 1502819 h 6394133"/>
              <a:gd name="connsiteX4" fmla="*/ 5602595 w 9758649"/>
              <a:gd name="connsiteY4" fmla="*/ 2047104 h 6394133"/>
              <a:gd name="connsiteX5" fmla="*/ 9535966 w 9758649"/>
              <a:gd name="connsiteY5" fmla="*/ 2054360 h 6394133"/>
              <a:gd name="connsiteX6" fmla="*/ 8940880 w 9758649"/>
              <a:gd name="connsiteY6" fmla="*/ 704533 h 6394133"/>
              <a:gd name="connsiteX7" fmla="*/ 6197680 w 9758649"/>
              <a:gd name="connsiteY7" fmla="*/ 660990 h 6394133"/>
              <a:gd name="connsiteX8" fmla="*/ 4361623 w 9758649"/>
              <a:gd name="connsiteY8" fmla="*/ 131219 h 6394133"/>
              <a:gd name="connsiteX9" fmla="*/ 1204766 w 9758649"/>
              <a:gd name="connsiteY9" fmla="*/ 174762 h 6394133"/>
              <a:gd name="connsiteX10" fmla="*/ 81 w 9758649"/>
              <a:gd name="connsiteY10" fmla="*/ 2018076 h 6394133"/>
              <a:gd name="connsiteX11" fmla="*/ 29107 w 9758649"/>
              <a:gd name="connsiteY11" fmla="*/ 6394133 h 6394133"/>
              <a:gd name="connsiteX0" fmla="*/ 1466022 w 9622995"/>
              <a:gd name="connsiteY0" fmla="*/ 6379618 h 6394133"/>
              <a:gd name="connsiteX1" fmla="*/ 1458767 w 9622995"/>
              <a:gd name="connsiteY1" fmla="*/ 2867162 h 6394133"/>
              <a:gd name="connsiteX2" fmla="*/ 2032080 w 9622995"/>
              <a:gd name="connsiteY2" fmla="*/ 1669733 h 6394133"/>
              <a:gd name="connsiteX3" fmla="*/ 3599624 w 9622995"/>
              <a:gd name="connsiteY3" fmla="*/ 1502819 h 6394133"/>
              <a:gd name="connsiteX4" fmla="*/ 5602595 w 9622995"/>
              <a:gd name="connsiteY4" fmla="*/ 2047104 h 6394133"/>
              <a:gd name="connsiteX5" fmla="*/ 9369051 w 9622995"/>
              <a:gd name="connsiteY5" fmla="*/ 2039845 h 6394133"/>
              <a:gd name="connsiteX6" fmla="*/ 8940880 w 9622995"/>
              <a:gd name="connsiteY6" fmla="*/ 704533 h 6394133"/>
              <a:gd name="connsiteX7" fmla="*/ 6197680 w 9622995"/>
              <a:gd name="connsiteY7" fmla="*/ 660990 h 6394133"/>
              <a:gd name="connsiteX8" fmla="*/ 4361623 w 9622995"/>
              <a:gd name="connsiteY8" fmla="*/ 131219 h 6394133"/>
              <a:gd name="connsiteX9" fmla="*/ 1204766 w 9622995"/>
              <a:gd name="connsiteY9" fmla="*/ 174762 h 6394133"/>
              <a:gd name="connsiteX10" fmla="*/ 81 w 9622995"/>
              <a:gd name="connsiteY10" fmla="*/ 2018076 h 6394133"/>
              <a:gd name="connsiteX11" fmla="*/ 29107 w 9622995"/>
              <a:gd name="connsiteY11" fmla="*/ 6394133 h 6394133"/>
              <a:gd name="connsiteX0" fmla="*/ 1466022 w 9668123"/>
              <a:gd name="connsiteY0" fmla="*/ 6379618 h 6394133"/>
              <a:gd name="connsiteX1" fmla="*/ 1458767 w 9668123"/>
              <a:gd name="connsiteY1" fmla="*/ 2867162 h 6394133"/>
              <a:gd name="connsiteX2" fmla="*/ 2032080 w 9668123"/>
              <a:gd name="connsiteY2" fmla="*/ 1669733 h 6394133"/>
              <a:gd name="connsiteX3" fmla="*/ 3599624 w 9668123"/>
              <a:gd name="connsiteY3" fmla="*/ 1502819 h 6394133"/>
              <a:gd name="connsiteX4" fmla="*/ 5602595 w 9668123"/>
              <a:gd name="connsiteY4" fmla="*/ 2047104 h 6394133"/>
              <a:gd name="connsiteX5" fmla="*/ 9369051 w 9668123"/>
              <a:gd name="connsiteY5" fmla="*/ 2039845 h 6394133"/>
              <a:gd name="connsiteX6" fmla="*/ 8940880 w 9668123"/>
              <a:gd name="connsiteY6" fmla="*/ 704533 h 6394133"/>
              <a:gd name="connsiteX7" fmla="*/ 6197680 w 9668123"/>
              <a:gd name="connsiteY7" fmla="*/ 660990 h 6394133"/>
              <a:gd name="connsiteX8" fmla="*/ 4361623 w 9668123"/>
              <a:gd name="connsiteY8" fmla="*/ 131219 h 6394133"/>
              <a:gd name="connsiteX9" fmla="*/ 1204766 w 9668123"/>
              <a:gd name="connsiteY9" fmla="*/ 174762 h 6394133"/>
              <a:gd name="connsiteX10" fmla="*/ 81 w 9668123"/>
              <a:gd name="connsiteY10" fmla="*/ 2018076 h 6394133"/>
              <a:gd name="connsiteX11" fmla="*/ 29107 w 9668123"/>
              <a:gd name="connsiteY11" fmla="*/ 6394133 h 6394133"/>
              <a:gd name="connsiteX0" fmla="*/ 1466022 w 9795780"/>
              <a:gd name="connsiteY0" fmla="*/ 6379618 h 6394133"/>
              <a:gd name="connsiteX1" fmla="*/ 1458767 w 9795780"/>
              <a:gd name="connsiteY1" fmla="*/ 2867162 h 6394133"/>
              <a:gd name="connsiteX2" fmla="*/ 2032080 w 9795780"/>
              <a:gd name="connsiteY2" fmla="*/ 1669733 h 6394133"/>
              <a:gd name="connsiteX3" fmla="*/ 3599624 w 9795780"/>
              <a:gd name="connsiteY3" fmla="*/ 1502819 h 6394133"/>
              <a:gd name="connsiteX4" fmla="*/ 5602595 w 9795780"/>
              <a:gd name="connsiteY4" fmla="*/ 2047104 h 6394133"/>
              <a:gd name="connsiteX5" fmla="*/ 9369051 w 9795780"/>
              <a:gd name="connsiteY5" fmla="*/ 2039845 h 6394133"/>
              <a:gd name="connsiteX6" fmla="*/ 9354537 w 9795780"/>
              <a:gd name="connsiteY6" fmla="*/ 602933 h 6394133"/>
              <a:gd name="connsiteX7" fmla="*/ 6197680 w 9795780"/>
              <a:gd name="connsiteY7" fmla="*/ 660990 h 6394133"/>
              <a:gd name="connsiteX8" fmla="*/ 4361623 w 9795780"/>
              <a:gd name="connsiteY8" fmla="*/ 131219 h 6394133"/>
              <a:gd name="connsiteX9" fmla="*/ 1204766 w 9795780"/>
              <a:gd name="connsiteY9" fmla="*/ 174762 h 6394133"/>
              <a:gd name="connsiteX10" fmla="*/ 81 w 9795780"/>
              <a:gd name="connsiteY10" fmla="*/ 2018076 h 6394133"/>
              <a:gd name="connsiteX11" fmla="*/ 29107 w 9795780"/>
              <a:gd name="connsiteY11" fmla="*/ 6394133 h 6394133"/>
              <a:gd name="connsiteX0" fmla="*/ 1466022 w 9823161"/>
              <a:gd name="connsiteY0" fmla="*/ 6379618 h 6394133"/>
              <a:gd name="connsiteX1" fmla="*/ 1458767 w 9823161"/>
              <a:gd name="connsiteY1" fmla="*/ 2867162 h 6394133"/>
              <a:gd name="connsiteX2" fmla="*/ 2032080 w 9823161"/>
              <a:gd name="connsiteY2" fmla="*/ 1669733 h 6394133"/>
              <a:gd name="connsiteX3" fmla="*/ 3599624 w 9823161"/>
              <a:gd name="connsiteY3" fmla="*/ 1502819 h 6394133"/>
              <a:gd name="connsiteX4" fmla="*/ 5602595 w 9823161"/>
              <a:gd name="connsiteY4" fmla="*/ 2047104 h 6394133"/>
              <a:gd name="connsiteX5" fmla="*/ 9369051 w 9823161"/>
              <a:gd name="connsiteY5" fmla="*/ 2039845 h 6394133"/>
              <a:gd name="connsiteX6" fmla="*/ 9405337 w 9823161"/>
              <a:gd name="connsiteY6" fmla="*/ 1299619 h 6394133"/>
              <a:gd name="connsiteX7" fmla="*/ 6197680 w 9823161"/>
              <a:gd name="connsiteY7" fmla="*/ 660990 h 6394133"/>
              <a:gd name="connsiteX8" fmla="*/ 4361623 w 9823161"/>
              <a:gd name="connsiteY8" fmla="*/ 131219 h 6394133"/>
              <a:gd name="connsiteX9" fmla="*/ 1204766 w 9823161"/>
              <a:gd name="connsiteY9" fmla="*/ 174762 h 6394133"/>
              <a:gd name="connsiteX10" fmla="*/ 81 w 9823161"/>
              <a:gd name="connsiteY10" fmla="*/ 2018076 h 6394133"/>
              <a:gd name="connsiteX11" fmla="*/ 29107 w 9823161"/>
              <a:gd name="connsiteY11" fmla="*/ 6394133 h 6394133"/>
              <a:gd name="connsiteX0" fmla="*/ 1466022 w 9855955"/>
              <a:gd name="connsiteY0" fmla="*/ 6379618 h 6394133"/>
              <a:gd name="connsiteX1" fmla="*/ 1458767 w 9855955"/>
              <a:gd name="connsiteY1" fmla="*/ 2867162 h 6394133"/>
              <a:gd name="connsiteX2" fmla="*/ 2032080 w 9855955"/>
              <a:gd name="connsiteY2" fmla="*/ 1669733 h 6394133"/>
              <a:gd name="connsiteX3" fmla="*/ 3599624 w 9855955"/>
              <a:gd name="connsiteY3" fmla="*/ 1502819 h 6394133"/>
              <a:gd name="connsiteX4" fmla="*/ 5602595 w 9855955"/>
              <a:gd name="connsiteY4" fmla="*/ 2047104 h 6394133"/>
              <a:gd name="connsiteX5" fmla="*/ 9369051 w 9855955"/>
              <a:gd name="connsiteY5" fmla="*/ 2039845 h 6394133"/>
              <a:gd name="connsiteX6" fmla="*/ 9405337 w 9855955"/>
              <a:gd name="connsiteY6" fmla="*/ 1299619 h 6394133"/>
              <a:gd name="connsiteX7" fmla="*/ 6197680 w 9855955"/>
              <a:gd name="connsiteY7" fmla="*/ 660990 h 6394133"/>
              <a:gd name="connsiteX8" fmla="*/ 4361623 w 9855955"/>
              <a:gd name="connsiteY8" fmla="*/ 131219 h 6394133"/>
              <a:gd name="connsiteX9" fmla="*/ 1204766 w 9855955"/>
              <a:gd name="connsiteY9" fmla="*/ 174762 h 6394133"/>
              <a:gd name="connsiteX10" fmla="*/ 81 w 9855955"/>
              <a:gd name="connsiteY10" fmla="*/ 2018076 h 6394133"/>
              <a:gd name="connsiteX11" fmla="*/ 29107 w 9855955"/>
              <a:gd name="connsiteY11" fmla="*/ 6394133 h 6394133"/>
              <a:gd name="connsiteX0" fmla="*/ 1466022 w 9872070"/>
              <a:gd name="connsiteY0" fmla="*/ 6379618 h 6394133"/>
              <a:gd name="connsiteX1" fmla="*/ 1458767 w 9872070"/>
              <a:gd name="connsiteY1" fmla="*/ 2867162 h 6394133"/>
              <a:gd name="connsiteX2" fmla="*/ 2032080 w 9872070"/>
              <a:gd name="connsiteY2" fmla="*/ 1669733 h 6394133"/>
              <a:gd name="connsiteX3" fmla="*/ 3599624 w 9872070"/>
              <a:gd name="connsiteY3" fmla="*/ 1502819 h 6394133"/>
              <a:gd name="connsiteX4" fmla="*/ 5602595 w 9872070"/>
              <a:gd name="connsiteY4" fmla="*/ 2047104 h 6394133"/>
              <a:gd name="connsiteX5" fmla="*/ 9369051 w 9872070"/>
              <a:gd name="connsiteY5" fmla="*/ 2039845 h 6394133"/>
              <a:gd name="connsiteX6" fmla="*/ 9405337 w 9872070"/>
              <a:gd name="connsiteY6" fmla="*/ 1299619 h 6394133"/>
              <a:gd name="connsiteX7" fmla="*/ 6197680 w 9872070"/>
              <a:gd name="connsiteY7" fmla="*/ 660990 h 6394133"/>
              <a:gd name="connsiteX8" fmla="*/ 4361623 w 9872070"/>
              <a:gd name="connsiteY8" fmla="*/ 131219 h 6394133"/>
              <a:gd name="connsiteX9" fmla="*/ 1204766 w 9872070"/>
              <a:gd name="connsiteY9" fmla="*/ 174762 h 6394133"/>
              <a:gd name="connsiteX10" fmla="*/ 81 w 9872070"/>
              <a:gd name="connsiteY10" fmla="*/ 2018076 h 6394133"/>
              <a:gd name="connsiteX11" fmla="*/ 29107 w 9872070"/>
              <a:gd name="connsiteY11" fmla="*/ 6394133 h 6394133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904900"/>
              <a:gd name="connsiteY0" fmla="*/ 6415590 h 6430105"/>
              <a:gd name="connsiteX1" fmla="*/ 1458767 w 9904900"/>
              <a:gd name="connsiteY1" fmla="*/ 2903134 h 6430105"/>
              <a:gd name="connsiteX2" fmla="*/ 2032080 w 9904900"/>
              <a:gd name="connsiteY2" fmla="*/ 1705705 h 6430105"/>
              <a:gd name="connsiteX3" fmla="*/ 3599624 w 9904900"/>
              <a:gd name="connsiteY3" fmla="*/ 1538791 h 6430105"/>
              <a:gd name="connsiteX4" fmla="*/ 5602595 w 9904900"/>
              <a:gd name="connsiteY4" fmla="*/ 2083076 h 6430105"/>
              <a:gd name="connsiteX5" fmla="*/ 9369051 w 9904900"/>
              <a:gd name="connsiteY5" fmla="*/ 2075817 h 6430105"/>
              <a:gd name="connsiteX6" fmla="*/ 9405337 w 9904900"/>
              <a:gd name="connsiteY6" fmla="*/ 1335591 h 6430105"/>
              <a:gd name="connsiteX7" fmla="*/ 6596823 w 9904900"/>
              <a:gd name="connsiteY7" fmla="*/ 1342847 h 6430105"/>
              <a:gd name="connsiteX8" fmla="*/ 4361623 w 9904900"/>
              <a:gd name="connsiteY8" fmla="*/ 167191 h 6430105"/>
              <a:gd name="connsiteX9" fmla="*/ 1204766 w 9904900"/>
              <a:gd name="connsiteY9" fmla="*/ 210734 h 6430105"/>
              <a:gd name="connsiteX10" fmla="*/ 81 w 9904900"/>
              <a:gd name="connsiteY10" fmla="*/ 2054048 h 6430105"/>
              <a:gd name="connsiteX11" fmla="*/ 29107 w 9904900"/>
              <a:gd name="connsiteY11" fmla="*/ 6430105 h 6430105"/>
              <a:gd name="connsiteX0" fmla="*/ 1466022 w 9904900"/>
              <a:gd name="connsiteY0" fmla="*/ 6358517 h 6373032"/>
              <a:gd name="connsiteX1" fmla="*/ 1458767 w 9904900"/>
              <a:gd name="connsiteY1" fmla="*/ 2846061 h 6373032"/>
              <a:gd name="connsiteX2" fmla="*/ 2032080 w 9904900"/>
              <a:gd name="connsiteY2" fmla="*/ 1648632 h 6373032"/>
              <a:gd name="connsiteX3" fmla="*/ 3599624 w 9904900"/>
              <a:gd name="connsiteY3" fmla="*/ 1481718 h 6373032"/>
              <a:gd name="connsiteX4" fmla="*/ 5602595 w 9904900"/>
              <a:gd name="connsiteY4" fmla="*/ 2026003 h 6373032"/>
              <a:gd name="connsiteX5" fmla="*/ 9369051 w 9904900"/>
              <a:gd name="connsiteY5" fmla="*/ 2018744 h 6373032"/>
              <a:gd name="connsiteX6" fmla="*/ 9405337 w 9904900"/>
              <a:gd name="connsiteY6" fmla="*/ 1278518 h 6373032"/>
              <a:gd name="connsiteX7" fmla="*/ 6596823 w 9904900"/>
              <a:gd name="connsiteY7" fmla="*/ 1285774 h 6373032"/>
              <a:gd name="connsiteX8" fmla="*/ 4361623 w 9904900"/>
              <a:gd name="connsiteY8" fmla="*/ 233490 h 6373032"/>
              <a:gd name="connsiteX9" fmla="*/ 1204766 w 9904900"/>
              <a:gd name="connsiteY9" fmla="*/ 153661 h 6373032"/>
              <a:gd name="connsiteX10" fmla="*/ 81 w 9904900"/>
              <a:gd name="connsiteY10" fmla="*/ 1996975 h 6373032"/>
              <a:gd name="connsiteX11" fmla="*/ 29107 w 9904900"/>
              <a:gd name="connsiteY11" fmla="*/ 6373032 h 6373032"/>
              <a:gd name="connsiteX0" fmla="*/ 1547158 w 9986036"/>
              <a:gd name="connsiteY0" fmla="*/ 6313207 h 6327722"/>
              <a:gd name="connsiteX1" fmla="*/ 1539903 w 9986036"/>
              <a:gd name="connsiteY1" fmla="*/ 2800751 h 6327722"/>
              <a:gd name="connsiteX2" fmla="*/ 2113216 w 9986036"/>
              <a:gd name="connsiteY2" fmla="*/ 1603322 h 6327722"/>
              <a:gd name="connsiteX3" fmla="*/ 3680760 w 9986036"/>
              <a:gd name="connsiteY3" fmla="*/ 1436408 h 6327722"/>
              <a:gd name="connsiteX4" fmla="*/ 5683731 w 9986036"/>
              <a:gd name="connsiteY4" fmla="*/ 1980693 h 6327722"/>
              <a:gd name="connsiteX5" fmla="*/ 9450187 w 9986036"/>
              <a:gd name="connsiteY5" fmla="*/ 1973434 h 6327722"/>
              <a:gd name="connsiteX6" fmla="*/ 9486473 w 9986036"/>
              <a:gd name="connsiteY6" fmla="*/ 1233208 h 6327722"/>
              <a:gd name="connsiteX7" fmla="*/ 6677959 w 9986036"/>
              <a:gd name="connsiteY7" fmla="*/ 1240464 h 6327722"/>
              <a:gd name="connsiteX8" fmla="*/ 4442759 w 9986036"/>
              <a:gd name="connsiteY8" fmla="*/ 188180 h 6327722"/>
              <a:gd name="connsiteX9" fmla="*/ 1300417 w 9986036"/>
              <a:gd name="connsiteY9" fmla="*/ 173665 h 6327722"/>
              <a:gd name="connsiteX10" fmla="*/ 81217 w 9986036"/>
              <a:gd name="connsiteY10" fmla="*/ 1951665 h 6327722"/>
              <a:gd name="connsiteX11" fmla="*/ 110243 w 9986036"/>
              <a:gd name="connsiteY11" fmla="*/ 6327722 h 6327722"/>
              <a:gd name="connsiteX0" fmla="*/ 1547158 w 9986036"/>
              <a:gd name="connsiteY0" fmla="*/ 6208879 h 6223394"/>
              <a:gd name="connsiteX1" fmla="*/ 1539903 w 9986036"/>
              <a:gd name="connsiteY1" fmla="*/ 2696423 h 6223394"/>
              <a:gd name="connsiteX2" fmla="*/ 2113216 w 9986036"/>
              <a:gd name="connsiteY2" fmla="*/ 1498994 h 6223394"/>
              <a:gd name="connsiteX3" fmla="*/ 3680760 w 9986036"/>
              <a:gd name="connsiteY3" fmla="*/ 1332080 h 6223394"/>
              <a:gd name="connsiteX4" fmla="*/ 5683731 w 9986036"/>
              <a:gd name="connsiteY4" fmla="*/ 1876365 h 6223394"/>
              <a:gd name="connsiteX5" fmla="*/ 9450187 w 9986036"/>
              <a:gd name="connsiteY5" fmla="*/ 1869106 h 6223394"/>
              <a:gd name="connsiteX6" fmla="*/ 9486473 w 9986036"/>
              <a:gd name="connsiteY6" fmla="*/ 1128880 h 6223394"/>
              <a:gd name="connsiteX7" fmla="*/ 6677959 w 9986036"/>
              <a:gd name="connsiteY7" fmla="*/ 1136136 h 6223394"/>
              <a:gd name="connsiteX8" fmla="*/ 4442759 w 9986036"/>
              <a:gd name="connsiteY8" fmla="*/ 83852 h 6223394"/>
              <a:gd name="connsiteX9" fmla="*/ 1300417 w 9986036"/>
              <a:gd name="connsiteY9" fmla="*/ 69337 h 6223394"/>
              <a:gd name="connsiteX10" fmla="*/ 81217 w 9986036"/>
              <a:gd name="connsiteY10" fmla="*/ 1847337 h 6223394"/>
              <a:gd name="connsiteX11" fmla="*/ 110243 w 9986036"/>
              <a:gd name="connsiteY11" fmla="*/ 6223394 h 6223394"/>
              <a:gd name="connsiteX0" fmla="*/ 1547158 w 9986036"/>
              <a:gd name="connsiteY0" fmla="*/ 6143351 h 6157866"/>
              <a:gd name="connsiteX1" fmla="*/ 1539903 w 9986036"/>
              <a:gd name="connsiteY1" fmla="*/ 2630895 h 6157866"/>
              <a:gd name="connsiteX2" fmla="*/ 2113216 w 9986036"/>
              <a:gd name="connsiteY2" fmla="*/ 1433466 h 6157866"/>
              <a:gd name="connsiteX3" fmla="*/ 3680760 w 9986036"/>
              <a:gd name="connsiteY3" fmla="*/ 1266552 h 6157866"/>
              <a:gd name="connsiteX4" fmla="*/ 5683731 w 9986036"/>
              <a:gd name="connsiteY4" fmla="*/ 1810837 h 6157866"/>
              <a:gd name="connsiteX5" fmla="*/ 9450187 w 9986036"/>
              <a:gd name="connsiteY5" fmla="*/ 1803578 h 6157866"/>
              <a:gd name="connsiteX6" fmla="*/ 9486473 w 9986036"/>
              <a:gd name="connsiteY6" fmla="*/ 1063352 h 6157866"/>
              <a:gd name="connsiteX7" fmla="*/ 6677959 w 9986036"/>
              <a:gd name="connsiteY7" fmla="*/ 1070608 h 6157866"/>
              <a:gd name="connsiteX8" fmla="*/ 4442759 w 9986036"/>
              <a:gd name="connsiteY8" fmla="*/ 18324 h 6157866"/>
              <a:gd name="connsiteX9" fmla="*/ 1300417 w 9986036"/>
              <a:gd name="connsiteY9" fmla="*/ 3809 h 6157866"/>
              <a:gd name="connsiteX10" fmla="*/ 81217 w 9986036"/>
              <a:gd name="connsiteY10" fmla="*/ 1781809 h 6157866"/>
              <a:gd name="connsiteX11" fmla="*/ 110243 w 9986036"/>
              <a:gd name="connsiteY11" fmla="*/ 6157866 h 6157866"/>
              <a:gd name="connsiteX0" fmla="*/ 1587839 w 10026717"/>
              <a:gd name="connsiteY0" fmla="*/ 6211571 h 6226086"/>
              <a:gd name="connsiteX1" fmla="*/ 1580584 w 10026717"/>
              <a:gd name="connsiteY1" fmla="*/ 2699115 h 6226086"/>
              <a:gd name="connsiteX2" fmla="*/ 2153897 w 10026717"/>
              <a:gd name="connsiteY2" fmla="*/ 1501686 h 6226086"/>
              <a:gd name="connsiteX3" fmla="*/ 3721441 w 10026717"/>
              <a:gd name="connsiteY3" fmla="*/ 1334772 h 6226086"/>
              <a:gd name="connsiteX4" fmla="*/ 5724412 w 10026717"/>
              <a:gd name="connsiteY4" fmla="*/ 1879057 h 6226086"/>
              <a:gd name="connsiteX5" fmla="*/ 9490868 w 10026717"/>
              <a:gd name="connsiteY5" fmla="*/ 1871798 h 6226086"/>
              <a:gd name="connsiteX6" fmla="*/ 9527154 w 10026717"/>
              <a:gd name="connsiteY6" fmla="*/ 1131572 h 6226086"/>
              <a:gd name="connsiteX7" fmla="*/ 6718640 w 10026717"/>
              <a:gd name="connsiteY7" fmla="*/ 1138828 h 6226086"/>
              <a:gd name="connsiteX8" fmla="*/ 4483440 w 10026717"/>
              <a:gd name="connsiteY8" fmla="*/ 86544 h 6226086"/>
              <a:gd name="connsiteX9" fmla="*/ 1892640 w 10026717"/>
              <a:gd name="connsiteY9" fmla="*/ 64772 h 6226086"/>
              <a:gd name="connsiteX10" fmla="*/ 121898 w 10026717"/>
              <a:gd name="connsiteY10" fmla="*/ 1850029 h 6226086"/>
              <a:gd name="connsiteX11" fmla="*/ 150924 w 10026717"/>
              <a:gd name="connsiteY11" fmla="*/ 6226086 h 6226086"/>
              <a:gd name="connsiteX0" fmla="*/ 1587839 w 10026717"/>
              <a:gd name="connsiteY0" fmla="*/ 6146799 h 6161314"/>
              <a:gd name="connsiteX1" fmla="*/ 1580584 w 10026717"/>
              <a:gd name="connsiteY1" fmla="*/ 2634343 h 6161314"/>
              <a:gd name="connsiteX2" fmla="*/ 2153897 w 10026717"/>
              <a:gd name="connsiteY2" fmla="*/ 1436914 h 6161314"/>
              <a:gd name="connsiteX3" fmla="*/ 3721441 w 10026717"/>
              <a:gd name="connsiteY3" fmla="*/ 1270000 h 6161314"/>
              <a:gd name="connsiteX4" fmla="*/ 5724412 w 10026717"/>
              <a:gd name="connsiteY4" fmla="*/ 1814285 h 6161314"/>
              <a:gd name="connsiteX5" fmla="*/ 9490868 w 10026717"/>
              <a:gd name="connsiteY5" fmla="*/ 1807026 h 6161314"/>
              <a:gd name="connsiteX6" fmla="*/ 9527154 w 10026717"/>
              <a:gd name="connsiteY6" fmla="*/ 1066800 h 6161314"/>
              <a:gd name="connsiteX7" fmla="*/ 6718640 w 10026717"/>
              <a:gd name="connsiteY7" fmla="*/ 1074056 h 6161314"/>
              <a:gd name="connsiteX8" fmla="*/ 4483440 w 10026717"/>
              <a:gd name="connsiteY8" fmla="*/ 21772 h 6161314"/>
              <a:gd name="connsiteX9" fmla="*/ 1892640 w 10026717"/>
              <a:gd name="connsiteY9" fmla="*/ 0 h 6161314"/>
              <a:gd name="connsiteX10" fmla="*/ 121898 w 10026717"/>
              <a:gd name="connsiteY10" fmla="*/ 1785257 h 6161314"/>
              <a:gd name="connsiteX11" fmla="*/ 150924 w 10026717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602053 w 10057256"/>
              <a:gd name="connsiteY0" fmla="*/ 6146799 h 6146799"/>
              <a:gd name="connsiteX1" fmla="*/ 1594798 w 10057256"/>
              <a:gd name="connsiteY1" fmla="*/ 2634343 h 6146799"/>
              <a:gd name="connsiteX2" fmla="*/ 2168111 w 10057256"/>
              <a:gd name="connsiteY2" fmla="*/ 1436914 h 6146799"/>
              <a:gd name="connsiteX3" fmla="*/ 3735655 w 10057256"/>
              <a:gd name="connsiteY3" fmla="*/ 1270000 h 6146799"/>
              <a:gd name="connsiteX4" fmla="*/ 5426569 w 10057256"/>
              <a:gd name="connsiteY4" fmla="*/ 1814285 h 6146799"/>
              <a:gd name="connsiteX5" fmla="*/ 9505082 w 10057256"/>
              <a:gd name="connsiteY5" fmla="*/ 1807026 h 6146799"/>
              <a:gd name="connsiteX6" fmla="*/ 9541368 w 10057256"/>
              <a:gd name="connsiteY6" fmla="*/ 1066800 h 6146799"/>
              <a:gd name="connsiteX7" fmla="*/ 6732854 w 10057256"/>
              <a:gd name="connsiteY7" fmla="*/ 1074056 h 6146799"/>
              <a:gd name="connsiteX8" fmla="*/ 4497654 w 10057256"/>
              <a:gd name="connsiteY8" fmla="*/ 21772 h 6146799"/>
              <a:gd name="connsiteX9" fmla="*/ 1906854 w 10057256"/>
              <a:gd name="connsiteY9" fmla="*/ 0 h 6146799"/>
              <a:gd name="connsiteX10" fmla="*/ 136112 w 10057256"/>
              <a:gd name="connsiteY10" fmla="*/ 1785257 h 6146799"/>
              <a:gd name="connsiteX11" fmla="*/ 121595 w 10057256"/>
              <a:gd name="connsiteY11" fmla="*/ 2467428 h 6146799"/>
              <a:gd name="connsiteX0" fmla="*/ 1481619 w 9936822"/>
              <a:gd name="connsiteY0" fmla="*/ 6146799 h 6146799"/>
              <a:gd name="connsiteX1" fmla="*/ 1474364 w 9936822"/>
              <a:gd name="connsiteY1" fmla="*/ 2634343 h 6146799"/>
              <a:gd name="connsiteX2" fmla="*/ 2047677 w 9936822"/>
              <a:gd name="connsiteY2" fmla="*/ 1436914 h 6146799"/>
              <a:gd name="connsiteX3" fmla="*/ 3615221 w 9936822"/>
              <a:gd name="connsiteY3" fmla="*/ 1270000 h 6146799"/>
              <a:gd name="connsiteX4" fmla="*/ 5306135 w 9936822"/>
              <a:gd name="connsiteY4" fmla="*/ 1814285 h 6146799"/>
              <a:gd name="connsiteX5" fmla="*/ 9384648 w 9936822"/>
              <a:gd name="connsiteY5" fmla="*/ 1807026 h 6146799"/>
              <a:gd name="connsiteX6" fmla="*/ 9420934 w 9936822"/>
              <a:gd name="connsiteY6" fmla="*/ 1066800 h 6146799"/>
              <a:gd name="connsiteX7" fmla="*/ 6612420 w 9936822"/>
              <a:gd name="connsiteY7" fmla="*/ 1074056 h 6146799"/>
              <a:gd name="connsiteX8" fmla="*/ 4377220 w 9936822"/>
              <a:gd name="connsiteY8" fmla="*/ 21772 h 6146799"/>
              <a:gd name="connsiteX9" fmla="*/ 1786420 w 9936822"/>
              <a:gd name="connsiteY9" fmla="*/ 0 h 6146799"/>
              <a:gd name="connsiteX10" fmla="*/ 15678 w 9936822"/>
              <a:gd name="connsiteY10" fmla="*/ 1785257 h 6146799"/>
              <a:gd name="connsiteX11" fmla="*/ 1161 w 9936822"/>
              <a:gd name="connsiteY11" fmla="*/ 2467428 h 6146799"/>
              <a:gd name="connsiteX0" fmla="*/ 1480458 w 9935661"/>
              <a:gd name="connsiteY0" fmla="*/ 6146799 h 6146799"/>
              <a:gd name="connsiteX1" fmla="*/ 1473203 w 9935661"/>
              <a:gd name="connsiteY1" fmla="*/ 2634343 h 6146799"/>
              <a:gd name="connsiteX2" fmla="*/ 2046516 w 9935661"/>
              <a:gd name="connsiteY2" fmla="*/ 1436914 h 6146799"/>
              <a:gd name="connsiteX3" fmla="*/ 3614060 w 9935661"/>
              <a:gd name="connsiteY3" fmla="*/ 1270000 h 6146799"/>
              <a:gd name="connsiteX4" fmla="*/ 5304974 w 9935661"/>
              <a:gd name="connsiteY4" fmla="*/ 1814285 h 6146799"/>
              <a:gd name="connsiteX5" fmla="*/ 9383487 w 9935661"/>
              <a:gd name="connsiteY5" fmla="*/ 1807026 h 6146799"/>
              <a:gd name="connsiteX6" fmla="*/ 9419773 w 9935661"/>
              <a:gd name="connsiteY6" fmla="*/ 1066800 h 6146799"/>
              <a:gd name="connsiteX7" fmla="*/ 6611259 w 9935661"/>
              <a:gd name="connsiteY7" fmla="*/ 1074056 h 6146799"/>
              <a:gd name="connsiteX8" fmla="*/ 4376059 w 9935661"/>
              <a:gd name="connsiteY8" fmla="*/ 21772 h 6146799"/>
              <a:gd name="connsiteX9" fmla="*/ 1785259 w 9935661"/>
              <a:gd name="connsiteY9" fmla="*/ 0 h 6146799"/>
              <a:gd name="connsiteX10" fmla="*/ 14517 w 9935661"/>
              <a:gd name="connsiteY10" fmla="*/ 1785257 h 6146799"/>
              <a:gd name="connsiteX11" fmla="*/ 0 w 9935661"/>
              <a:gd name="connsiteY11" fmla="*/ 2467428 h 6146799"/>
              <a:gd name="connsiteX0" fmla="*/ 1480458 w 9935661"/>
              <a:gd name="connsiteY0" fmla="*/ 6158195 h 6158195"/>
              <a:gd name="connsiteX1" fmla="*/ 1473203 w 9935661"/>
              <a:gd name="connsiteY1" fmla="*/ 2645739 h 6158195"/>
              <a:gd name="connsiteX2" fmla="*/ 2046516 w 9935661"/>
              <a:gd name="connsiteY2" fmla="*/ 1448310 h 6158195"/>
              <a:gd name="connsiteX3" fmla="*/ 3614060 w 9935661"/>
              <a:gd name="connsiteY3" fmla="*/ 1281396 h 6158195"/>
              <a:gd name="connsiteX4" fmla="*/ 5304974 w 9935661"/>
              <a:gd name="connsiteY4" fmla="*/ 1825681 h 6158195"/>
              <a:gd name="connsiteX5" fmla="*/ 9383487 w 9935661"/>
              <a:gd name="connsiteY5" fmla="*/ 1818422 h 6158195"/>
              <a:gd name="connsiteX6" fmla="*/ 9419773 w 9935661"/>
              <a:gd name="connsiteY6" fmla="*/ 1078196 h 6158195"/>
              <a:gd name="connsiteX7" fmla="*/ 6611259 w 9935661"/>
              <a:gd name="connsiteY7" fmla="*/ 1085452 h 6158195"/>
              <a:gd name="connsiteX8" fmla="*/ 4376059 w 9935661"/>
              <a:gd name="connsiteY8" fmla="*/ 33168 h 6158195"/>
              <a:gd name="connsiteX9" fmla="*/ 1785259 w 9935661"/>
              <a:gd name="connsiteY9" fmla="*/ 11396 h 6158195"/>
              <a:gd name="connsiteX10" fmla="*/ 14517 w 9935661"/>
              <a:gd name="connsiteY10" fmla="*/ 1796653 h 6158195"/>
              <a:gd name="connsiteX11" fmla="*/ 0 w 9935661"/>
              <a:gd name="connsiteY11" fmla="*/ 2478824 h 615819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2191658 w 9935661"/>
              <a:gd name="connsiteY0" fmla="*/ 6173987 h 6173987"/>
              <a:gd name="connsiteX1" fmla="*/ 1473203 w 9935661"/>
              <a:gd name="connsiteY1" fmla="*/ 2639759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935661"/>
              <a:gd name="connsiteY0" fmla="*/ 6173987 h 6173987"/>
              <a:gd name="connsiteX1" fmla="*/ 2184403 w 9935661"/>
              <a:gd name="connsiteY1" fmla="*/ 2654273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046516 w 9891001"/>
              <a:gd name="connsiteY2" fmla="*/ 1442330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274460 w 9891001"/>
              <a:gd name="connsiteY3" fmla="*/ 1268159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827678"/>
              <a:gd name="connsiteY0" fmla="*/ 3815415 h 3815415"/>
              <a:gd name="connsiteX1" fmla="*/ 2191660 w 9827678"/>
              <a:gd name="connsiteY1" fmla="*/ 2654273 h 3815415"/>
              <a:gd name="connsiteX2" fmla="*/ 2743202 w 9827678"/>
              <a:gd name="connsiteY2" fmla="*/ 1471358 h 3815415"/>
              <a:gd name="connsiteX3" fmla="*/ 4347032 w 9827678"/>
              <a:gd name="connsiteY3" fmla="*/ 1304445 h 3815415"/>
              <a:gd name="connsiteX4" fmla="*/ 5834745 w 9827678"/>
              <a:gd name="connsiteY4" fmla="*/ 1826958 h 3815415"/>
              <a:gd name="connsiteX5" fmla="*/ 9383487 w 9827678"/>
              <a:gd name="connsiteY5" fmla="*/ 1819699 h 3815415"/>
              <a:gd name="connsiteX6" fmla="*/ 9419773 w 9827678"/>
              <a:gd name="connsiteY6" fmla="*/ 1072216 h 3815415"/>
              <a:gd name="connsiteX7" fmla="*/ 6611259 w 9827678"/>
              <a:gd name="connsiteY7" fmla="*/ 1079472 h 3815415"/>
              <a:gd name="connsiteX8" fmla="*/ 4376059 w 9827678"/>
              <a:gd name="connsiteY8" fmla="*/ 27188 h 3815415"/>
              <a:gd name="connsiteX9" fmla="*/ 1785259 w 9827678"/>
              <a:gd name="connsiteY9" fmla="*/ 5416 h 3815415"/>
              <a:gd name="connsiteX10" fmla="*/ 14517 w 9827678"/>
              <a:gd name="connsiteY10" fmla="*/ 1790673 h 3815415"/>
              <a:gd name="connsiteX11" fmla="*/ 0 w 9827678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704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603194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835423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186567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1308 w 9897421"/>
              <a:gd name="connsiteY4" fmla="*/ 1865085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64343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48807"/>
              <a:gd name="connsiteY0" fmla="*/ 3338285 h 3338285"/>
              <a:gd name="connsiteX1" fmla="*/ 2183595 w 9848807"/>
              <a:gd name="connsiteY1" fmla="*/ 2590799 h 3338285"/>
              <a:gd name="connsiteX2" fmla="*/ 3061708 w 9848807"/>
              <a:gd name="connsiteY2" fmla="*/ 1357085 h 3338285"/>
              <a:gd name="connsiteX3" fmla="*/ 4019653 w 9848807"/>
              <a:gd name="connsiteY3" fmla="*/ 1349829 h 3338285"/>
              <a:gd name="connsiteX4" fmla="*/ 6218565 w 9848807"/>
              <a:gd name="connsiteY4" fmla="*/ 1857828 h 3338285"/>
              <a:gd name="connsiteX5" fmla="*/ 9375422 w 9848807"/>
              <a:gd name="connsiteY5" fmla="*/ 1872340 h 3338285"/>
              <a:gd name="connsiteX6" fmla="*/ 9411708 w 9848807"/>
              <a:gd name="connsiteY6" fmla="*/ 1074057 h 3338285"/>
              <a:gd name="connsiteX7" fmla="*/ 7220052 w 9848807"/>
              <a:gd name="connsiteY7" fmla="*/ 1030513 h 3338285"/>
              <a:gd name="connsiteX8" fmla="*/ 4367994 w 9848807"/>
              <a:gd name="connsiteY8" fmla="*/ 0 h 3338285"/>
              <a:gd name="connsiteX9" fmla="*/ 1777194 w 9848807"/>
              <a:gd name="connsiteY9" fmla="*/ 7257 h 3338285"/>
              <a:gd name="connsiteX10" fmla="*/ 6452 w 9848807"/>
              <a:gd name="connsiteY10" fmla="*/ 1792514 h 3338285"/>
              <a:gd name="connsiteX11" fmla="*/ 6449 w 9848807"/>
              <a:gd name="connsiteY11" fmla="*/ 2285999 h 3338285"/>
              <a:gd name="connsiteX0" fmla="*/ 2176336 w 9617474"/>
              <a:gd name="connsiteY0" fmla="*/ 3338285 h 3338285"/>
              <a:gd name="connsiteX1" fmla="*/ 2183595 w 9617474"/>
              <a:gd name="connsiteY1" fmla="*/ 2590799 h 3338285"/>
              <a:gd name="connsiteX2" fmla="*/ 3061708 w 9617474"/>
              <a:gd name="connsiteY2" fmla="*/ 1357085 h 3338285"/>
              <a:gd name="connsiteX3" fmla="*/ 4019653 w 9617474"/>
              <a:gd name="connsiteY3" fmla="*/ 1349829 h 3338285"/>
              <a:gd name="connsiteX4" fmla="*/ 6218565 w 9617474"/>
              <a:gd name="connsiteY4" fmla="*/ 1857828 h 3338285"/>
              <a:gd name="connsiteX5" fmla="*/ 9375422 w 9617474"/>
              <a:gd name="connsiteY5" fmla="*/ 1872340 h 3338285"/>
              <a:gd name="connsiteX6" fmla="*/ 9411708 w 9617474"/>
              <a:gd name="connsiteY6" fmla="*/ 1074057 h 3338285"/>
              <a:gd name="connsiteX7" fmla="*/ 7220052 w 9617474"/>
              <a:gd name="connsiteY7" fmla="*/ 1030513 h 3338285"/>
              <a:gd name="connsiteX8" fmla="*/ 4367994 w 9617474"/>
              <a:gd name="connsiteY8" fmla="*/ 0 h 3338285"/>
              <a:gd name="connsiteX9" fmla="*/ 1777194 w 9617474"/>
              <a:gd name="connsiteY9" fmla="*/ 7257 h 3338285"/>
              <a:gd name="connsiteX10" fmla="*/ 6452 w 9617474"/>
              <a:gd name="connsiteY10" fmla="*/ 1792514 h 3338285"/>
              <a:gd name="connsiteX11" fmla="*/ 6449 w 9617474"/>
              <a:gd name="connsiteY11" fmla="*/ 2285999 h 3338285"/>
              <a:gd name="connsiteX0" fmla="*/ 2176336 w 9740774"/>
              <a:gd name="connsiteY0" fmla="*/ 3338285 h 3338285"/>
              <a:gd name="connsiteX1" fmla="*/ 2183595 w 9740774"/>
              <a:gd name="connsiteY1" fmla="*/ 2590799 h 3338285"/>
              <a:gd name="connsiteX2" fmla="*/ 3061708 w 9740774"/>
              <a:gd name="connsiteY2" fmla="*/ 1357085 h 3338285"/>
              <a:gd name="connsiteX3" fmla="*/ 4019653 w 9740774"/>
              <a:gd name="connsiteY3" fmla="*/ 1349829 h 3338285"/>
              <a:gd name="connsiteX4" fmla="*/ 6218565 w 9740774"/>
              <a:gd name="connsiteY4" fmla="*/ 1857828 h 3338285"/>
              <a:gd name="connsiteX5" fmla="*/ 9375422 w 9740774"/>
              <a:gd name="connsiteY5" fmla="*/ 1872340 h 3338285"/>
              <a:gd name="connsiteX6" fmla="*/ 9411708 w 9740774"/>
              <a:gd name="connsiteY6" fmla="*/ 1074057 h 3338285"/>
              <a:gd name="connsiteX7" fmla="*/ 7220052 w 9740774"/>
              <a:gd name="connsiteY7" fmla="*/ 1030513 h 3338285"/>
              <a:gd name="connsiteX8" fmla="*/ 4367994 w 9740774"/>
              <a:gd name="connsiteY8" fmla="*/ 0 h 3338285"/>
              <a:gd name="connsiteX9" fmla="*/ 1777194 w 9740774"/>
              <a:gd name="connsiteY9" fmla="*/ 7257 h 3338285"/>
              <a:gd name="connsiteX10" fmla="*/ 6452 w 9740774"/>
              <a:gd name="connsiteY10" fmla="*/ 1792514 h 3338285"/>
              <a:gd name="connsiteX11" fmla="*/ 6449 w 9740774"/>
              <a:gd name="connsiteY11" fmla="*/ 2285999 h 3338285"/>
              <a:gd name="connsiteX0" fmla="*/ 2176336 w 9730179"/>
              <a:gd name="connsiteY0" fmla="*/ 3338285 h 3338285"/>
              <a:gd name="connsiteX1" fmla="*/ 2183595 w 9730179"/>
              <a:gd name="connsiteY1" fmla="*/ 2590799 h 3338285"/>
              <a:gd name="connsiteX2" fmla="*/ 3061708 w 9730179"/>
              <a:gd name="connsiteY2" fmla="*/ 1357085 h 3338285"/>
              <a:gd name="connsiteX3" fmla="*/ 4019653 w 9730179"/>
              <a:gd name="connsiteY3" fmla="*/ 1349829 h 3338285"/>
              <a:gd name="connsiteX4" fmla="*/ 6218565 w 9730179"/>
              <a:gd name="connsiteY4" fmla="*/ 1857828 h 3338285"/>
              <a:gd name="connsiteX5" fmla="*/ 9375422 w 9730179"/>
              <a:gd name="connsiteY5" fmla="*/ 1872340 h 3338285"/>
              <a:gd name="connsiteX6" fmla="*/ 9411708 w 9730179"/>
              <a:gd name="connsiteY6" fmla="*/ 1074057 h 3338285"/>
              <a:gd name="connsiteX7" fmla="*/ 7220052 w 9730179"/>
              <a:gd name="connsiteY7" fmla="*/ 1030513 h 3338285"/>
              <a:gd name="connsiteX8" fmla="*/ 4367994 w 9730179"/>
              <a:gd name="connsiteY8" fmla="*/ 0 h 3338285"/>
              <a:gd name="connsiteX9" fmla="*/ 1777194 w 9730179"/>
              <a:gd name="connsiteY9" fmla="*/ 7257 h 3338285"/>
              <a:gd name="connsiteX10" fmla="*/ 6452 w 9730179"/>
              <a:gd name="connsiteY10" fmla="*/ 1792514 h 3338285"/>
              <a:gd name="connsiteX11" fmla="*/ 6449 w 9730179"/>
              <a:gd name="connsiteY11" fmla="*/ 2285999 h 3338285"/>
              <a:gd name="connsiteX0" fmla="*/ 2176336 w 9759395"/>
              <a:gd name="connsiteY0" fmla="*/ 3338285 h 3338285"/>
              <a:gd name="connsiteX1" fmla="*/ 2183595 w 9759395"/>
              <a:gd name="connsiteY1" fmla="*/ 2590799 h 3338285"/>
              <a:gd name="connsiteX2" fmla="*/ 3061708 w 9759395"/>
              <a:gd name="connsiteY2" fmla="*/ 1357085 h 3338285"/>
              <a:gd name="connsiteX3" fmla="*/ 4019653 w 9759395"/>
              <a:gd name="connsiteY3" fmla="*/ 1349829 h 3338285"/>
              <a:gd name="connsiteX4" fmla="*/ 6218565 w 9759395"/>
              <a:gd name="connsiteY4" fmla="*/ 1857828 h 3338285"/>
              <a:gd name="connsiteX5" fmla="*/ 9375422 w 9759395"/>
              <a:gd name="connsiteY5" fmla="*/ 1872340 h 3338285"/>
              <a:gd name="connsiteX6" fmla="*/ 9411708 w 9759395"/>
              <a:gd name="connsiteY6" fmla="*/ 1074057 h 3338285"/>
              <a:gd name="connsiteX7" fmla="*/ 7220052 w 9759395"/>
              <a:gd name="connsiteY7" fmla="*/ 1030513 h 3338285"/>
              <a:gd name="connsiteX8" fmla="*/ 4367994 w 9759395"/>
              <a:gd name="connsiteY8" fmla="*/ 0 h 3338285"/>
              <a:gd name="connsiteX9" fmla="*/ 1777194 w 9759395"/>
              <a:gd name="connsiteY9" fmla="*/ 7257 h 3338285"/>
              <a:gd name="connsiteX10" fmla="*/ 6452 w 9759395"/>
              <a:gd name="connsiteY10" fmla="*/ 1792514 h 3338285"/>
              <a:gd name="connsiteX11" fmla="*/ 6449 w 9759395"/>
              <a:gd name="connsiteY11" fmla="*/ 2285999 h 3338285"/>
              <a:gd name="connsiteX0" fmla="*/ 2176336 w 9770679"/>
              <a:gd name="connsiteY0" fmla="*/ 3338285 h 3338285"/>
              <a:gd name="connsiteX1" fmla="*/ 2183595 w 9770679"/>
              <a:gd name="connsiteY1" fmla="*/ 2590799 h 3338285"/>
              <a:gd name="connsiteX2" fmla="*/ 3061708 w 9770679"/>
              <a:gd name="connsiteY2" fmla="*/ 1357085 h 3338285"/>
              <a:gd name="connsiteX3" fmla="*/ 4019653 w 9770679"/>
              <a:gd name="connsiteY3" fmla="*/ 1349829 h 3338285"/>
              <a:gd name="connsiteX4" fmla="*/ 6218565 w 9770679"/>
              <a:gd name="connsiteY4" fmla="*/ 1857828 h 3338285"/>
              <a:gd name="connsiteX5" fmla="*/ 9375422 w 9770679"/>
              <a:gd name="connsiteY5" fmla="*/ 1872340 h 3338285"/>
              <a:gd name="connsiteX6" fmla="*/ 9411708 w 9770679"/>
              <a:gd name="connsiteY6" fmla="*/ 1074057 h 3338285"/>
              <a:gd name="connsiteX7" fmla="*/ 7220052 w 9770679"/>
              <a:gd name="connsiteY7" fmla="*/ 1030513 h 3338285"/>
              <a:gd name="connsiteX8" fmla="*/ 4367994 w 9770679"/>
              <a:gd name="connsiteY8" fmla="*/ 0 h 3338285"/>
              <a:gd name="connsiteX9" fmla="*/ 1777194 w 9770679"/>
              <a:gd name="connsiteY9" fmla="*/ 7257 h 3338285"/>
              <a:gd name="connsiteX10" fmla="*/ 6452 w 9770679"/>
              <a:gd name="connsiteY10" fmla="*/ 1792514 h 3338285"/>
              <a:gd name="connsiteX11" fmla="*/ 6449 w 9770679"/>
              <a:gd name="connsiteY11" fmla="*/ 2285999 h 3338285"/>
              <a:gd name="connsiteX0" fmla="*/ 2176336 w 9603515"/>
              <a:gd name="connsiteY0" fmla="*/ 3338285 h 3338285"/>
              <a:gd name="connsiteX1" fmla="*/ 2183595 w 9603515"/>
              <a:gd name="connsiteY1" fmla="*/ 2590799 h 3338285"/>
              <a:gd name="connsiteX2" fmla="*/ 3061708 w 9603515"/>
              <a:gd name="connsiteY2" fmla="*/ 1357085 h 3338285"/>
              <a:gd name="connsiteX3" fmla="*/ 4019653 w 9603515"/>
              <a:gd name="connsiteY3" fmla="*/ 1349829 h 3338285"/>
              <a:gd name="connsiteX4" fmla="*/ 6218565 w 9603515"/>
              <a:gd name="connsiteY4" fmla="*/ 1857828 h 3338285"/>
              <a:gd name="connsiteX5" fmla="*/ 9375422 w 9603515"/>
              <a:gd name="connsiteY5" fmla="*/ 1872340 h 3338285"/>
              <a:gd name="connsiteX6" fmla="*/ 9411708 w 9603515"/>
              <a:gd name="connsiteY6" fmla="*/ 1074057 h 3338285"/>
              <a:gd name="connsiteX7" fmla="*/ 7220052 w 9603515"/>
              <a:gd name="connsiteY7" fmla="*/ 1030513 h 3338285"/>
              <a:gd name="connsiteX8" fmla="*/ 4367994 w 9603515"/>
              <a:gd name="connsiteY8" fmla="*/ 0 h 3338285"/>
              <a:gd name="connsiteX9" fmla="*/ 1777194 w 9603515"/>
              <a:gd name="connsiteY9" fmla="*/ 7257 h 3338285"/>
              <a:gd name="connsiteX10" fmla="*/ 6452 w 9603515"/>
              <a:gd name="connsiteY10" fmla="*/ 1792514 h 3338285"/>
              <a:gd name="connsiteX11" fmla="*/ 6449 w 9603515"/>
              <a:gd name="connsiteY11" fmla="*/ 2285999 h 3338285"/>
              <a:gd name="connsiteX0" fmla="*/ 2176336 w 9778128"/>
              <a:gd name="connsiteY0" fmla="*/ 3338285 h 3338285"/>
              <a:gd name="connsiteX1" fmla="*/ 2183595 w 9778128"/>
              <a:gd name="connsiteY1" fmla="*/ 2590799 h 3338285"/>
              <a:gd name="connsiteX2" fmla="*/ 3061708 w 9778128"/>
              <a:gd name="connsiteY2" fmla="*/ 1357085 h 3338285"/>
              <a:gd name="connsiteX3" fmla="*/ 4019653 w 9778128"/>
              <a:gd name="connsiteY3" fmla="*/ 1349829 h 3338285"/>
              <a:gd name="connsiteX4" fmla="*/ 6218565 w 9778128"/>
              <a:gd name="connsiteY4" fmla="*/ 1857828 h 3338285"/>
              <a:gd name="connsiteX5" fmla="*/ 9375422 w 9778128"/>
              <a:gd name="connsiteY5" fmla="*/ 1872340 h 3338285"/>
              <a:gd name="connsiteX6" fmla="*/ 9411708 w 9778128"/>
              <a:gd name="connsiteY6" fmla="*/ 1074057 h 3338285"/>
              <a:gd name="connsiteX7" fmla="*/ 7220052 w 9778128"/>
              <a:gd name="connsiteY7" fmla="*/ 1030513 h 3338285"/>
              <a:gd name="connsiteX8" fmla="*/ 4367994 w 9778128"/>
              <a:gd name="connsiteY8" fmla="*/ 0 h 3338285"/>
              <a:gd name="connsiteX9" fmla="*/ 1777194 w 9778128"/>
              <a:gd name="connsiteY9" fmla="*/ 7257 h 3338285"/>
              <a:gd name="connsiteX10" fmla="*/ 6452 w 9778128"/>
              <a:gd name="connsiteY10" fmla="*/ 1792514 h 3338285"/>
              <a:gd name="connsiteX11" fmla="*/ 6449 w 9778128"/>
              <a:gd name="connsiteY11" fmla="*/ 2285999 h 33382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7573 w 9780315"/>
              <a:gd name="connsiteY0" fmla="*/ 4671785 h 4671785"/>
              <a:gd name="connsiteX1" fmla="*/ 2192132 w 9780315"/>
              <a:gd name="connsiteY1" fmla="*/ 2590799 h 4671785"/>
              <a:gd name="connsiteX2" fmla="*/ 3063895 w 9780315"/>
              <a:gd name="connsiteY2" fmla="*/ 1357085 h 4671785"/>
              <a:gd name="connsiteX3" fmla="*/ 4021840 w 9780315"/>
              <a:gd name="connsiteY3" fmla="*/ 1349829 h 4671785"/>
              <a:gd name="connsiteX4" fmla="*/ 6220752 w 9780315"/>
              <a:gd name="connsiteY4" fmla="*/ 1857828 h 4671785"/>
              <a:gd name="connsiteX5" fmla="*/ 9377609 w 9780315"/>
              <a:gd name="connsiteY5" fmla="*/ 1872340 h 4671785"/>
              <a:gd name="connsiteX6" fmla="*/ 9413895 w 9780315"/>
              <a:gd name="connsiteY6" fmla="*/ 1074057 h 4671785"/>
              <a:gd name="connsiteX7" fmla="*/ 7222239 w 9780315"/>
              <a:gd name="connsiteY7" fmla="*/ 1030513 h 4671785"/>
              <a:gd name="connsiteX8" fmla="*/ 4370181 w 9780315"/>
              <a:gd name="connsiteY8" fmla="*/ 0 h 4671785"/>
              <a:gd name="connsiteX9" fmla="*/ 1779381 w 9780315"/>
              <a:gd name="connsiteY9" fmla="*/ 7257 h 4671785"/>
              <a:gd name="connsiteX10" fmla="*/ 8639 w 9780315"/>
              <a:gd name="connsiteY10" fmla="*/ 1792514 h 4671785"/>
              <a:gd name="connsiteX11" fmla="*/ 2286 w 9780315"/>
              <a:gd name="connsiteY11" fmla="*/ 3003549 h 4671785"/>
              <a:gd name="connsiteX0" fmla="*/ 2191234 w 9773976"/>
              <a:gd name="connsiteY0" fmla="*/ 4671785 h 4671785"/>
              <a:gd name="connsiteX1" fmla="*/ 2185793 w 9773976"/>
              <a:gd name="connsiteY1" fmla="*/ 2590799 h 4671785"/>
              <a:gd name="connsiteX2" fmla="*/ 3057556 w 9773976"/>
              <a:gd name="connsiteY2" fmla="*/ 1357085 h 4671785"/>
              <a:gd name="connsiteX3" fmla="*/ 4015501 w 9773976"/>
              <a:gd name="connsiteY3" fmla="*/ 1349829 h 4671785"/>
              <a:gd name="connsiteX4" fmla="*/ 6214413 w 9773976"/>
              <a:gd name="connsiteY4" fmla="*/ 1857828 h 4671785"/>
              <a:gd name="connsiteX5" fmla="*/ 9371270 w 9773976"/>
              <a:gd name="connsiteY5" fmla="*/ 1872340 h 4671785"/>
              <a:gd name="connsiteX6" fmla="*/ 9407556 w 9773976"/>
              <a:gd name="connsiteY6" fmla="*/ 1074057 h 4671785"/>
              <a:gd name="connsiteX7" fmla="*/ 7215900 w 9773976"/>
              <a:gd name="connsiteY7" fmla="*/ 1030513 h 4671785"/>
              <a:gd name="connsiteX8" fmla="*/ 4363842 w 9773976"/>
              <a:gd name="connsiteY8" fmla="*/ 0 h 4671785"/>
              <a:gd name="connsiteX9" fmla="*/ 1773042 w 9773976"/>
              <a:gd name="connsiteY9" fmla="*/ 7257 h 4671785"/>
              <a:gd name="connsiteX10" fmla="*/ 2300 w 9773976"/>
              <a:gd name="connsiteY10" fmla="*/ 1792514 h 4671785"/>
              <a:gd name="connsiteX11" fmla="*/ 46747 w 9773976"/>
              <a:gd name="connsiteY11" fmla="*/ 3124199 h 4671785"/>
              <a:gd name="connsiteX0" fmla="*/ 2194069 w 9776811"/>
              <a:gd name="connsiteY0" fmla="*/ 4671785 h 4671785"/>
              <a:gd name="connsiteX1" fmla="*/ 2188628 w 9776811"/>
              <a:gd name="connsiteY1" fmla="*/ 2590799 h 4671785"/>
              <a:gd name="connsiteX2" fmla="*/ 3060391 w 9776811"/>
              <a:gd name="connsiteY2" fmla="*/ 1357085 h 4671785"/>
              <a:gd name="connsiteX3" fmla="*/ 4018336 w 9776811"/>
              <a:gd name="connsiteY3" fmla="*/ 1349829 h 4671785"/>
              <a:gd name="connsiteX4" fmla="*/ 6217248 w 9776811"/>
              <a:gd name="connsiteY4" fmla="*/ 1857828 h 4671785"/>
              <a:gd name="connsiteX5" fmla="*/ 9374105 w 9776811"/>
              <a:gd name="connsiteY5" fmla="*/ 1872340 h 4671785"/>
              <a:gd name="connsiteX6" fmla="*/ 9410391 w 9776811"/>
              <a:gd name="connsiteY6" fmla="*/ 1074057 h 4671785"/>
              <a:gd name="connsiteX7" fmla="*/ 7218735 w 9776811"/>
              <a:gd name="connsiteY7" fmla="*/ 1030513 h 4671785"/>
              <a:gd name="connsiteX8" fmla="*/ 4366677 w 9776811"/>
              <a:gd name="connsiteY8" fmla="*/ 0 h 4671785"/>
              <a:gd name="connsiteX9" fmla="*/ 1775877 w 9776811"/>
              <a:gd name="connsiteY9" fmla="*/ 7257 h 4671785"/>
              <a:gd name="connsiteX10" fmla="*/ 5135 w 9776811"/>
              <a:gd name="connsiteY10" fmla="*/ 1792514 h 4671785"/>
              <a:gd name="connsiteX11" fmla="*/ 11482 w 9776811"/>
              <a:gd name="connsiteY11" fmla="*/ 3124199 h 4671785"/>
              <a:gd name="connsiteX0" fmla="*/ 2168669 w 9776811"/>
              <a:gd name="connsiteY0" fmla="*/ 4493985 h 4493985"/>
              <a:gd name="connsiteX1" fmla="*/ 2188628 w 9776811"/>
              <a:gd name="connsiteY1" fmla="*/ 2590799 h 4493985"/>
              <a:gd name="connsiteX2" fmla="*/ 3060391 w 9776811"/>
              <a:gd name="connsiteY2" fmla="*/ 1357085 h 4493985"/>
              <a:gd name="connsiteX3" fmla="*/ 4018336 w 9776811"/>
              <a:gd name="connsiteY3" fmla="*/ 1349829 h 4493985"/>
              <a:gd name="connsiteX4" fmla="*/ 6217248 w 9776811"/>
              <a:gd name="connsiteY4" fmla="*/ 1857828 h 4493985"/>
              <a:gd name="connsiteX5" fmla="*/ 9374105 w 9776811"/>
              <a:gd name="connsiteY5" fmla="*/ 1872340 h 4493985"/>
              <a:gd name="connsiteX6" fmla="*/ 9410391 w 9776811"/>
              <a:gd name="connsiteY6" fmla="*/ 1074057 h 4493985"/>
              <a:gd name="connsiteX7" fmla="*/ 7218735 w 9776811"/>
              <a:gd name="connsiteY7" fmla="*/ 1030513 h 4493985"/>
              <a:gd name="connsiteX8" fmla="*/ 4366677 w 9776811"/>
              <a:gd name="connsiteY8" fmla="*/ 0 h 4493985"/>
              <a:gd name="connsiteX9" fmla="*/ 1775877 w 9776811"/>
              <a:gd name="connsiteY9" fmla="*/ 7257 h 4493985"/>
              <a:gd name="connsiteX10" fmla="*/ 5135 w 9776811"/>
              <a:gd name="connsiteY10" fmla="*/ 1792514 h 4493985"/>
              <a:gd name="connsiteX11" fmla="*/ 11482 w 9776811"/>
              <a:gd name="connsiteY11" fmla="*/ 3124199 h 4493985"/>
              <a:gd name="connsiteX0" fmla="*/ 2187719 w 9776811"/>
              <a:gd name="connsiteY0" fmla="*/ 4411435 h 4411435"/>
              <a:gd name="connsiteX1" fmla="*/ 2188628 w 9776811"/>
              <a:gd name="connsiteY1" fmla="*/ 2590799 h 4411435"/>
              <a:gd name="connsiteX2" fmla="*/ 3060391 w 9776811"/>
              <a:gd name="connsiteY2" fmla="*/ 1357085 h 4411435"/>
              <a:gd name="connsiteX3" fmla="*/ 4018336 w 9776811"/>
              <a:gd name="connsiteY3" fmla="*/ 1349829 h 4411435"/>
              <a:gd name="connsiteX4" fmla="*/ 6217248 w 9776811"/>
              <a:gd name="connsiteY4" fmla="*/ 1857828 h 4411435"/>
              <a:gd name="connsiteX5" fmla="*/ 9374105 w 9776811"/>
              <a:gd name="connsiteY5" fmla="*/ 1872340 h 4411435"/>
              <a:gd name="connsiteX6" fmla="*/ 9410391 w 9776811"/>
              <a:gd name="connsiteY6" fmla="*/ 1074057 h 4411435"/>
              <a:gd name="connsiteX7" fmla="*/ 7218735 w 9776811"/>
              <a:gd name="connsiteY7" fmla="*/ 1030513 h 4411435"/>
              <a:gd name="connsiteX8" fmla="*/ 4366677 w 9776811"/>
              <a:gd name="connsiteY8" fmla="*/ 0 h 4411435"/>
              <a:gd name="connsiteX9" fmla="*/ 1775877 w 9776811"/>
              <a:gd name="connsiteY9" fmla="*/ 7257 h 4411435"/>
              <a:gd name="connsiteX10" fmla="*/ 5135 w 9776811"/>
              <a:gd name="connsiteY10" fmla="*/ 1792514 h 4411435"/>
              <a:gd name="connsiteX11" fmla="*/ 11482 w 9776811"/>
              <a:gd name="connsiteY11" fmla="*/ 3124199 h 4411435"/>
              <a:gd name="connsiteX0" fmla="*/ 2194069 w 9776811"/>
              <a:gd name="connsiteY0" fmla="*/ 4297135 h 4297135"/>
              <a:gd name="connsiteX1" fmla="*/ 2188628 w 9776811"/>
              <a:gd name="connsiteY1" fmla="*/ 2590799 h 4297135"/>
              <a:gd name="connsiteX2" fmla="*/ 3060391 w 9776811"/>
              <a:gd name="connsiteY2" fmla="*/ 1357085 h 4297135"/>
              <a:gd name="connsiteX3" fmla="*/ 4018336 w 9776811"/>
              <a:gd name="connsiteY3" fmla="*/ 1349829 h 4297135"/>
              <a:gd name="connsiteX4" fmla="*/ 6217248 w 9776811"/>
              <a:gd name="connsiteY4" fmla="*/ 1857828 h 4297135"/>
              <a:gd name="connsiteX5" fmla="*/ 9374105 w 9776811"/>
              <a:gd name="connsiteY5" fmla="*/ 1872340 h 4297135"/>
              <a:gd name="connsiteX6" fmla="*/ 9410391 w 9776811"/>
              <a:gd name="connsiteY6" fmla="*/ 1074057 h 4297135"/>
              <a:gd name="connsiteX7" fmla="*/ 7218735 w 9776811"/>
              <a:gd name="connsiteY7" fmla="*/ 1030513 h 4297135"/>
              <a:gd name="connsiteX8" fmla="*/ 4366677 w 9776811"/>
              <a:gd name="connsiteY8" fmla="*/ 0 h 4297135"/>
              <a:gd name="connsiteX9" fmla="*/ 1775877 w 9776811"/>
              <a:gd name="connsiteY9" fmla="*/ 7257 h 4297135"/>
              <a:gd name="connsiteX10" fmla="*/ 5135 w 9776811"/>
              <a:gd name="connsiteY10" fmla="*/ 1792514 h 4297135"/>
              <a:gd name="connsiteX11" fmla="*/ 11482 w 9776811"/>
              <a:gd name="connsiteY11" fmla="*/ 3124199 h 4297135"/>
              <a:gd name="connsiteX0" fmla="*/ 2162319 w 9776811"/>
              <a:gd name="connsiteY0" fmla="*/ 4055835 h 4055835"/>
              <a:gd name="connsiteX1" fmla="*/ 2188628 w 9776811"/>
              <a:gd name="connsiteY1" fmla="*/ 2590799 h 4055835"/>
              <a:gd name="connsiteX2" fmla="*/ 3060391 w 9776811"/>
              <a:gd name="connsiteY2" fmla="*/ 1357085 h 4055835"/>
              <a:gd name="connsiteX3" fmla="*/ 4018336 w 9776811"/>
              <a:gd name="connsiteY3" fmla="*/ 1349829 h 4055835"/>
              <a:gd name="connsiteX4" fmla="*/ 6217248 w 9776811"/>
              <a:gd name="connsiteY4" fmla="*/ 1857828 h 4055835"/>
              <a:gd name="connsiteX5" fmla="*/ 9374105 w 9776811"/>
              <a:gd name="connsiteY5" fmla="*/ 1872340 h 4055835"/>
              <a:gd name="connsiteX6" fmla="*/ 9410391 w 9776811"/>
              <a:gd name="connsiteY6" fmla="*/ 1074057 h 4055835"/>
              <a:gd name="connsiteX7" fmla="*/ 7218735 w 9776811"/>
              <a:gd name="connsiteY7" fmla="*/ 1030513 h 4055835"/>
              <a:gd name="connsiteX8" fmla="*/ 4366677 w 9776811"/>
              <a:gd name="connsiteY8" fmla="*/ 0 h 4055835"/>
              <a:gd name="connsiteX9" fmla="*/ 1775877 w 9776811"/>
              <a:gd name="connsiteY9" fmla="*/ 7257 h 4055835"/>
              <a:gd name="connsiteX10" fmla="*/ 5135 w 9776811"/>
              <a:gd name="connsiteY10" fmla="*/ 1792514 h 4055835"/>
              <a:gd name="connsiteX11" fmla="*/ 11482 w 9776811"/>
              <a:gd name="connsiteY11" fmla="*/ 3124199 h 4055835"/>
              <a:gd name="connsiteX0" fmla="*/ 2187719 w 9776811"/>
              <a:gd name="connsiteY0" fmla="*/ 4062185 h 4062185"/>
              <a:gd name="connsiteX1" fmla="*/ 2188628 w 9776811"/>
              <a:gd name="connsiteY1" fmla="*/ 2590799 h 4062185"/>
              <a:gd name="connsiteX2" fmla="*/ 3060391 w 9776811"/>
              <a:gd name="connsiteY2" fmla="*/ 1357085 h 4062185"/>
              <a:gd name="connsiteX3" fmla="*/ 4018336 w 9776811"/>
              <a:gd name="connsiteY3" fmla="*/ 1349829 h 4062185"/>
              <a:gd name="connsiteX4" fmla="*/ 6217248 w 9776811"/>
              <a:gd name="connsiteY4" fmla="*/ 1857828 h 4062185"/>
              <a:gd name="connsiteX5" fmla="*/ 9374105 w 9776811"/>
              <a:gd name="connsiteY5" fmla="*/ 1872340 h 4062185"/>
              <a:gd name="connsiteX6" fmla="*/ 9410391 w 9776811"/>
              <a:gd name="connsiteY6" fmla="*/ 1074057 h 4062185"/>
              <a:gd name="connsiteX7" fmla="*/ 7218735 w 9776811"/>
              <a:gd name="connsiteY7" fmla="*/ 1030513 h 4062185"/>
              <a:gd name="connsiteX8" fmla="*/ 4366677 w 9776811"/>
              <a:gd name="connsiteY8" fmla="*/ 0 h 4062185"/>
              <a:gd name="connsiteX9" fmla="*/ 1775877 w 9776811"/>
              <a:gd name="connsiteY9" fmla="*/ 7257 h 4062185"/>
              <a:gd name="connsiteX10" fmla="*/ 5135 w 9776811"/>
              <a:gd name="connsiteY10" fmla="*/ 1792514 h 4062185"/>
              <a:gd name="connsiteX11" fmla="*/ 11482 w 9776811"/>
              <a:gd name="connsiteY11" fmla="*/ 3124199 h 406218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3124199 h 392883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2901949 h 3928835"/>
              <a:gd name="connsiteX0" fmla="*/ 2172703 w 9774495"/>
              <a:gd name="connsiteY0" fmla="*/ 3928835 h 3928835"/>
              <a:gd name="connsiteX1" fmla="*/ 2186312 w 9774495"/>
              <a:gd name="connsiteY1" fmla="*/ 2590799 h 3928835"/>
              <a:gd name="connsiteX2" fmla="*/ 3058075 w 9774495"/>
              <a:gd name="connsiteY2" fmla="*/ 1357085 h 3928835"/>
              <a:gd name="connsiteX3" fmla="*/ 4016020 w 9774495"/>
              <a:gd name="connsiteY3" fmla="*/ 1349829 h 3928835"/>
              <a:gd name="connsiteX4" fmla="*/ 6214932 w 9774495"/>
              <a:gd name="connsiteY4" fmla="*/ 1857828 h 3928835"/>
              <a:gd name="connsiteX5" fmla="*/ 9371789 w 9774495"/>
              <a:gd name="connsiteY5" fmla="*/ 1872340 h 3928835"/>
              <a:gd name="connsiteX6" fmla="*/ 9408075 w 9774495"/>
              <a:gd name="connsiteY6" fmla="*/ 1074057 h 3928835"/>
              <a:gd name="connsiteX7" fmla="*/ 7216419 w 9774495"/>
              <a:gd name="connsiteY7" fmla="*/ 1030513 h 3928835"/>
              <a:gd name="connsiteX8" fmla="*/ 4364361 w 9774495"/>
              <a:gd name="connsiteY8" fmla="*/ 0 h 3928835"/>
              <a:gd name="connsiteX9" fmla="*/ 1773561 w 9774495"/>
              <a:gd name="connsiteY9" fmla="*/ 7257 h 3928835"/>
              <a:gd name="connsiteX10" fmla="*/ 2819 w 9774495"/>
              <a:gd name="connsiteY10" fmla="*/ 1792514 h 3928835"/>
              <a:gd name="connsiteX11" fmla="*/ 34566 w 9774495"/>
              <a:gd name="connsiteY11" fmla="*/ 316864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244849 h 3928835"/>
              <a:gd name="connsiteX0" fmla="*/ 2174146 w 9775938"/>
              <a:gd name="connsiteY0" fmla="*/ 3928835 h 3928835"/>
              <a:gd name="connsiteX1" fmla="*/ 2187755 w 9775938"/>
              <a:gd name="connsiteY1" fmla="*/ 2590799 h 3928835"/>
              <a:gd name="connsiteX2" fmla="*/ 3059518 w 9775938"/>
              <a:gd name="connsiteY2" fmla="*/ 1357085 h 3928835"/>
              <a:gd name="connsiteX3" fmla="*/ 4017463 w 9775938"/>
              <a:gd name="connsiteY3" fmla="*/ 1349829 h 3928835"/>
              <a:gd name="connsiteX4" fmla="*/ 6216375 w 9775938"/>
              <a:gd name="connsiteY4" fmla="*/ 1857828 h 3928835"/>
              <a:gd name="connsiteX5" fmla="*/ 9373232 w 9775938"/>
              <a:gd name="connsiteY5" fmla="*/ 1872340 h 3928835"/>
              <a:gd name="connsiteX6" fmla="*/ 9409518 w 9775938"/>
              <a:gd name="connsiteY6" fmla="*/ 1074057 h 3928835"/>
              <a:gd name="connsiteX7" fmla="*/ 7217862 w 9775938"/>
              <a:gd name="connsiteY7" fmla="*/ 1030513 h 3928835"/>
              <a:gd name="connsiteX8" fmla="*/ 4365804 w 9775938"/>
              <a:gd name="connsiteY8" fmla="*/ 0 h 3928835"/>
              <a:gd name="connsiteX9" fmla="*/ 1775004 w 9775938"/>
              <a:gd name="connsiteY9" fmla="*/ 7257 h 3928835"/>
              <a:gd name="connsiteX10" fmla="*/ 4262 w 9775938"/>
              <a:gd name="connsiteY10" fmla="*/ 1792514 h 3928835"/>
              <a:gd name="connsiteX11" fmla="*/ 16959 w 9775938"/>
              <a:gd name="connsiteY11" fmla="*/ 33400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2638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1876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368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24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0479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717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884385 h 3884385"/>
              <a:gd name="connsiteX1" fmla="*/ 2187134 w 9775317"/>
              <a:gd name="connsiteY1" fmla="*/ 2590799 h 3884385"/>
              <a:gd name="connsiteX2" fmla="*/ 3058897 w 9775317"/>
              <a:gd name="connsiteY2" fmla="*/ 1357085 h 3884385"/>
              <a:gd name="connsiteX3" fmla="*/ 4016842 w 9775317"/>
              <a:gd name="connsiteY3" fmla="*/ 1349829 h 3884385"/>
              <a:gd name="connsiteX4" fmla="*/ 6215754 w 9775317"/>
              <a:gd name="connsiteY4" fmla="*/ 1857828 h 3884385"/>
              <a:gd name="connsiteX5" fmla="*/ 9372611 w 9775317"/>
              <a:gd name="connsiteY5" fmla="*/ 1872340 h 3884385"/>
              <a:gd name="connsiteX6" fmla="*/ 9408897 w 9775317"/>
              <a:gd name="connsiteY6" fmla="*/ 1074057 h 3884385"/>
              <a:gd name="connsiteX7" fmla="*/ 7217241 w 9775317"/>
              <a:gd name="connsiteY7" fmla="*/ 1030513 h 3884385"/>
              <a:gd name="connsiteX8" fmla="*/ 4365183 w 9775317"/>
              <a:gd name="connsiteY8" fmla="*/ 0 h 3884385"/>
              <a:gd name="connsiteX9" fmla="*/ 1774383 w 9775317"/>
              <a:gd name="connsiteY9" fmla="*/ 7257 h 3884385"/>
              <a:gd name="connsiteX10" fmla="*/ 3641 w 9775317"/>
              <a:gd name="connsiteY10" fmla="*/ 1792514 h 3884385"/>
              <a:gd name="connsiteX11" fmla="*/ 22688 w 9775317"/>
              <a:gd name="connsiteY11" fmla="*/ 2997199 h 3884385"/>
              <a:gd name="connsiteX0" fmla="*/ 2173525 w 9775317"/>
              <a:gd name="connsiteY0" fmla="*/ 3846285 h 3846285"/>
              <a:gd name="connsiteX1" fmla="*/ 2187134 w 9775317"/>
              <a:gd name="connsiteY1" fmla="*/ 2590799 h 3846285"/>
              <a:gd name="connsiteX2" fmla="*/ 3058897 w 9775317"/>
              <a:gd name="connsiteY2" fmla="*/ 1357085 h 3846285"/>
              <a:gd name="connsiteX3" fmla="*/ 4016842 w 9775317"/>
              <a:gd name="connsiteY3" fmla="*/ 1349829 h 3846285"/>
              <a:gd name="connsiteX4" fmla="*/ 6215754 w 9775317"/>
              <a:gd name="connsiteY4" fmla="*/ 1857828 h 3846285"/>
              <a:gd name="connsiteX5" fmla="*/ 9372611 w 9775317"/>
              <a:gd name="connsiteY5" fmla="*/ 1872340 h 3846285"/>
              <a:gd name="connsiteX6" fmla="*/ 9408897 w 9775317"/>
              <a:gd name="connsiteY6" fmla="*/ 1074057 h 3846285"/>
              <a:gd name="connsiteX7" fmla="*/ 7217241 w 9775317"/>
              <a:gd name="connsiteY7" fmla="*/ 1030513 h 3846285"/>
              <a:gd name="connsiteX8" fmla="*/ 4365183 w 9775317"/>
              <a:gd name="connsiteY8" fmla="*/ 0 h 3846285"/>
              <a:gd name="connsiteX9" fmla="*/ 1774383 w 9775317"/>
              <a:gd name="connsiteY9" fmla="*/ 7257 h 3846285"/>
              <a:gd name="connsiteX10" fmla="*/ 3641 w 9775317"/>
              <a:gd name="connsiteY10" fmla="*/ 1792514 h 3846285"/>
              <a:gd name="connsiteX11" fmla="*/ 22688 w 9775317"/>
              <a:gd name="connsiteY11" fmla="*/ 2997199 h 3846285"/>
              <a:gd name="connsiteX0" fmla="*/ 2173525 w 9775317"/>
              <a:gd name="connsiteY0" fmla="*/ 3827235 h 3827235"/>
              <a:gd name="connsiteX1" fmla="*/ 2187134 w 9775317"/>
              <a:gd name="connsiteY1" fmla="*/ 2590799 h 3827235"/>
              <a:gd name="connsiteX2" fmla="*/ 3058897 w 9775317"/>
              <a:gd name="connsiteY2" fmla="*/ 1357085 h 3827235"/>
              <a:gd name="connsiteX3" fmla="*/ 4016842 w 9775317"/>
              <a:gd name="connsiteY3" fmla="*/ 1349829 h 3827235"/>
              <a:gd name="connsiteX4" fmla="*/ 6215754 w 9775317"/>
              <a:gd name="connsiteY4" fmla="*/ 1857828 h 3827235"/>
              <a:gd name="connsiteX5" fmla="*/ 9372611 w 9775317"/>
              <a:gd name="connsiteY5" fmla="*/ 1872340 h 3827235"/>
              <a:gd name="connsiteX6" fmla="*/ 9408897 w 9775317"/>
              <a:gd name="connsiteY6" fmla="*/ 1074057 h 3827235"/>
              <a:gd name="connsiteX7" fmla="*/ 7217241 w 9775317"/>
              <a:gd name="connsiteY7" fmla="*/ 1030513 h 3827235"/>
              <a:gd name="connsiteX8" fmla="*/ 4365183 w 9775317"/>
              <a:gd name="connsiteY8" fmla="*/ 0 h 3827235"/>
              <a:gd name="connsiteX9" fmla="*/ 1774383 w 9775317"/>
              <a:gd name="connsiteY9" fmla="*/ 7257 h 3827235"/>
              <a:gd name="connsiteX10" fmla="*/ 3641 w 9775317"/>
              <a:gd name="connsiteY10" fmla="*/ 1792514 h 3827235"/>
              <a:gd name="connsiteX11" fmla="*/ 22688 w 9775317"/>
              <a:gd name="connsiteY11" fmla="*/ 2997199 h 3827235"/>
              <a:gd name="connsiteX0" fmla="*/ 2189400 w 9775317"/>
              <a:gd name="connsiteY0" fmla="*/ 3808185 h 3808185"/>
              <a:gd name="connsiteX1" fmla="*/ 2187134 w 9775317"/>
              <a:gd name="connsiteY1" fmla="*/ 2590799 h 3808185"/>
              <a:gd name="connsiteX2" fmla="*/ 3058897 w 9775317"/>
              <a:gd name="connsiteY2" fmla="*/ 1357085 h 3808185"/>
              <a:gd name="connsiteX3" fmla="*/ 4016842 w 9775317"/>
              <a:gd name="connsiteY3" fmla="*/ 1349829 h 3808185"/>
              <a:gd name="connsiteX4" fmla="*/ 6215754 w 9775317"/>
              <a:gd name="connsiteY4" fmla="*/ 1857828 h 3808185"/>
              <a:gd name="connsiteX5" fmla="*/ 9372611 w 9775317"/>
              <a:gd name="connsiteY5" fmla="*/ 1872340 h 3808185"/>
              <a:gd name="connsiteX6" fmla="*/ 9408897 w 9775317"/>
              <a:gd name="connsiteY6" fmla="*/ 1074057 h 3808185"/>
              <a:gd name="connsiteX7" fmla="*/ 7217241 w 9775317"/>
              <a:gd name="connsiteY7" fmla="*/ 1030513 h 3808185"/>
              <a:gd name="connsiteX8" fmla="*/ 4365183 w 9775317"/>
              <a:gd name="connsiteY8" fmla="*/ 0 h 3808185"/>
              <a:gd name="connsiteX9" fmla="*/ 1774383 w 9775317"/>
              <a:gd name="connsiteY9" fmla="*/ 7257 h 3808185"/>
              <a:gd name="connsiteX10" fmla="*/ 3641 w 9775317"/>
              <a:gd name="connsiteY10" fmla="*/ 1792514 h 3808185"/>
              <a:gd name="connsiteX11" fmla="*/ 22688 w 9775317"/>
              <a:gd name="connsiteY11" fmla="*/ 2997199 h 3808185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297021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47673"/>
              <a:gd name="connsiteY0" fmla="*/ 3779610 h 3779610"/>
              <a:gd name="connsiteX1" fmla="*/ 2189213 w 9747673"/>
              <a:gd name="connsiteY1" fmla="*/ 2590799 h 3779610"/>
              <a:gd name="connsiteX2" fmla="*/ 3060976 w 9747673"/>
              <a:gd name="connsiteY2" fmla="*/ 1357085 h 3779610"/>
              <a:gd name="connsiteX3" fmla="*/ 4018921 w 9747673"/>
              <a:gd name="connsiteY3" fmla="*/ 1349829 h 3779610"/>
              <a:gd name="connsiteX4" fmla="*/ 6217833 w 9747673"/>
              <a:gd name="connsiteY4" fmla="*/ 1857828 h 3779610"/>
              <a:gd name="connsiteX5" fmla="*/ 9374690 w 9747673"/>
              <a:gd name="connsiteY5" fmla="*/ 1872340 h 3779610"/>
              <a:gd name="connsiteX6" fmla="*/ 9410976 w 9747673"/>
              <a:gd name="connsiteY6" fmla="*/ 1074057 h 3779610"/>
              <a:gd name="connsiteX7" fmla="*/ 7219321 w 9747673"/>
              <a:gd name="connsiteY7" fmla="*/ 1010383 h 3779610"/>
              <a:gd name="connsiteX8" fmla="*/ 4367262 w 9747673"/>
              <a:gd name="connsiteY8" fmla="*/ 0 h 3779610"/>
              <a:gd name="connsiteX9" fmla="*/ 1776462 w 9747673"/>
              <a:gd name="connsiteY9" fmla="*/ 7257 h 3779610"/>
              <a:gd name="connsiteX10" fmla="*/ 5720 w 9747673"/>
              <a:gd name="connsiteY10" fmla="*/ 1792514 h 3779610"/>
              <a:gd name="connsiteX11" fmla="*/ 8892 w 9747673"/>
              <a:gd name="connsiteY11" fmla="*/ 3027362 h 3779610"/>
              <a:gd name="connsiteX0" fmla="*/ 2191479 w 9747673"/>
              <a:gd name="connsiteY0" fmla="*/ 3779610 h 3779610"/>
              <a:gd name="connsiteX1" fmla="*/ 2189213 w 9747673"/>
              <a:gd name="connsiteY1" fmla="*/ 2590799 h 3779610"/>
              <a:gd name="connsiteX2" fmla="*/ 3060976 w 9747673"/>
              <a:gd name="connsiteY2" fmla="*/ 1357085 h 3779610"/>
              <a:gd name="connsiteX3" fmla="*/ 4018921 w 9747673"/>
              <a:gd name="connsiteY3" fmla="*/ 1349829 h 3779610"/>
              <a:gd name="connsiteX4" fmla="*/ 6217833 w 9747673"/>
              <a:gd name="connsiteY4" fmla="*/ 1857828 h 3779610"/>
              <a:gd name="connsiteX5" fmla="*/ 9374690 w 9747673"/>
              <a:gd name="connsiteY5" fmla="*/ 1872340 h 3779610"/>
              <a:gd name="connsiteX6" fmla="*/ 9410976 w 9747673"/>
              <a:gd name="connsiteY6" fmla="*/ 1074057 h 3779610"/>
              <a:gd name="connsiteX7" fmla="*/ 7219321 w 9747673"/>
              <a:gd name="connsiteY7" fmla="*/ 1030513 h 3779610"/>
              <a:gd name="connsiteX8" fmla="*/ 4367262 w 9747673"/>
              <a:gd name="connsiteY8" fmla="*/ 0 h 3779610"/>
              <a:gd name="connsiteX9" fmla="*/ 1776462 w 9747673"/>
              <a:gd name="connsiteY9" fmla="*/ 7257 h 3779610"/>
              <a:gd name="connsiteX10" fmla="*/ 5720 w 9747673"/>
              <a:gd name="connsiteY10" fmla="*/ 1792514 h 3779610"/>
              <a:gd name="connsiteX11" fmla="*/ 8892 w 9747673"/>
              <a:gd name="connsiteY11" fmla="*/ 3027362 h 3779610"/>
              <a:gd name="connsiteX0" fmla="*/ 2191479 w 9638501"/>
              <a:gd name="connsiteY0" fmla="*/ 3779610 h 3779610"/>
              <a:gd name="connsiteX1" fmla="*/ 2189213 w 9638501"/>
              <a:gd name="connsiteY1" fmla="*/ 2590799 h 3779610"/>
              <a:gd name="connsiteX2" fmla="*/ 3060976 w 9638501"/>
              <a:gd name="connsiteY2" fmla="*/ 1357085 h 3779610"/>
              <a:gd name="connsiteX3" fmla="*/ 4018921 w 9638501"/>
              <a:gd name="connsiteY3" fmla="*/ 1349829 h 3779610"/>
              <a:gd name="connsiteX4" fmla="*/ 6217833 w 9638501"/>
              <a:gd name="connsiteY4" fmla="*/ 1857828 h 3779610"/>
              <a:gd name="connsiteX5" fmla="*/ 9374690 w 9638501"/>
              <a:gd name="connsiteY5" fmla="*/ 1872340 h 3779610"/>
              <a:gd name="connsiteX6" fmla="*/ 9410976 w 9638501"/>
              <a:gd name="connsiteY6" fmla="*/ 1074057 h 3779610"/>
              <a:gd name="connsiteX7" fmla="*/ 7219321 w 9638501"/>
              <a:gd name="connsiteY7" fmla="*/ 1030513 h 3779610"/>
              <a:gd name="connsiteX8" fmla="*/ 4367262 w 9638501"/>
              <a:gd name="connsiteY8" fmla="*/ 0 h 3779610"/>
              <a:gd name="connsiteX9" fmla="*/ 1776462 w 9638501"/>
              <a:gd name="connsiteY9" fmla="*/ 7257 h 3779610"/>
              <a:gd name="connsiteX10" fmla="*/ 5720 w 9638501"/>
              <a:gd name="connsiteY10" fmla="*/ 1792514 h 3779610"/>
              <a:gd name="connsiteX11" fmla="*/ 8892 w 9638501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30513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40256"/>
              <a:gd name="connsiteY0" fmla="*/ 3779610 h 3779610"/>
              <a:gd name="connsiteX1" fmla="*/ 2189213 w 9740256"/>
              <a:gd name="connsiteY1" fmla="*/ 2590799 h 3779610"/>
              <a:gd name="connsiteX2" fmla="*/ 3060976 w 9740256"/>
              <a:gd name="connsiteY2" fmla="*/ 1357085 h 3779610"/>
              <a:gd name="connsiteX3" fmla="*/ 4018921 w 9740256"/>
              <a:gd name="connsiteY3" fmla="*/ 1349829 h 3779610"/>
              <a:gd name="connsiteX4" fmla="*/ 6217833 w 9740256"/>
              <a:gd name="connsiteY4" fmla="*/ 1857828 h 3779610"/>
              <a:gd name="connsiteX5" fmla="*/ 9374690 w 9740256"/>
              <a:gd name="connsiteY5" fmla="*/ 1872340 h 3779610"/>
              <a:gd name="connsiteX6" fmla="*/ 9410976 w 9740256"/>
              <a:gd name="connsiteY6" fmla="*/ 1074057 h 3779610"/>
              <a:gd name="connsiteX7" fmla="*/ 7219321 w 9740256"/>
              <a:gd name="connsiteY7" fmla="*/ 1012899 h 3779610"/>
              <a:gd name="connsiteX8" fmla="*/ 4367262 w 9740256"/>
              <a:gd name="connsiteY8" fmla="*/ 0 h 3779610"/>
              <a:gd name="connsiteX9" fmla="*/ 1776462 w 9740256"/>
              <a:gd name="connsiteY9" fmla="*/ 7257 h 3779610"/>
              <a:gd name="connsiteX10" fmla="*/ 5720 w 9740256"/>
              <a:gd name="connsiteY10" fmla="*/ 1792514 h 3779610"/>
              <a:gd name="connsiteX11" fmla="*/ 8892 w 9740256"/>
              <a:gd name="connsiteY11" fmla="*/ 3027362 h 3779610"/>
              <a:gd name="connsiteX0" fmla="*/ 2191479 w 9738990"/>
              <a:gd name="connsiteY0" fmla="*/ 3779610 h 3779610"/>
              <a:gd name="connsiteX1" fmla="*/ 2189213 w 9738990"/>
              <a:gd name="connsiteY1" fmla="*/ 2590799 h 3779610"/>
              <a:gd name="connsiteX2" fmla="*/ 3060976 w 9738990"/>
              <a:gd name="connsiteY2" fmla="*/ 1357085 h 3779610"/>
              <a:gd name="connsiteX3" fmla="*/ 4018921 w 9738990"/>
              <a:gd name="connsiteY3" fmla="*/ 1349829 h 3779610"/>
              <a:gd name="connsiteX4" fmla="*/ 6217833 w 9738990"/>
              <a:gd name="connsiteY4" fmla="*/ 1857828 h 3779610"/>
              <a:gd name="connsiteX5" fmla="*/ 9374690 w 9738990"/>
              <a:gd name="connsiteY5" fmla="*/ 1872340 h 3779610"/>
              <a:gd name="connsiteX6" fmla="*/ 9408041 w 9738990"/>
              <a:gd name="connsiteY6" fmla="*/ 1059379 h 3779610"/>
              <a:gd name="connsiteX7" fmla="*/ 7219321 w 9738990"/>
              <a:gd name="connsiteY7" fmla="*/ 1012899 h 3779610"/>
              <a:gd name="connsiteX8" fmla="*/ 4367262 w 9738990"/>
              <a:gd name="connsiteY8" fmla="*/ 0 h 3779610"/>
              <a:gd name="connsiteX9" fmla="*/ 1776462 w 9738990"/>
              <a:gd name="connsiteY9" fmla="*/ 7257 h 3779610"/>
              <a:gd name="connsiteX10" fmla="*/ 5720 w 9738990"/>
              <a:gd name="connsiteY10" fmla="*/ 1792514 h 3779610"/>
              <a:gd name="connsiteX11" fmla="*/ 8892 w 9738990"/>
              <a:gd name="connsiteY11" fmla="*/ 3027362 h 3779610"/>
              <a:gd name="connsiteX0" fmla="*/ 2191479 w 9737730"/>
              <a:gd name="connsiteY0" fmla="*/ 3779610 h 3779610"/>
              <a:gd name="connsiteX1" fmla="*/ 2189213 w 9737730"/>
              <a:gd name="connsiteY1" fmla="*/ 2590799 h 3779610"/>
              <a:gd name="connsiteX2" fmla="*/ 3060976 w 9737730"/>
              <a:gd name="connsiteY2" fmla="*/ 1357085 h 3779610"/>
              <a:gd name="connsiteX3" fmla="*/ 4018921 w 9737730"/>
              <a:gd name="connsiteY3" fmla="*/ 1349829 h 3779610"/>
              <a:gd name="connsiteX4" fmla="*/ 6217833 w 9737730"/>
              <a:gd name="connsiteY4" fmla="*/ 1857828 h 3779610"/>
              <a:gd name="connsiteX5" fmla="*/ 9374690 w 9737730"/>
              <a:gd name="connsiteY5" fmla="*/ 1872340 h 3779610"/>
              <a:gd name="connsiteX6" fmla="*/ 9405106 w 9737730"/>
              <a:gd name="connsiteY6" fmla="*/ 1050572 h 3779610"/>
              <a:gd name="connsiteX7" fmla="*/ 7219321 w 9737730"/>
              <a:gd name="connsiteY7" fmla="*/ 1012899 h 3779610"/>
              <a:gd name="connsiteX8" fmla="*/ 4367262 w 9737730"/>
              <a:gd name="connsiteY8" fmla="*/ 0 h 3779610"/>
              <a:gd name="connsiteX9" fmla="*/ 1776462 w 9737730"/>
              <a:gd name="connsiteY9" fmla="*/ 7257 h 3779610"/>
              <a:gd name="connsiteX10" fmla="*/ 5720 w 9737730"/>
              <a:gd name="connsiteY10" fmla="*/ 1792514 h 3779610"/>
              <a:gd name="connsiteX11" fmla="*/ 8892 w 9737730"/>
              <a:gd name="connsiteY11" fmla="*/ 3027362 h 3779610"/>
              <a:gd name="connsiteX0" fmla="*/ 2191479 w 9737730"/>
              <a:gd name="connsiteY0" fmla="*/ 3779610 h 3779610"/>
              <a:gd name="connsiteX1" fmla="*/ 2189213 w 9737730"/>
              <a:gd name="connsiteY1" fmla="*/ 2590799 h 3779610"/>
              <a:gd name="connsiteX2" fmla="*/ 3060976 w 9737730"/>
              <a:gd name="connsiteY2" fmla="*/ 1357085 h 3779610"/>
              <a:gd name="connsiteX3" fmla="*/ 4018921 w 9737730"/>
              <a:gd name="connsiteY3" fmla="*/ 1349829 h 3779610"/>
              <a:gd name="connsiteX4" fmla="*/ 6217833 w 9737730"/>
              <a:gd name="connsiteY4" fmla="*/ 1857828 h 3779610"/>
              <a:gd name="connsiteX5" fmla="*/ 9374690 w 9737730"/>
              <a:gd name="connsiteY5" fmla="*/ 1872340 h 3779610"/>
              <a:gd name="connsiteX6" fmla="*/ 9405106 w 9737730"/>
              <a:gd name="connsiteY6" fmla="*/ 1050572 h 3779610"/>
              <a:gd name="connsiteX7" fmla="*/ 7219321 w 9737730"/>
              <a:gd name="connsiteY7" fmla="*/ 1012899 h 3779610"/>
              <a:gd name="connsiteX8" fmla="*/ 4367262 w 9737730"/>
              <a:gd name="connsiteY8" fmla="*/ 0 h 3779610"/>
              <a:gd name="connsiteX9" fmla="*/ 1776462 w 9737730"/>
              <a:gd name="connsiteY9" fmla="*/ 7257 h 3779610"/>
              <a:gd name="connsiteX10" fmla="*/ 5720 w 9737730"/>
              <a:gd name="connsiteY10" fmla="*/ 1792514 h 3779610"/>
              <a:gd name="connsiteX11" fmla="*/ 8892 w 9737730"/>
              <a:gd name="connsiteY11" fmla="*/ 3027362 h 3779610"/>
              <a:gd name="connsiteX0" fmla="*/ 2191479 w 9753780"/>
              <a:gd name="connsiteY0" fmla="*/ 3779610 h 3779610"/>
              <a:gd name="connsiteX1" fmla="*/ 2189213 w 9753780"/>
              <a:gd name="connsiteY1" fmla="*/ 2590799 h 3779610"/>
              <a:gd name="connsiteX2" fmla="*/ 3060976 w 9753780"/>
              <a:gd name="connsiteY2" fmla="*/ 1357085 h 3779610"/>
              <a:gd name="connsiteX3" fmla="*/ 4018921 w 9753780"/>
              <a:gd name="connsiteY3" fmla="*/ 1349829 h 3779610"/>
              <a:gd name="connsiteX4" fmla="*/ 6217833 w 9753780"/>
              <a:gd name="connsiteY4" fmla="*/ 1857828 h 3779610"/>
              <a:gd name="connsiteX5" fmla="*/ 9374690 w 9753780"/>
              <a:gd name="connsiteY5" fmla="*/ 1872340 h 3779610"/>
              <a:gd name="connsiteX6" fmla="*/ 9405106 w 9753780"/>
              <a:gd name="connsiteY6" fmla="*/ 1050572 h 3779610"/>
              <a:gd name="connsiteX7" fmla="*/ 7219321 w 9753780"/>
              <a:gd name="connsiteY7" fmla="*/ 1012899 h 3779610"/>
              <a:gd name="connsiteX8" fmla="*/ 4367262 w 9753780"/>
              <a:gd name="connsiteY8" fmla="*/ 0 h 3779610"/>
              <a:gd name="connsiteX9" fmla="*/ 1776462 w 9753780"/>
              <a:gd name="connsiteY9" fmla="*/ 7257 h 3779610"/>
              <a:gd name="connsiteX10" fmla="*/ 5720 w 9753780"/>
              <a:gd name="connsiteY10" fmla="*/ 1792514 h 3779610"/>
              <a:gd name="connsiteX11" fmla="*/ 8892 w 9753780"/>
              <a:gd name="connsiteY11" fmla="*/ 3027362 h 3779610"/>
              <a:gd name="connsiteX0" fmla="*/ 2191479 w 9723760"/>
              <a:gd name="connsiteY0" fmla="*/ 3779610 h 3779610"/>
              <a:gd name="connsiteX1" fmla="*/ 2189213 w 9723760"/>
              <a:gd name="connsiteY1" fmla="*/ 2590799 h 3779610"/>
              <a:gd name="connsiteX2" fmla="*/ 3060976 w 9723760"/>
              <a:gd name="connsiteY2" fmla="*/ 1357085 h 3779610"/>
              <a:gd name="connsiteX3" fmla="*/ 4018921 w 9723760"/>
              <a:gd name="connsiteY3" fmla="*/ 1349829 h 3779610"/>
              <a:gd name="connsiteX4" fmla="*/ 6217833 w 9723760"/>
              <a:gd name="connsiteY4" fmla="*/ 1857828 h 3779610"/>
              <a:gd name="connsiteX5" fmla="*/ 9374690 w 9723760"/>
              <a:gd name="connsiteY5" fmla="*/ 1872340 h 3779610"/>
              <a:gd name="connsiteX6" fmla="*/ 9405106 w 9723760"/>
              <a:gd name="connsiteY6" fmla="*/ 1050572 h 3779610"/>
              <a:gd name="connsiteX7" fmla="*/ 7219321 w 9723760"/>
              <a:gd name="connsiteY7" fmla="*/ 1012899 h 3779610"/>
              <a:gd name="connsiteX8" fmla="*/ 4367262 w 9723760"/>
              <a:gd name="connsiteY8" fmla="*/ 0 h 3779610"/>
              <a:gd name="connsiteX9" fmla="*/ 1776462 w 9723760"/>
              <a:gd name="connsiteY9" fmla="*/ 7257 h 3779610"/>
              <a:gd name="connsiteX10" fmla="*/ 5720 w 9723760"/>
              <a:gd name="connsiteY10" fmla="*/ 1792514 h 3779610"/>
              <a:gd name="connsiteX11" fmla="*/ 8892 w 9723760"/>
              <a:gd name="connsiteY11" fmla="*/ 3027362 h 3779610"/>
              <a:gd name="connsiteX0" fmla="*/ 2191479 w 9703577"/>
              <a:gd name="connsiteY0" fmla="*/ 3779610 h 3779610"/>
              <a:gd name="connsiteX1" fmla="*/ 2189213 w 9703577"/>
              <a:gd name="connsiteY1" fmla="*/ 2590799 h 3779610"/>
              <a:gd name="connsiteX2" fmla="*/ 3060976 w 9703577"/>
              <a:gd name="connsiteY2" fmla="*/ 1357085 h 3779610"/>
              <a:gd name="connsiteX3" fmla="*/ 4018921 w 9703577"/>
              <a:gd name="connsiteY3" fmla="*/ 1349829 h 3779610"/>
              <a:gd name="connsiteX4" fmla="*/ 6217833 w 9703577"/>
              <a:gd name="connsiteY4" fmla="*/ 1857828 h 3779610"/>
              <a:gd name="connsiteX5" fmla="*/ 9374690 w 9703577"/>
              <a:gd name="connsiteY5" fmla="*/ 1872340 h 3779610"/>
              <a:gd name="connsiteX6" fmla="*/ 9405106 w 9703577"/>
              <a:gd name="connsiteY6" fmla="*/ 1050572 h 3779610"/>
              <a:gd name="connsiteX7" fmla="*/ 7219321 w 9703577"/>
              <a:gd name="connsiteY7" fmla="*/ 1012899 h 3779610"/>
              <a:gd name="connsiteX8" fmla="*/ 4367262 w 9703577"/>
              <a:gd name="connsiteY8" fmla="*/ 0 h 3779610"/>
              <a:gd name="connsiteX9" fmla="*/ 1776462 w 9703577"/>
              <a:gd name="connsiteY9" fmla="*/ 7257 h 3779610"/>
              <a:gd name="connsiteX10" fmla="*/ 5720 w 9703577"/>
              <a:gd name="connsiteY10" fmla="*/ 1792514 h 3779610"/>
              <a:gd name="connsiteX11" fmla="*/ 8892 w 9703577"/>
              <a:gd name="connsiteY11" fmla="*/ 3027362 h 3779610"/>
              <a:gd name="connsiteX0" fmla="*/ 2191479 w 9706546"/>
              <a:gd name="connsiteY0" fmla="*/ 3779610 h 3779610"/>
              <a:gd name="connsiteX1" fmla="*/ 2189213 w 9706546"/>
              <a:gd name="connsiteY1" fmla="*/ 2590799 h 3779610"/>
              <a:gd name="connsiteX2" fmla="*/ 3060976 w 9706546"/>
              <a:gd name="connsiteY2" fmla="*/ 1357085 h 3779610"/>
              <a:gd name="connsiteX3" fmla="*/ 4018921 w 9706546"/>
              <a:gd name="connsiteY3" fmla="*/ 1349829 h 3779610"/>
              <a:gd name="connsiteX4" fmla="*/ 6217833 w 9706546"/>
              <a:gd name="connsiteY4" fmla="*/ 1857828 h 3779610"/>
              <a:gd name="connsiteX5" fmla="*/ 9380562 w 9706546"/>
              <a:gd name="connsiteY5" fmla="*/ 1975087 h 3779610"/>
              <a:gd name="connsiteX6" fmla="*/ 9405106 w 9706546"/>
              <a:gd name="connsiteY6" fmla="*/ 1050572 h 3779610"/>
              <a:gd name="connsiteX7" fmla="*/ 7219321 w 9706546"/>
              <a:gd name="connsiteY7" fmla="*/ 1012899 h 3779610"/>
              <a:gd name="connsiteX8" fmla="*/ 4367262 w 9706546"/>
              <a:gd name="connsiteY8" fmla="*/ 0 h 3779610"/>
              <a:gd name="connsiteX9" fmla="*/ 1776462 w 9706546"/>
              <a:gd name="connsiteY9" fmla="*/ 7257 h 3779610"/>
              <a:gd name="connsiteX10" fmla="*/ 5720 w 9706546"/>
              <a:gd name="connsiteY10" fmla="*/ 1792514 h 3779610"/>
              <a:gd name="connsiteX11" fmla="*/ 8892 w 9706546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7833 w 9758210"/>
              <a:gd name="connsiteY4" fmla="*/ 1857828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7833 w 9758210"/>
              <a:gd name="connsiteY4" fmla="*/ 1857828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0670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31219 h 3779610"/>
              <a:gd name="connsiteX5" fmla="*/ 9380562 w 9758210"/>
              <a:gd name="connsiteY5" fmla="*/ 1975087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33988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9848"/>
              <a:gd name="connsiteY0" fmla="*/ 3779610 h 3779610"/>
              <a:gd name="connsiteX1" fmla="*/ 2189213 w 9759848"/>
              <a:gd name="connsiteY1" fmla="*/ 2590799 h 3779610"/>
              <a:gd name="connsiteX2" fmla="*/ 3060976 w 9759848"/>
              <a:gd name="connsiteY2" fmla="*/ 1357085 h 3779610"/>
              <a:gd name="connsiteX3" fmla="*/ 4018921 w 9759848"/>
              <a:gd name="connsiteY3" fmla="*/ 1349829 h 3779610"/>
              <a:gd name="connsiteX4" fmla="*/ 6214897 w 9759848"/>
              <a:gd name="connsiteY4" fmla="*/ 1931219 h 3779610"/>
              <a:gd name="connsiteX5" fmla="*/ 9383498 w 9759848"/>
              <a:gd name="connsiteY5" fmla="*/ 1948666 h 3779610"/>
              <a:gd name="connsiteX6" fmla="*/ 9405106 w 9759848"/>
              <a:gd name="connsiteY6" fmla="*/ 1050572 h 3779610"/>
              <a:gd name="connsiteX7" fmla="*/ 7219321 w 9759848"/>
              <a:gd name="connsiteY7" fmla="*/ 1012899 h 3779610"/>
              <a:gd name="connsiteX8" fmla="*/ 4367262 w 9759848"/>
              <a:gd name="connsiteY8" fmla="*/ 0 h 3779610"/>
              <a:gd name="connsiteX9" fmla="*/ 1776462 w 9759848"/>
              <a:gd name="connsiteY9" fmla="*/ 7257 h 3779610"/>
              <a:gd name="connsiteX10" fmla="*/ 5720 w 9759848"/>
              <a:gd name="connsiteY10" fmla="*/ 1792514 h 3779610"/>
              <a:gd name="connsiteX11" fmla="*/ 8892 w 9759848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31219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49829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399735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060976 w 9758210"/>
              <a:gd name="connsiteY2" fmla="*/ 135708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189213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53797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80218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191479 w 9758210"/>
              <a:gd name="connsiteY0" fmla="*/ 3779610 h 3779610"/>
              <a:gd name="connsiteX1" fmla="*/ 2265540 w 9758210"/>
              <a:gd name="connsiteY1" fmla="*/ 2590799 h 3779610"/>
              <a:gd name="connsiteX2" fmla="*/ 3122624 w 9758210"/>
              <a:gd name="connsiteY2" fmla="*/ 1404055 h 3779610"/>
              <a:gd name="connsiteX3" fmla="*/ 4018921 w 9758210"/>
              <a:gd name="connsiteY3" fmla="*/ 1408542 h 3779610"/>
              <a:gd name="connsiteX4" fmla="*/ 6214897 w 9758210"/>
              <a:gd name="connsiteY4" fmla="*/ 1913605 h 3779610"/>
              <a:gd name="connsiteX5" fmla="*/ 9380562 w 9758210"/>
              <a:gd name="connsiteY5" fmla="*/ 1936924 h 3779610"/>
              <a:gd name="connsiteX6" fmla="*/ 9405106 w 9758210"/>
              <a:gd name="connsiteY6" fmla="*/ 1050572 h 3779610"/>
              <a:gd name="connsiteX7" fmla="*/ 7219321 w 9758210"/>
              <a:gd name="connsiteY7" fmla="*/ 1012899 h 3779610"/>
              <a:gd name="connsiteX8" fmla="*/ 4367262 w 9758210"/>
              <a:gd name="connsiteY8" fmla="*/ 0 h 3779610"/>
              <a:gd name="connsiteX9" fmla="*/ 1776462 w 9758210"/>
              <a:gd name="connsiteY9" fmla="*/ 7257 h 3779610"/>
              <a:gd name="connsiteX10" fmla="*/ 5720 w 9758210"/>
              <a:gd name="connsiteY10" fmla="*/ 1792514 h 3779610"/>
              <a:gd name="connsiteX11" fmla="*/ 8892 w 9758210"/>
              <a:gd name="connsiteY11" fmla="*/ 3027362 h 3779610"/>
              <a:gd name="connsiteX0" fmla="*/ 2285419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77590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65848 w 9758210"/>
              <a:gd name="connsiteY0" fmla="*/ 3771782 h 3771782"/>
              <a:gd name="connsiteX1" fmla="*/ 2265540 w 9758210"/>
              <a:gd name="connsiteY1" fmla="*/ 2590799 h 3771782"/>
              <a:gd name="connsiteX2" fmla="*/ 3122624 w 9758210"/>
              <a:gd name="connsiteY2" fmla="*/ 1404055 h 3771782"/>
              <a:gd name="connsiteX3" fmla="*/ 4018921 w 9758210"/>
              <a:gd name="connsiteY3" fmla="*/ 1408542 h 3771782"/>
              <a:gd name="connsiteX4" fmla="*/ 6214897 w 9758210"/>
              <a:gd name="connsiteY4" fmla="*/ 1913605 h 3771782"/>
              <a:gd name="connsiteX5" fmla="*/ 9380562 w 9758210"/>
              <a:gd name="connsiteY5" fmla="*/ 1936924 h 3771782"/>
              <a:gd name="connsiteX6" fmla="*/ 9405106 w 9758210"/>
              <a:gd name="connsiteY6" fmla="*/ 1050572 h 3771782"/>
              <a:gd name="connsiteX7" fmla="*/ 7219321 w 9758210"/>
              <a:gd name="connsiteY7" fmla="*/ 1012899 h 3771782"/>
              <a:gd name="connsiteX8" fmla="*/ 4367262 w 9758210"/>
              <a:gd name="connsiteY8" fmla="*/ 0 h 3771782"/>
              <a:gd name="connsiteX9" fmla="*/ 1776462 w 9758210"/>
              <a:gd name="connsiteY9" fmla="*/ 7257 h 3771782"/>
              <a:gd name="connsiteX10" fmla="*/ 5720 w 9758210"/>
              <a:gd name="connsiteY10" fmla="*/ 1792514 h 3771782"/>
              <a:gd name="connsiteX11" fmla="*/ 8892 w 9758210"/>
              <a:gd name="connsiteY11" fmla="*/ 3027362 h 3771782"/>
              <a:gd name="connsiteX0" fmla="*/ 2256956 w 9749318"/>
              <a:gd name="connsiteY0" fmla="*/ 3771782 h 3771782"/>
              <a:gd name="connsiteX1" fmla="*/ 2256648 w 9749318"/>
              <a:gd name="connsiteY1" fmla="*/ 2590799 h 3771782"/>
              <a:gd name="connsiteX2" fmla="*/ 3113732 w 9749318"/>
              <a:gd name="connsiteY2" fmla="*/ 1404055 h 3771782"/>
              <a:gd name="connsiteX3" fmla="*/ 4010029 w 9749318"/>
              <a:gd name="connsiteY3" fmla="*/ 1408542 h 3771782"/>
              <a:gd name="connsiteX4" fmla="*/ 6206005 w 9749318"/>
              <a:gd name="connsiteY4" fmla="*/ 1913605 h 3771782"/>
              <a:gd name="connsiteX5" fmla="*/ 9371670 w 9749318"/>
              <a:gd name="connsiteY5" fmla="*/ 1936924 h 3771782"/>
              <a:gd name="connsiteX6" fmla="*/ 9396214 w 9749318"/>
              <a:gd name="connsiteY6" fmla="*/ 1050572 h 3771782"/>
              <a:gd name="connsiteX7" fmla="*/ 7210429 w 9749318"/>
              <a:gd name="connsiteY7" fmla="*/ 1012899 h 3771782"/>
              <a:gd name="connsiteX8" fmla="*/ 4358370 w 9749318"/>
              <a:gd name="connsiteY8" fmla="*/ 0 h 3771782"/>
              <a:gd name="connsiteX9" fmla="*/ 1767570 w 9749318"/>
              <a:gd name="connsiteY9" fmla="*/ 7257 h 3771782"/>
              <a:gd name="connsiteX10" fmla="*/ 39884 w 9749318"/>
              <a:gd name="connsiteY10" fmla="*/ 1796428 h 3771782"/>
              <a:gd name="connsiteX11" fmla="*/ 0 w 9749318"/>
              <a:gd name="connsiteY11" fmla="*/ 3027362 h 3771782"/>
              <a:gd name="connsiteX0" fmla="*/ 2233471 w 9725833"/>
              <a:gd name="connsiteY0" fmla="*/ 3771782 h 3771782"/>
              <a:gd name="connsiteX1" fmla="*/ 2233163 w 9725833"/>
              <a:gd name="connsiteY1" fmla="*/ 2590799 h 3771782"/>
              <a:gd name="connsiteX2" fmla="*/ 3090247 w 9725833"/>
              <a:gd name="connsiteY2" fmla="*/ 1404055 h 3771782"/>
              <a:gd name="connsiteX3" fmla="*/ 3986544 w 9725833"/>
              <a:gd name="connsiteY3" fmla="*/ 1408542 h 3771782"/>
              <a:gd name="connsiteX4" fmla="*/ 6182520 w 9725833"/>
              <a:gd name="connsiteY4" fmla="*/ 1913605 h 3771782"/>
              <a:gd name="connsiteX5" fmla="*/ 9348185 w 9725833"/>
              <a:gd name="connsiteY5" fmla="*/ 1936924 h 3771782"/>
              <a:gd name="connsiteX6" fmla="*/ 9372729 w 9725833"/>
              <a:gd name="connsiteY6" fmla="*/ 1050572 h 3771782"/>
              <a:gd name="connsiteX7" fmla="*/ 7186944 w 9725833"/>
              <a:gd name="connsiteY7" fmla="*/ 1012899 h 3771782"/>
              <a:gd name="connsiteX8" fmla="*/ 4334885 w 9725833"/>
              <a:gd name="connsiteY8" fmla="*/ 0 h 3771782"/>
              <a:gd name="connsiteX9" fmla="*/ 1744085 w 9725833"/>
              <a:gd name="connsiteY9" fmla="*/ 7257 h 3771782"/>
              <a:gd name="connsiteX10" fmla="*/ 16399 w 9725833"/>
              <a:gd name="connsiteY10" fmla="*/ 1796428 h 3771782"/>
              <a:gd name="connsiteX11" fmla="*/ 0 w 9725833"/>
              <a:gd name="connsiteY11" fmla="*/ 3027362 h 3771782"/>
              <a:gd name="connsiteX0" fmla="*/ 2223722 w 9716084"/>
              <a:gd name="connsiteY0" fmla="*/ 3771782 h 3771782"/>
              <a:gd name="connsiteX1" fmla="*/ 2223414 w 9716084"/>
              <a:gd name="connsiteY1" fmla="*/ 2590799 h 3771782"/>
              <a:gd name="connsiteX2" fmla="*/ 3080498 w 9716084"/>
              <a:gd name="connsiteY2" fmla="*/ 1404055 h 3771782"/>
              <a:gd name="connsiteX3" fmla="*/ 3976795 w 9716084"/>
              <a:gd name="connsiteY3" fmla="*/ 1408542 h 3771782"/>
              <a:gd name="connsiteX4" fmla="*/ 6172771 w 9716084"/>
              <a:gd name="connsiteY4" fmla="*/ 1913605 h 3771782"/>
              <a:gd name="connsiteX5" fmla="*/ 9338436 w 9716084"/>
              <a:gd name="connsiteY5" fmla="*/ 1936924 h 3771782"/>
              <a:gd name="connsiteX6" fmla="*/ 9362980 w 9716084"/>
              <a:gd name="connsiteY6" fmla="*/ 1050572 h 3771782"/>
              <a:gd name="connsiteX7" fmla="*/ 7177195 w 9716084"/>
              <a:gd name="connsiteY7" fmla="*/ 1012899 h 3771782"/>
              <a:gd name="connsiteX8" fmla="*/ 4325136 w 9716084"/>
              <a:gd name="connsiteY8" fmla="*/ 0 h 3771782"/>
              <a:gd name="connsiteX9" fmla="*/ 1734336 w 9716084"/>
              <a:gd name="connsiteY9" fmla="*/ 7257 h 3771782"/>
              <a:gd name="connsiteX10" fmla="*/ 6650 w 9716084"/>
              <a:gd name="connsiteY10" fmla="*/ 1796428 h 3771782"/>
              <a:gd name="connsiteX11" fmla="*/ 5908 w 9716084"/>
              <a:gd name="connsiteY11" fmla="*/ 3019534 h 3771782"/>
              <a:gd name="connsiteX0" fmla="*/ 2223722 w 9716084"/>
              <a:gd name="connsiteY0" fmla="*/ 3764525 h 3764525"/>
              <a:gd name="connsiteX1" fmla="*/ 2223414 w 9716084"/>
              <a:gd name="connsiteY1" fmla="*/ 2583542 h 3764525"/>
              <a:gd name="connsiteX2" fmla="*/ 3080498 w 9716084"/>
              <a:gd name="connsiteY2" fmla="*/ 1396798 h 3764525"/>
              <a:gd name="connsiteX3" fmla="*/ 3976795 w 9716084"/>
              <a:gd name="connsiteY3" fmla="*/ 1401285 h 3764525"/>
              <a:gd name="connsiteX4" fmla="*/ 6172771 w 9716084"/>
              <a:gd name="connsiteY4" fmla="*/ 1906348 h 3764525"/>
              <a:gd name="connsiteX5" fmla="*/ 9338436 w 9716084"/>
              <a:gd name="connsiteY5" fmla="*/ 1929667 h 3764525"/>
              <a:gd name="connsiteX6" fmla="*/ 9362980 w 9716084"/>
              <a:gd name="connsiteY6" fmla="*/ 1043315 h 3764525"/>
              <a:gd name="connsiteX7" fmla="*/ 7177195 w 9716084"/>
              <a:gd name="connsiteY7" fmla="*/ 1005642 h 3764525"/>
              <a:gd name="connsiteX8" fmla="*/ 4325137 w 9716084"/>
              <a:gd name="connsiteY8" fmla="*/ 6834 h 3764525"/>
              <a:gd name="connsiteX9" fmla="*/ 1734336 w 9716084"/>
              <a:gd name="connsiteY9" fmla="*/ 0 h 3764525"/>
              <a:gd name="connsiteX10" fmla="*/ 6650 w 9716084"/>
              <a:gd name="connsiteY10" fmla="*/ 1789171 h 3764525"/>
              <a:gd name="connsiteX11" fmla="*/ 5908 w 9716084"/>
              <a:gd name="connsiteY11" fmla="*/ 3012277 h 3764525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7195 w 9716084"/>
              <a:gd name="connsiteY7" fmla="*/ 998808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4451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72771 w 9716084"/>
              <a:gd name="connsiteY4" fmla="*/ 1899514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716084"/>
              <a:gd name="connsiteY0" fmla="*/ 3757691 h 3757691"/>
              <a:gd name="connsiteX1" fmla="*/ 2223414 w 9716084"/>
              <a:gd name="connsiteY1" fmla="*/ 2576708 h 3757691"/>
              <a:gd name="connsiteX2" fmla="*/ 3080498 w 9716084"/>
              <a:gd name="connsiteY2" fmla="*/ 1389964 h 3757691"/>
              <a:gd name="connsiteX3" fmla="*/ 3976795 w 9716084"/>
              <a:gd name="connsiteY3" fmla="*/ 1399148 h 3757691"/>
              <a:gd name="connsiteX4" fmla="*/ 6107013 w 9716084"/>
              <a:gd name="connsiteY4" fmla="*/ 1894817 h 3757691"/>
              <a:gd name="connsiteX5" fmla="*/ 9338436 w 9716084"/>
              <a:gd name="connsiteY5" fmla="*/ 1922833 h 3757691"/>
              <a:gd name="connsiteX6" fmla="*/ 9362980 w 9716084"/>
              <a:gd name="connsiteY6" fmla="*/ 1036481 h 3757691"/>
              <a:gd name="connsiteX7" fmla="*/ 7172498 w 9716084"/>
              <a:gd name="connsiteY7" fmla="*/ 1003505 h 3757691"/>
              <a:gd name="connsiteX8" fmla="*/ 4325137 w 9716084"/>
              <a:gd name="connsiteY8" fmla="*/ 0 h 3757691"/>
              <a:gd name="connsiteX9" fmla="*/ 1734336 w 9716084"/>
              <a:gd name="connsiteY9" fmla="*/ 2560 h 3757691"/>
              <a:gd name="connsiteX10" fmla="*/ 6650 w 9716084"/>
              <a:gd name="connsiteY10" fmla="*/ 1782337 h 3757691"/>
              <a:gd name="connsiteX11" fmla="*/ 5908 w 9716084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899348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885257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690745"/>
              <a:gd name="connsiteY0" fmla="*/ 3757691 h 3757691"/>
              <a:gd name="connsiteX1" fmla="*/ 2223414 w 9690745"/>
              <a:gd name="connsiteY1" fmla="*/ 2576708 h 3757691"/>
              <a:gd name="connsiteX2" fmla="*/ 3080498 w 9690745"/>
              <a:gd name="connsiteY2" fmla="*/ 1389964 h 3757691"/>
              <a:gd name="connsiteX3" fmla="*/ 3976795 w 9690745"/>
              <a:gd name="connsiteY3" fmla="*/ 1399148 h 3757691"/>
              <a:gd name="connsiteX4" fmla="*/ 6107013 w 9690745"/>
              <a:gd name="connsiteY4" fmla="*/ 1894817 h 3757691"/>
              <a:gd name="connsiteX5" fmla="*/ 9291466 w 9690745"/>
              <a:gd name="connsiteY5" fmla="*/ 1927530 h 3757691"/>
              <a:gd name="connsiteX6" fmla="*/ 9362980 w 9690745"/>
              <a:gd name="connsiteY6" fmla="*/ 1036481 h 3757691"/>
              <a:gd name="connsiteX7" fmla="*/ 7172498 w 9690745"/>
              <a:gd name="connsiteY7" fmla="*/ 1003505 h 3757691"/>
              <a:gd name="connsiteX8" fmla="*/ 4325137 w 9690745"/>
              <a:gd name="connsiteY8" fmla="*/ 0 h 3757691"/>
              <a:gd name="connsiteX9" fmla="*/ 1734336 w 9690745"/>
              <a:gd name="connsiteY9" fmla="*/ 2560 h 3757691"/>
              <a:gd name="connsiteX10" fmla="*/ 6650 w 9690745"/>
              <a:gd name="connsiteY10" fmla="*/ 1782337 h 3757691"/>
              <a:gd name="connsiteX11" fmla="*/ 5908 w 9690745"/>
              <a:gd name="connsiteY11" fmla="*/ 3005443 h 3757691"/>
              <a:gd name="connsiteX0" fmla="*/ 2223722 w 9752207"/>
              <a:gd name="connsiteY0" fmla="*/ 3757691 h 3757691"/>
              <a:gd name="connsiteX1" fmla="*/ 2223414 w 9752207"/>
              <a:gd name="connsiteY1" fmla="*/ 2576708 h 3757691"/>
              <a:gd name="connsiteX2" fmla="*/ 3080498 w 9752207"/>
              <a:gd name="connsiteY2" fmla="*/ 1389964 h 3757691"/>
              <a:gd name="connsiteX3" fmla="*/ 3976795 w 9752207"/>
              <a:gd name="connsiteY3" fmla="*/ 1399148 h 3757691"/>
              <a:gd name="connsiteX4" fmla="*/ 6107013 w 9752207"/>
              <a:gd name="connsiteY4" fmla="*/ 1894817 h 3757691"/>
              <a:gd name="connsiteX5" fmla="*/ 9291466 w 9752207"/>
              <a:gd name="connsiteY5" fmla="*/ 1927530 h 3757691"/>
              <a:gd name="connsiteX6" fmla="*/ 9362980 w 9752207"/>
              <a:gd name="connsiteY6" fmla="*/ 1036481 h 3757691"/>
              <a:gd name="connsiteX7" fmla="*/ 7172498 w 9752207"/>
              <a:gd name="connsiteY7" fmla="*/ 1003505 h 3757691"/>
              <a:gd name="connsiteX8" fmla="*/ 4325137 w 9752207"/>
              <a:gd name="connsiteY8" fmla="*/ 0 h 3757691"/>
              <a:gd name="connsiteX9" fmla="*/ 1734336 w 9752207"/>
              <a:gd name="connsiteY9" fmla="*/ 2560 h 3757691"/>
              <a:gd name="connsiteX10" fmla="*/ 6650 w 9752207"/>
              <a:gd name="connsiteY10" fmla="*/ 1782337 h 3757691"/>
              <a:gd name="connsiteX11" fmla="*/ 5908 w 9752207"/>
              <a:gd name="connsiteY11" fmla="*/ 3005443 h 3757691"/>
              <a:gd name="connsiteX0" fmla="*/ 2223722 w 9858186"/>
              <a:gd name="connsiteY0" fmla="*/ 3757691 h 3757691"/>
              <a:gd name="connsiteX1" fmla="*/ 2223414 w 9858186"/>
              <a:gd name="connsiteY1" fmla="*/ 2576708 h 3757691"/>
              <a:gd name="connsiteX2" fmla="*/ 3080498 w 9858186"/>
              <a:gd name="connsiteY2" fmla="*/ 1389964 h 3757691"/>
              <a:gd name="connsiteX3" fmla="*/ 3976795 w 9858186"/>
              <a:gd name="connsiteY3" fmla="*/ 1399148 h 3757691"/>
              <a:gd name="connsiteX4" fmla="*/ 6107013 w 9858186"/>
              <a:gd name="connsiteY4" fmla="*/ 1894817 h 3757691"/>
              <a:gd name="connsiteX5" fmla="*/ 9291466 w 9858186"/>
              <a:gd name="connsiteY5" fmla="*/ 1927530 h 3757691"/>
              <a:gd name="connsiteX6" fmla="*/ 9362980 w 9858186"/>
              <a:gd name="connsiteY6" fmla="*/ 1036481 h 3757691"/>
              <a:gd name="connsiteX7" fmla="*/ 7172498 w 9858186"/>
              <a:gd name="connsiteY7" fmla="*/ 1003505 h 3757691"/>
              <a:gd name="connsiteX8" fmla="*/ 4325137 w 9858186"/>
              <a:gd name="connsiteY8" fmla="*/ 0 h 3757691"/>
              <a:gd name="connsiteX9" fmla="*/ 1734336 w 9858186"/>
              <a:gd name="connsiteY9" fmla="*/ 2560 h 3757691"/>
              <a:gd name="connsiteX10" fmla="*/ 6650 w 9858186"/>
              <a:gd name="connsiteY10" fmla="*/ 1782337 h 3757691"/>
              <a:gd name="connsiteX11" fmla="*/ 5908 w 9858186"/>
              <a:gd name="connsiteY11" fmla="*/ 3005443 h 3757691"/>
              <a:gd name="connsiteX0" fmla="*/ 2223722 w 9912630"/>
              <a:gd name="connsiteY0" fmla="*/ 3757691 h 3757691"/>
              <a:gd name="connsiteX1" fmla="*/ 2223414 w 9912630"/>
              <a:gd name="connsiteY1" fmla="*/ 2576708 h 3757691"/>
              <a:gd name="connsiteX2" fmla="*/ 3080498 w 9912630"/>
              <a:gd name="connsiteY2" fmla="*/ 1389964 h 3757691"/>
              <a:gd name="connsiteX3" fmla="*/ 3976795 w 9912630"/>
              <a:gd name="connsiteY3" fmla="*/ 1399148 h 3757691"/>
              <a:gd name="connsiteX4" fmla="*/ 6107013 w 9912630"/>
              <a:gd name="connsiteY4" fmla="*/ 1894817 h 3757691"/>
              <a:gd name="connsiteX5" fmla="*/ 9291466 w 9912630"/>
              <a:gd name="connsiteY5" fmla="*/ 1927530 h 3757691"/>
              <a:gd name="connsiteX6" fmla="*/ 9362980 w 9912630"/>
              <a:gd name="connsiteY6" fmla="*/ 1036481 h 3757691"/>
              <a:gd name="connsiteX7" fmla="*/ 7172498 w 9912630"/>
              <a:gd name="connsiteY7" fmla="*/ 1003505 h 3757691"/>
              <a:gd name="connsiteX8" fmla="*/ 4325137 w 9912630"/>
              <a:gd name="connsiteY8" fmla="*/ 0 h 3757691"/>
              <a:gd name="connsiteX9" fmla="*/ 1734336 w 9912630"/>
              <a:gd name="connsiteY9" fmla="*/ 2560 h 3757691"/>
              <a:gd name="connsiteX10" fmla="*/ 6650 w 9912630"/>
              <a:gd name="connsiteY10" fmla="*/ 1782337 h 3757691"/>
              <a:gd name="connsiteX11" fmla="*/ 5908 w 9912630"/>
              <a:gd name="connsiteY11" fmla="*/ 3005443 h 3757691"/>
              <a:gd name="connsiteX0" fmla="*/ 2223722 w 9799100"/>
              <a:gd name="connsiteY0" fmla="*/ 3757691 h 3757691"/>
              <a:gd name="connsiteX1" fmla="*/ 2223414 w 9799100"/>
              <a:gd name="connsiteY1" fmla="*/ 2576708 h 3757691"/>
              <a:gd name="connsiteX2" fmla="*/ 3080498 w 9799100"/>
              <a:gd name="connsiteY2" fmla="*/ 1389964 h 3757691"/>
              <a:gd name="connsiteX3" fmla="*/ 3976795 w 9799100"/>
              <a:gd name="connsiteY3" fmla="*/ 1399148 h 3757691"/>
              <a:gd name="connsiteX4" fmla="*/ 6107013 w 9799100"/>
              <a:gd name="connsiteY4" fmla="*/ 1894817 h 3757691"/>
              <a:gd name="connsiteX5" fmla="*/ 9042526 w 9799100"/>
              <a:gd name="connsiteY5" fmla="*/ 1932227 h 3757691"/>
              <a:gd name="connsiteX6" fmla="*/ 9362980 w 9799100"/>
              <a:gd name="connsiteY6" fmla="*/ 1036481 h 3757691"/>
              <a:gd name="connsiteX7" fmla="*/ 7172498 w 9799100"/>
              <a:gd name="connsiteY7" fmla="*/ 1003505 h 3757691"/>
              <a:gd name="connsiteX8" fmla="*/ 4325137 w 9799100"/>
              <a:gd name="connsiteY8" fmla="*/ 0 h 3757691"/>
              <a:gd name="connsiteX9" fmla="*/ 1734336 w 9799100"/>
              <a:gd name="connsiteY9" fmla="*/ 2560 h 3757691"/>
              <a:gd name="connsiteX10" fmla="*/ 6650 w 9799100"/>
              <a:gd name="connsiteY10" fmla="*/ 1782337 h 3757691"/>
              <a:gd name="connsiteX11" fmla="*/ 5908 w 9799100"/>
              <a:gd name="connsiteY11" fmla="*/ 3005443 h 3757691"/>
              <a:gd name="connsiteX0" fmla="*/ 2223722 w 9665970"/>
              <a:gd name="connsiteY0" fmla="*/ 3757691 h 3757691"/>
              <a:gd name="connsiteX1" fmla="*/ 2223414 w 9665970"/>
              <a:gd name="connsiteY1" fmla="*/ 2576708 h 3757691"/>
              <a:gd name="connsiteX2" fmla="*/ 3080498 w 9665970"/>
              <a:gd name="connsiteY2" fmla="*/ 1389964 h 3757691"/>
              <a:gd name="connsiteX3" fmla="*/ 3976795 w 9665970"/>
              <a:gd name="connsiteY3" fmla="*/ 1399148 h 3757691"/>
              <a:gd name="connsiteX4" fmla="*/ 6107013 w 9665970"/>
              <a:gd name="connsiteY4" fmla="*/ 1894817 h 3757691"/>
              <a:gd name="connsiteX5" fmla="*/ 9042526 w 9665970"/>
              <a:gd name="connsiteY5" fmla="*/ 1932227 h 3757691"/>
              <a:gd name="connsiteX6" fmla="*/ 9118737 w 9665970"/>
              <a:gd name="connsiteY6" fmla="*/ 1031784 h 3757691"/>
              <a:gd name="connsiteX7" fmla="*/ 7172498 w 9665970"/>
              <a:gd name="connsiteY7" fmla="*/ 1003505 h 3757691"/>
              <a:gd name="connsiteX8" fmla="*/ 4325137 w 9665970"/>
              <a:gd name="connsiteY8" fmla="*/ 0 h 3757691"/>
              <a:gd name="connsiteX9" fmla="*/ 1734336 w 9665970"/>
              <a:gd name="connsiteY9" fmla="*/ 2560 h 3757691"/>
              <a:gd name="connsiteX10" fmla="*/ 6650 w 9665970"/>
              <a:gd name="connsiteY10" fmla="*/ 1782337 h 3757691"/>
              <a:gd name="connsiteX11" fmla="*/ 5908 w 9665970"/>
              <a:gd name="connsiteY11" fmla="*/ 3005443 h 3757691"/>
              <a:gd name="connsiteX0" fmla="*/ 2223722 w 9641471"/>
              <a:gd name="connsiteY0" fmla="*/ 3757691 h 3757691"/>
              <a:gd name="connsiteX1" fmla="*/ 2223414 w 9641471"/>
              <a:gd name="connsiteY1" fmla="*/ 2576708 h 3757691"/>
              <a:gd name="connsiteX2" fmla="*/ 3080498 w 9641471"/>
              <a:gd name="connsiteY2" fmla="*/ 1389964 h 3757691"/>
              <a:gd name="connsiteX3" fmla="*/ 3976795 w 9641471"/>
              <a:gd name="connsiteY3" fmla="*/ 1399148 h 3757691"/>
              <a:gd name="connsiteX4" fmla="*/ 6107013 w 9641471"/>
              <a:gd name="connsiteY4" fmla="*/ 1894817 h 3757691"/>
              <a:gd name="connsiteX5" fmla="*/ 9042526 w 9641471"/>
              <a:gd name="connsiteY5" fmla="*/ 1932227 h 3757691"/>
              <a:gd name="connsiteX6" fmla="*/ 9067070 w 9641471"/>
              <a:gd name="connsiteY6" fmla="*/ 1031784 h 3757691"/>
              <a:gd name="connsiteX7" fmla="*/ 7172498 w 9641471"/>
              <a:gd name="connsiteY7" fmla="*/ 1003505 h 3757691"/>
              <a:gd name="connsiteX8" fmla="*/ 4325137 w 9641471"/>
              <a:gd name="connsiteY8" fmla="*/ 0 h 3757691"/>
              <a:gd name="connsiteX9" fmla="*/ 1734336 w 9641471"/>
              <a:gd name="connsiteY9" fmla="*/ 2560 h 3757691"/>
              <a:gd name="connsiteX10" fmla="*/ 6650 w 9641471"/>
              <a:gd name="connsiteY10" fmla="*/ 1782337 h 3757691"/>
              <a:gd name="connsiteX11" fmla="*/ 5908 w 9641471"/>
              <a:gd name="connsiteY11" fmla="*/ 3005443 h 3757691"/>
              <a:gd name="connsiteX0" fmla="*/ 2223722 w 9645832"/>
              <a:gd name="connsiteY0" fmla="*/ 3757691 h 3757691"/>
              <a:gd name="connsiteX1" fmla="*/ 2223414 w 9645832"/>
              <a:gd name="connsiteY1" fmla="*/ 2576708 h 3757691"/>
              <a:gd name="connsiteX2" fmla="*/ 3080498 w 9645832"/>
              <a:gd name="connsiteY2" fmla="*/ 1389964 h 3757691"/>
              <a:gd name="connsiteX3" fmla="*/ 3976795 w 9645832"/>
              <a:gd name="connsiteY3" fmla="*/ 1399148 h 3757691"/>
              <a:gd name="connsiteX4" fmla="*/ 6107013 w 9645832"/>
              <a:gd name="connsiteY4" fmla="*/ 1894817 h 3757691"/>
              <a:gd name="connsiteX5" fmla="*/ 9042526 w 9645832"/>
              <a:gd name="connsiteY5" fmla="*/ 1932227 h 3757691"/>
              <a:gd name="connsiteX6" fmla="*/ 9076464 w 9645832"/>
              <a:gd name="connsiteY6" fmla="*/ 1041178 h 3757691"/>
              <a:gd name="connsiteX7" fmla="*/ 7172498 w 9645832"/>
              <a:gd name="connsiteY7" fmla="*/ 1003505 h 3757691"/>
              <a:gd name="connsiteX8" fmla="*/ 4325137 w 9645832"/>
              <a:gd name="connsiteY8" fmla="*/ 0 h 3757691"/>
              <a:gd name="connsiteX9" fmla="*/ 1734336 w 9645832"/>
              <a:gd name="connsiteY9" fmla="*/ 2560 h 3757691"/>
              <a:gd name="connsiteX10" fmla="*/ 6650 w 9645832"/>
              <a:gd name="connsiteY10" fmla="*/ 1782337 h 3757691"/>
              <a:gd name="connsiteX11" fmla="*/ 5908 w 9645832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07013 w 9643330"/>
              <a:gd name="connsiteY4" fmla="*/ 1894817 h 3757691"/>
              <a:gd name="connsiteX5" fmla="*/ 9037829 w 9643330"/>
              <a:gd name="connsiteY5" fmla="*/ 1899348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07013 w 9643330"/>
              <a:gd name="connsiteY4" fmla="*/ 1894817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111710 w 9643330"/>
              <a:gd name="connsiteY4" fmla="*/ 1899514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894817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908908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43330"/>
              <a:gd name="connsiteY0" fmla="*/ 3757691 h 3757691"/>
              <a:gd name="connsiteX1" fmla="*/ 2223414 w 9643330"/>
              <a:gd name="connsiteY1" fmla="*/ 2576708 h 3757691"/>
              <a:gd name="connsiteX2" fmla="*/ 3080498 w 9643330"/>
              <a:gd name="connsiteY2" fmla="*/ 1389964 h 3757691"/>
              <a:gd name="connsiteX3" fmla="*/ 3976795 w 9643330"/>
              <a:gd name="connsiteY3" fmla="*/ 1399148 h 3757691"/>
              <a:gd name="connsiteX4" fmla="*/ 6083528 w 9643330"/>
              <a:gd name="connsiteY4" fmla="*/ 1908908 h 3757691"/>
              <a:gd name="connsiteX5" fmla="*/ 9037829 w 9643330"/>
              <a:gd name="connsiteY5" fmla="*/ 1908742 h 3757691"/>
              <a:gd name="connsiteX6" fmla="*/ 9076464 w 9643330"/>
              <a:gd name="connsiteY6" fmla="*/ 1041178 h 3757691"/>
              <a:gd name="connsiteX7" fmla="*/ 7172498 w 9643330"/>
              <a:gd name="connsiteY7" fmla="*/ 1003505 h 3757691"/>
              <a:gd name="connsiteX8" fmla="*/ 4325137 w 9643330"/>
              <a:gd name="connsiteY8" fmla="*/ 0 h 3757691"/>
              <a:gd name="connsiteX9" fmla="*/ 1734336 w 9643330"/>
              <a:gd name="connsiteY9" fmla="*/ 2560 h 3757691"/>
              <a:gd name="connsiteX10" fmla="*/ 6650 w 9643330"/>
              <a:gd name="connsiteY10" fmla="*/ 1782337 h 3757691"/>
              <a:gd name="connsiteX11" fmla="*/ 5908 w 9643330"/>
              <a:gd name="connsiteY11" fmla="*/ 3005443 h 3757691"/>
              <a:gd name="connsiteX0" fmla="*/ 2223722 w 9665464"/>
              <a:gd name="connsiteY0" fmla="*/ 3757691 h 3757691"/>
              <a:gd name="connsiteX1" fmla="*/ 2223414 w 9665464"/>
              <a:gd name="connsiteY1" fmla="*/ 2576708 h 3757691"/>
              <a:gd name="connsiteX2" fmla="*/ 3080498 w 9665464"/>
              <a:gd name="connsiteY2" fmla="*/ 1389964 h 3757691"/>
              <a:gd name="connsiteX3" fmla="*/ 3976795 w 9665464"/>
              <a:gd name="connsiteY3" fmla="*/ 1399148 h 3757691"/>
              <a:gd name="connsiteX4" fmla="*/ 6083528 w 9665464"/>
              <a:gd name="connsiteY4" fmla="*/ 1908908 h 3757691"/>
              <a:gd name="connsiteX5" fmla="*/ 9037829 w 9665464"/>
              <a:gd name="connsiteY5" fmla="*/ 1908742 h 3757691"/>
              <a:gd name="connsiteX6" fmla="*/ 9076464 w 9665464"/>
              <a:gd name="connsiteY6" fmla="*/ 1041178 h 3757691"/>
              <a:gd name="connsiteX7" fmla="*/ 7172498 w 9665464"/>
              <a:gd name="connsiteY7" fmla="*/ 1003505 h 3757691"/>
              <a:gd name="connsiteX8" fmla="*/ 4325137 w 9665464"/>
              <a:gd name="connsiteY8" fmla="*/ 0 h 3757691"/>
              <a:gd name="connsiteX9" fmla="*/ 1734336 w 9665464"/>
              <a:gd name="connsiteY9" fmla="*/ 2560 h 3757691"/>
              <a:gd name="connsiteX10" fmla="*/ 6650 w 9665464"/>
              <a:gd name="connsiteY10" fmla="*/ 1782337 h 3757691"/>
              <a:gd name="connsiteX11" fmla="*/ 5908 w 9665464"/>
              <a:gd name="connsiteY11" fmla="*/ 3005443 h 3757691"/>
              <a:gd name="connsiteX0" fmla="*/ 2223722 w 9704826"/>
              <a:gd name="connsiteY0" fmla="*/ 3757691 h 3757691"/>
              <a:gd name="connsiteX1" fmla="*/ 2223414 w 9704826"/>
              <a:gd name="connsiteY1" fmla="*/ 2576708 h 3757691"/>
              <a:gd name="connsiteX2" fmla="*/ 3080498 w 9704826"/>
              <a:gd name="connsiteY2" fmla="*/ 1389964 h 3757691"/>
              <a:gd name="connsiteX3" fmla="*/ 3976795 w 9704826"/>
              <a:gd name="connsiteY3" fmla="*/ 1399148 h 3757691"/>
              <a:gd name="connsiteX4" fmla="*/ 6083528 w 9704826"/>
              <a:gd name="connsiteY4" fmla="*/ 1908908 h 3757691"/>
              <a:gd name="connsiteX5" fmla="*/ 9108284 w 9704826"/>
              <a:gd name="connsiteY5" fmla="*/ 1899348 h 3757691"/>
              <a:gd name="connsiteX6" fmla="*/ 9076464 w 9704826"/>
              <a:gd name="connsiteY6" fmla="*/ 1041178 h 3757691"/>
              <a:gd name="connsiteX7" fmla="*/ 7172498 w 9704826"/>
              <a:gd name="connsiteY7" fmla="*/ 1003505 h 3757691"/>
              <a:gd name="connsiteX8" fmla="*/ 4325137 w 9704826"/>
              <a:gd name="connsiteY8" fmla="*/ 0 h 3757691"/>
              <a:gd name="connsiteX9" fmla="*/ 1734336 w 9704826"/>
              <a:gd name="connsiteY9" fmla="*/ 2560 h 3757691"/>
              <a:gd name="connsiteX10" fmla="*/ 6650 w 9704826"/>
              <a:gd name="connsiteY10" fmla="*/ 1782337 h 3757691"/>
              <a:gd name="connsiteX11" fmla="*/ 5908 w 9704826"/>
              <a:gd name="connsiteY11" fmla="*/ 3005443 h 3757691"/>
              <a:gd name="connsiteX0" fmla="*/ 2223722 w 9651784"/>
              <a:gd name="connsiteY0" fmla="*/ 3757691 h 3757691"/>
              <a:gd name="connsiteX1" fmla="*/ 2223414 w 9651784"/>
              <a:gd name="connsiteY1" fmla="*/ 2576708 h 3757691"/>
              <a:gd name="connsiteX2" fmla="*/ 3080498 w 9651784"/>
              <a:gd name="connsiteY2" fmla="*/ 1389964 h 3757691"/>
              <a:gd name="connsiteX3" fmla="*/ 3976795 w 9651784"/>
              <a:gd name="connsiteY3" fmla="*/ 1399148 h 3757691"/>
              <a:gd name="connsiteX4" fmla="*/ 6083528 w 9651784"/>
              <a:gd name="connsiteY4" fmla="*/ 1908908 h 3757691"/>
              <a:gd name="connsiteX5" fmla="*/ 9108284 w 9651784"/>
              <a:gd name="connsiteY5" fmla="*/ 1899348 h 3757691"/>
              <a:gd name="connsiteX6" fmla="*/ 9076464 w 9651784"/>
              <a:gd name="connsiteY6" fmla="*/ 1041178 h 3757691"/>
              <a:gd name="connsiteX7" fmla="*/ 7172498 w 9651784"/>
              <a:gd name="connsiteY7" fmla="*/ 1003505 h 3757691"/>
              <a:gd name="connsiteX8" fmla="*/ 4325137 w 9651784"/>
              <a:gd name="connsiteY8" fmla="*/ 0 h 3757691"/>
              <a:gd name="connsiteX9" fmla="*/ 1734336 w 9651784"/>
              <a:gd name="connsiteY9" fmla="*/ 2560 h 3757691"/>
              <a:gd name="connsiteX10" fmla="*/ 6650 w 9651784"/>
              <a:gd name="connsiteY10" fmla="*/ 1782337 h 3757691"/>
              <a:gd name="connsiteX11" fmla="*/ 5908 w 9651784"/>
              <a:gd name="connsiteY11" fmla="*/ 3005443 h 3757691"/>
              <a:gd name="connsiteX0" fmla="*/ 2223722 w 9633196"/>
              <a:gd name="connsiteY0" fmla="*/ 3757691 h 3757691"/>
              <a:gd name="connsiteX1" fmla="*/ 2223414 w 9633196"/>
              <a:gd name="connsiteY1" fmla="*/ 2576708 h 3757691"/>
              <a:gd name="connsiteX2" fmla="*/ 3080498 w 9633196"/>
              <a:gd name="connsiteY2" fmla="*/ 1389964 h 3757691"/>
              <a:gd name="connsiteX3" fmla="*/ 3976795 w 9633196"/>
              <a:gd name="connsiteY3" fmla="*/ 1399148 h 3757691"/>
              <a:gd name="connsiteX4" fmla="*/ 6083528 w 9633196"/>
              <a:gd name="connsiteY4" fmla="*/ 1908908 h 3757691"/>
              <a:gd name="connsiteX5" fmla="*/ 9108284 w 9633196"/>
              <a:gd name="connsiteY5" fmla="*/ 1899348 h 3757691"/>
              <a:gd name="connsiteX6" fmla="*/ 9076464 w 9633196"/>
              <a:gd name="connsiteY6" fmla="*/ 1041178 h 3757691"/>
              <a:gd name="connsiteX7" fmla="*/ 7172498 w 9633196"/>
              <a:gd name="connsiteY7" fmla="*/ 1003505 h 3757691"/>
              <a:gd name="connsiteX8" fmla="*/ 4325137 w 9633196"/>
              <a:gd name="connsiteY8" fmla="*/ 0 h 3757691"/>
              <a:gd name="connsiteX9" fmla="*/ 1734336 w 9633196"/>
              <a:gd name="connsiteY9" fmla="*/ 2560 h 3757691"/>
              <a:gd name="connsiteX10" fmla="*/ 6650 w 9633196"/>
              <a:gd name="connsiteY10" fmla="*/ 1782337 h 3757691"/>
              <a:gd name="connsiteX11" fmla="*/ 5908 w 9633196"/>
              <a:gd name="connsiteY11" fmla="*/ 3005443 h 3757691"/>
              <a:gd name="connsiteX0" fmla="*/ 2223722 w 9650014"/>
              <a:gd name="connsiteY0" fmla="*/ 3757691 h 3757691"/>
              <a:gd name="connsiteX1" fmla="*/ 2223414 w 9650014"/>
              <a:gd name="connsiteY1" fmla="*/ 2576708 h 3757691"/>
              <a:gd name="connsiteX2" fmla="*/ 3080498 w 9650014"/>
              <a:gd name="connsiteY2" fmla="*/ 1389964 h 3757691"/>
              <a:gd name="connsiteX3" fmla="*/ 3976795 w 9650014"/>
              <a:gd name="connsiteY3" fmla="*/ 1399148 h 3757691"/>
              <a:gd name="connsiteX4" fmla="*/ 6083528 w 9650014"/>
              <a:gd name="connsiteY4" fmla="*/ 1908908 h 3757691"/>
              <a:gd name="connsiteX5" fmla="*/ 9108284 w 9650014"/>
              <a:gd name="connsiteY5" fmla="*/ 1899348 h 3757691"/>
              <a:gd name="connsiteX6" fmla="*/ 9076464 w 9650014"/>
              <a:gd name="connsiteY6" fmla="*/ 1041178 h 3757691"/>
              <a:gd name="connsiteX7" fmla="*/ 7172498 w 9650014"/>
              <a:gd name="connsiteY7" fmla="*/ 1003505 h 3757691"/>
              <a:gd name="connsiteX8" fmla="*/ 4325137 w 9650014"/>
              <a:gd name="connsiteY8" fmla="*/ 0 h 3757691"/>
              <a:gd name="connsiteX9" fmla="*/ 1734336 w 9650014"/>
              <a:gd name="connsiteY9" fmla="*/ 2560 h 3757691"/>
              <a:gd name="connsiteX10" fmla="*/ 6650 w 9650014"/>
              <a:gd name="connsiteY10" fmla="*/ 1782337 h 3757691"/>
              <a:gd name="connsiteX11" fmla="*/ 5908 w 9650014"/>
              <a:gd name="connsiteY11" fmla="*/ 3005443 h 3757691"/>
              <a:gd name="connsiteX0" fmla="*/ 2223722 w 9672700"/>
              <a:gd name="connsiteY0" fmla="*/ 3757691 h 3757691"/>
              <a:gd name="connsiteX1" fmla="*/ 2223414 w 9672700"/>
              <a:gd name="connsiteY1" fmla="*/ 2576708 h 3757691"/>
              <a:gd name="connsiteX2" fmla="*/ 3080498 w 9672700"/>
              <a:gd name="connsiteY2" fmla="*/ 1389964 h 3757691"/>
              <a:gd name="connsiteX3" fmla="*/ 3976795 w 9672700"/>
              <a:gd name="connsiteY3" fmla="*/ 1399148 h 3757691"/>
              <a:gd name="connsiteX4" fmla="*/ 6083528 w 9672700"/>
              <a:gd name="connsiteY4" fmla="*/ 1908908 h 3757691"/>
              <a:gd name="connsiteX5" fmla="*/ 9150557 w 9672700"/>
              <a:gd name="connsiteY5" fmla="*/ 1899348 h 3757691"/>
              <a:gd name="connsiteX6" fmla="*/ 9076464 w 9672700"/>
              <a:gd name="connsiteY6" fmla="*/ 1041178 h 3757691"/>
              <a:gd name="connsiteX7" fmla="*/ 7172498 w 9672700"/>
              <a:gd name="connsiteY7" fmla="*/ 1003505 h 3757691"/>
              <a:gd name="connsiteX8" fmla="*/ 4325137 w 9672700"/>
              <a:gd name="connsiteY8" fmla="*/ 0 h 3757691"/>
              <a:gd name="connsiteX9" fmla="*/ 1734336 w 9672700"/>
              <a:gd name="connsiteY9" fmla="*/ 2560 h 3757691"/>
              <a:gd name="connsiteX10" fmla="*/ 6650 w 9672700"/>
              <a:gd name="connsiteY10" fmla="*/ 1782337 h 3757691"/>
              <a:gd name="connsiteX11" fmla="*/ 5908 w 9672700"/>
              <a:gd name="connsiteY11" fmla="*/ 3005443 h 3757691"/>
              <a:gd name="connsiteX0" fmla="*/ 2223722 w 9650476"/>
              <a:gd name="connsiteY0" fmla="*/ 3757691 h 3757691"/>
              <a:gd name="connsiteX1" fmla="*/ 2223414 w 9650476"/>
              <a:gd name="connsiteY1" fmla="*/ 2576708 h 3757691"/>
              <a:gd name="connsiteX2" fmla="*/ 3080498 w 9650476"/>
              <a:gd name="connsiteY2" fmla="*/ 1389964 h 3757691"/>
              <a:gd name="connsiteX3" fmla="*/ 3976795 w 9650476"/>
              <a:gd name="connsiteY3" fmla="*/ 1399148 h 3757691"/>
              <a:gd name="connsiteX4" fmla="*/ 6083528 w 9650476"/>
              <a:gd name="connsiteY4" fmla="*/ 1908908 h 3757691"/>
              <a:gd name="connsiteX5" fmla="*/ 9150557 w 9650476"/>
              <a:gd name="connsiteY5" fmla="*/ 1899348 h 3757691"/>
              <a:gd name="connsiteX6" fmla="*/ 9076464 w 9650476"/>
              <a:gd name="connsiteY6" fmla="*/ 1041178 h 3757691"/>
              <a:gd name="connsiteX7" fmla="*/ 7172498 w 9650476"/>
              <a:gd name="connsiteY7" fmla="*/ 1003505 h 3757691"/>
              <a:gd name="connsiteX8" fmla="*/ 4325137 w 9650476"/>
              <a:gd name="connsiteY8" fmla="*/ 0 h 3757691"/>
              <a:gd name="connsiteX9" fmla="*/ 1734336 w 9650476"/>
              <a:gd name="connsiteY9" fmla="*/ 2560 h 3757691"/>
              <a:gd name="connsiteX10" fmla="*/ 6650 w 9650476"/>
              <a:gd name="connsiteY10" fmla="*/ 1782337 h 3757691"/>
              <a:gd name="connsiteX11" fmla="*/ 5908 w 9650476"/>
              <a:gd name="connsiteY11" fmla="*/ 3005443 h 3757691"/>
              <a:gd name="connsiteX0" fmla="*/ 2223722 w 9626783"/>
              <a:gd name="connsiteY0" fmla="*/ 3757691 h 3757691"/>
              <a:gd name="connsiteX1" fmla="*/ 2223414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23722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691 h 3757691"/>
              <a:gd name="connsiteX1" fmla="*/ 2251596 w 9626783"/>
              <a:gd name="connsiteY1" fmla="*/ 2576708 h 3757691"/>
              <a:gd name="connsiteX2" fmla="*/ 3080498 w 9626783"/>
              <a:gd name="connsiteY2" fmla="*/ 1389964 h 3757691"/>
              <a:gd name="connsiteX3" fmla="*/ 3976795 w 9626783"/>
              <a:gd name="connsiteY3" fmla="*/ 1399148 h 3757691"/>
              <a:gd name="connsiteX4" fmla="*/ 6083528 w 9626783"/>
              <a:gd name="connsiteY4" fmla="*/ 1908908 h 3757691"/>
              <a:gd name="connsiteX5" fmla="*/ 9150557 w 9626783"/>
              <a:gd name="connsiteY5" fmla="*/ 1899348 h 3757691"/>
              <a:gd name="connsiteX6" fmla="*/ 9076464 w 9626783"/>
              <a:gd name="connsiteY6" fmla="*/ 1041178 h 3757691"/>
              <a:gd name="connsiteX7" fmla="*/ 7172498 w 9626783"/>
              <a:gd name="connsiteY7" fmla="*/ 1003505 h 3757691"/>
              <a:gd name="connsiteX8" fmla="*/ 4325137 w 9626783"/>
              <a:gd name="connsiteY8" fmla="*/ 0 h 3757691"/>
              <a:gd name="connsiteX9" fmla="*/ 1734336 w 9626783"/>
              <a:gd name="connsiteY9" fmla="*/ 2560 h 3757691"/>
              <a:gd name="connsiteX10" fmla="*/ 6650 w 9626783"/>
              <a:gd name="connsiteY10" fmla="*/ 1782337 h 3757691"/>
              <a:gd name="connsiteX11" fmla="*/ 5908 w 9626783"/>
              <a:gd name="connsiteY11" fmla="*/ 3005443 h 3757691"/>
              <a:gd name="connsiteX0" fmla="*/ 2265995 w 9626783"/>
              <a:gd name="connsiteY0" fmla="*/ 3757704 h 3757704"/>
              <a:gd name="connsiteX1" fmla="*/ 2251596 w 9626783"/>
              <a:gd name="connsiteY1" fmla="*/ 2576721 h 3757704"/>
              <a:gd name="connsiteX2" fmla="*/ 3080498 w 9626783"/>
              <a:gd name="connsiteY2" fmla="*/ 1389977 h 3757704"/>
              <a:gd name="connsiteX3" fmla="*/ 3976795 w 9626783"/>
              <a:gd name="connsiteY3" fmla="*/ 1399161 h 3757704"/>
              <a:gd name="connsiteX4" fmla="*/ 6083528 w 9626783"/>
              <a:gd name="connsiteY4" fmla="*/ 1908921 h 3757704"/>
              <a:gd name="connsiteX5" fmla="*/ 9150557 w 9626783"/>
              <a:gd name="connsiteY5" fmla="*/ 1899361 h 3757704"/>
              <a:gd name="connsiteX6" fmla="*/ 9076464 w 9626783"/>
              <a:gd name="connsiteY6" fmla="*/ 1041191 h 3757704"/>
              <a:gd name="connsiteX7" fmla="*/ 7172498 w 9626783"/>
              <a:gd name="connsiteY7" fmla="*/ 1003518 h 3757704"/>
              <a:gd name="connsiteX8" fmla="*/ 4325137 w 9626783"/>
              <a:gd name="connsiteY8" fmla="*/ 13 h 3757704"/>
              <a:gd name="connsiteX9" fmla="*/ 1734336 w 9626783"/>
              <a:gd name="connsiteY9" fmla="*/ 2573 h 3757704"/>
              <a:gd name="connsiteX10" fmla="*/ 6650 w 9626783"/>
              <a:gd name="connsiteY10" fmla="*/ 1782350 h 3757704"/>
              <a:gd name="connsiteX11" fmla="*/ 5908 w 9626783"/>
              <a:gd name="connsiteY11" fmla="*/ 3005456 h 3757704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72498 w 9626783"/>
              <a:gd name="connsiteY7" fmla="*/ 1000945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72498 w 9626783"/>
              <a:gd name="connsiteY7" fmla="*/ 1000945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30225 w 9626783"/>
              <a:gd name="connsiteY7" fmla="*/ 1005642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26783"/>
              <a:gd name="connsiteY0" fmla="*/ 3755131 h 3755131"/>
              <a:gd name="connsiteX1" fmla="*/ 2251596 w 9626783"/>
              <a:gd name="connsiteY1" fmla="*/ 2574148 h 3755131"/>
              <a:gd name="connsiteX2" fmla="*/ 3080498 w 9626783"/>
              <a:gd name="connsiteY2" fmla="*/ 1387404 h 3755131"/>
              <a:gd name="connsiteX3" fmla="*/ 3976795 w 9626783"/>
              <a:gd name="connsiteY3" fmla="*/ 1396588 h 3755131"/>
              <a:gd name="connsiteX4" fmla="*/ 6083528 w 9626783"/>
              <a:gd name="connsiteY4" fmla="*/ 1906348 h 3755131"/>
              <a:gd name="connsiteX5" fmla="*/ 9150557 w 9626783"/>
              <a:gd name="connsiteY5" fmla="*/ 1896788 h 3755131"/>
              <a:gd name="connsiteX6" fmla="*/ 9076464 w 9626783"/>
              <a:gd name="connsiteY6" fmla="*/ 1038618 h 3755131"/>
              <a:gd name="connsiteX7" fmla="*/ 7130225 w 9626783"/>
              <a:gd name="connsiteY7" fmla="*/ 1005642 h 3755131"/>
              <a:gd name="connsiteX8" fmla="*/ 4376804 w 9626783"/>
              <a:gd name="connsiteY8" fmla="*/ 2137 h 3755131"/>
              <a:gd name="connsiteX9" fmla="*/ 1734336 w 9626783"/>
              <a:gd name="connsiteY9" fmla="*/ 0 h 3755131"/>
              <a:gd name="connsiteX10" fmla="*/ 6650 w 9626783"/>
              <a:gd name="connsiteY10" fmla="*/ 1779777 h 3755131"/>
              <a:gd name="connsiteX11" fmla="*/ 5908 w 9626783"/>
              <a:gd name="connsiteY11" fmla="*/ 3002883 h 3755131"/>
              <a:gd name="connsiteX0" fmla="*/ 2265995 w 9641910"/>
              <a:gd name="connsiteY0" fmla="*/ 3755131 h 3755131"/>
              <a:gd name="connsiteX1" fmla="*/ 2251596 w 9641910"/>
              <a:gd name="connsiteY1" fmla="*/ 2574148 h 3755131"/>
              <a:gd name="connsiteX2" fmla="*/ 3080498 w 9641910"/>
              <a:gd name="connsiteY2" fmla="*/ 1387404 h 3755131"/>
              <a:gd name="connsiteX3" fmla="*/ 3976795 w 9641910"/>
              <a:gd name="connsiteY3" fmla="*/ 1396588 h 3755131"/>
              <a:gd name="connsiteX4" fmla="*/ 6083528 w 9641910"/>
              <a:gd name="connsiteY4" fmla="*/ 1906348 h 3755131"/>
              <a:gd name="connsiteX5" fmla="*/ 9150557 w 9641910"/>
              <a:gd name="connsiteY5" fmla="*/ 1896788 h 3755131"/>
              <a:gd name="connsiteX6" fmla="*/ 9076464 w 9641910"/>
              <a:gd name="connsiteY6" fmla="*/ 1038618 h 3755131"/>
              <a:gd name="connsiteX7" fmla="*/ 7130225 w 9641910"/>
              <a:gd name="connsiteY7" fmla="*/ 1005642 h 3755131"/>
              <a:gd name="connsiteX8" fmla="*/ 4376804 w 9641910"/>
              <a:gd name="connsiteY8" fmla="*/ 2137 h 3755131"/>
              <a:gd name="connsiteX9" fmla="*/ 1734336 w 9641910"/>
              <a:gd name="connsiteY9" fmla="*/ 0 h 3755131"/>
              <a:gd name="connsiteX10" fmla="*/ 6650 w 9641910"/>
              <a:gd name="connsiteY10" fmla="*/ 1779777 h 3755131"/>
              <a:gd name="connsiteX11" fmla="*/ 5908 w 9641910"/>
              <a:gd name="connsiteY11" fmla="*/ 3002883 h 3755131"/>
              <a:gd name="connsiteX0" fmla="*/ 2265995 w 9654750"/>
              <a:gd name="connsiteY0" fmla="*/ 3755131 h 3755131"/>
              <a:gd name="connsiteX1" fmla="*/ 2251596 w 9654750"/>
              <a:gd name="connsiteY1" fmla="*/ 2574148 h 3755131"/>
              <a:gd name="connsiteX2" fmla="*/ 3080498 w 9654750"/>
              <a:gd name="connsiteY2" fmla="*/ 1387404 h 3755131"/>
              <a:gd name="connsiteX3" fmla="*/ 3976795 w 9654750"/>
              <a:gd name="connsiteY3" fmla="*/ 1396588 h 3755131"/>
              <a:gd name="connsiteX4" fmla="*/ 6083528 w 9654750"/>
              <a:gd name="connsiteY4" fmla="*/ 1906348 h 3755131"/>
              <a:gd name="connsiteX5" fmla="*/ 9175511 w 9654750"/>
              <a:gd name="connsiteY5" fmla="*/ 1904127 h 3755131"/>
              <a:gd name="connsiteX6" fmla="*/ 9076464 w 9654750"/>
              <a:gd name="connsiteY6" fmla="*/ 1038618 h 3755131"/>
              <a:gd name="connsiteX7" fmla="*/ 7130225 w 9654750"/>
              <a:gd name="connsiteY7" fmla="*/ 1005642 h 3755131"/>
              <a:gd name="connsiteX8" fmla="*/ 4376804 w 9654750"/>
              <a:gd name="connsiteY8" fmla="*/ 2137 h 3755131"/>
              <a:gd name="connsiteX9" fmla="*/ 1734336 w 9654750"/>
              <a:gd name="connsiteY9" fmla="*/ 0 h 3755131"/>
              <a:gd name="connsiteX10" fmla="*/ 6650 w 9654750"/>
              <a:gd name="connsiteY10" fmla="*/ 1779777 h 3755131"/>
              <a:gd name="connsiteX11" fmla="*/ 5908 w 9654750"/>
              <a:gd name="connsiteY11" fmla="*/ 3002883 h 3755131"/>
              <a:gd name="connsiteX0" fmla="*/ 2265995 w 9653986"/>
              <a:gd name="connsiteY0" fmla="*/ 3755131 h 3755131"/>
              <a:gd name="connsiteX1" fmla="*/ 2251596 w 9653986"/>
              <a:gd name="connsiteY1" fmla="*/ 2574148 h 3755131"/>
              <a:gd name="connsiteX2" fmla="*/ 3080498 w 9653986"/>
              <a:gd name="connsiteY2" fmla="*/ 1387404 h 3755131"/>
              <a:gd name="connsiteX3" fmla="*/ 3976795 w 9653986"/>
              <a:gd name="connsiteY3" fmla="*/ 1396588 h 3755131"/>
              <a:gd name="connsiteX4" fmla="*/ 6083528 w 9653986"/>
              <a:gd name="connsiteY4" fmla="*/ 1906348 h 3755131"/>
              <a:gd name="connsiteX5" fmla="*/ 9174043 w 9653986"/>
              <a:gd name="connsiteY5" fmla="*/ 1902660 h 3755131"/>
              <a:gd name="connsiteX6" fmla="*/ 9076464 w 9653986"/>
              <a:gd name="connsiteY6" fmla="*/ 1038618 h 3755131"/>
              <a:gd name="connsiteX7" fmla="*/ 7130225 w 9653986"/>
              <a:gd name="connsiteY7" fmla="*/ 1005642 h 3755131"/>
              <a:gd name="connsiteX8" fmla="*/ 4376804 w 9653986"/>
              <a:gd name="connsiteY8" fmla="*/ 2137 h 3755131"/>
              <a:gd name="connsiteX9" fmla="*/ 1734336 w 9653986"/>
              <a:gd name="connsiteY9" fmla="*/ 0 h 3755131"/>
              <a:gd name="connsiteX10" fmla="*/ 6650 w 9653986"/>
              <a:gd name="connsiteY10" fmla="*/ 1779777 h 3755131"/>
              <a:gd name="connsiteX11" fmla="*/ 5908 w 9653986"/>
              <a:gd name="connsiteY11" fmla="*/ 3002883 h 3755131"/>
              <a:gd name="connsiteX0" fmla="*/ 2265995 w 9640501"/>
              <a:gd name="connsiteY0" fmla="*/ 3755131 h 3755131"/>
              <a:gd name="connsiteX1" fmla="*/ 2251596 w 9640501"/>
              <a:gd name="connsiteY1" fmla="*/ 2574148 h 3755131"/>
              <a:gd name="connsiteX2" fmla="*/ 3080498 w 9640501"/>
              <a:gd name="connsiteY2" fmla="*/ 1387404 h 3755131"/>
              <a:gd name="connsiteX3" fmla="*/ 3976795 w 9640501"/>
              <a:gd name="connsiteY3" fmla="*/ 1396588 h 3755131"/>
              <a:gd name="connsiteX4" fmla="*/ 6083528 w 9640501"/>
              <a:gd name="connsiteY4" fmla="*/ 1906348 h 3755131"/>
              <a:gd name="connsiteX5" fmla="*/ 9174043 w 9640501"/>
              <a:gd name="connsiteY5" fmla="*/ 1902660 h 3755131"/>
              <a:gd name="connsiteX6" fmla="*/ 9076464 w 9640501"/>
              <a:gd name="connsiteY6" fmla="*/ 1038618 h 3755131"/>
              <a:gd name="connsiteX7" fmla="*/ 7130225 w 9640501"/>
              <a:gd name="connsiteY7" fmla="*/ 1005642 h 3755131"/>
              <a:gd name="connsiteX8" fmla="*/ 4376804 w 9640501"/>
              <a:gd name="connsiteY8" fmla="*/ 2137 h 3755131"/>
              <a:gd name="connsiteX9" fmla="*/ 1734336 w 9640501"/>
              <a:gd name="connsiteY9" fmla="*/ 0 h 3755131"/>
              <a:gd name="connsiteX10" fmla="*/ 6650 w 9640501"/>
              <a:gd name="connsiteY10" fmla="*/ 1779777 h 3755131"/>
              <a:gd name="connsiteX11" fmla="*/ 5908 w 9640501"/>
              <a:gd name="connsiteY11" fmla="*/ 3002883 h 3755131"/>
              <a:gd name="connsiteX0" fmla="*/ 2265995 w 9652865"/>
              <a:gd name="connsiteY0" fmla="*/ 3755131 h 3755131"/>
              <a:gd name="connsiteX1" fmla="*/ 2251596 w 9652865"/>
              <a:gd name="connsiteY1" fmla="*/ 2574148 h 3755131"/>
              <a:gd name="connsiteX2" fmla="*/ 3080498 w 9652865"/>
              <a:gd name="connsiteY2" fmla="*/ 1387404 h 3755131"/>
              <a:gd name="connsiteX3" fmla="*/ 3976795 w 9652865"/>
              <a:gd name="connsiteY3" fmla="*/ 1396588 h 3755131"/>
              <a:gd name="connsiteX4" fmla="*/ 6083528 w 9652865"/>
              <a:gd name="connsiteY4" fmla="*/ 1906348 h 3755131"/>
              <a:gd name="connsiteX5" fmla="*/ 9174043 w 9652865"/>
              <a:gd name="connsiteY5" fmla="*/ 1902660 h 3755131"/>
              <a:gd name="connsiteX6" fmla="*/ 9101416 w 9652865"/>
              <a:gd name="connsiteY6" fmla="*/ 1037150 h 3755131"/>
              <a:gd name="connsiteX7" fmla="*/ 7130225 w 9652865"/>
              <a:gd name="connsiteY7" fmla="*/ 1005642 h 3755131"/>
              <a:gd name="connsiteX8" fmla="*/ 4376804 w 9652865"/>
              <a:gd name="connsiteY8" fmla="*/ 2137 h 3755131"/>
              <a:gd name="connsiteX9" fmla="*/ 1734336 w 9652865"/>
              <a:gd name="connsiteY9" fmla="*/ 0 h 3755131"/>
              <a:gd name="connsiteX10" fmla="*/ 6650 w 9652865"/>
              <a:gd name="connsiteY10" fmla="*/ 1779777 h 3755131"/>
              <a:gd name="connsiteX11" fmla="*/ 5908 w 9652865"/>
              <a:gd name="connsiteY11" fmla="*/ 3002883 h 3755131"/>
              <a:gd name="connsiteX0" fmla="*/ 2265995 w 9641882"/>
              <a:gd name="connsiteY0" fmla="*/ 3755131 h 3755131"/>
              <a:gd name="connsiteX1" fmla="*/ 2251596 w 9641882"/>
              <a:gd name="connsiteY1" fmla="*/ 2574148 h 3755131"/>
              <a:gd name="connsiteX2" fmla="*/ 3080498 w 9641882"/>
              <a:gd name="connsiteY2" fmla="*/ 1387404 h 3755131"/>
              <a:gd name="connsiteX3" fmla="*/ 3976795 w 9641882"/>
              <a:gd name="connsiteY3" fmla="*/ 1396588 h 3755131"/>
              <a:gd name="connsiteX4" fmla="*/ 6083528 w 9641882"/>
              <a:gd name="connsiteY4" fmla="*/ 1906348 h 3755131"/>
              <a:gd name="connsiteX5" fmla="*/ 9174043 w 9641882"/>
              <a:gd name="connsiteY5" fmla="*/ 1902660 h 3755131"/>
              <a:gd name="connsiteX6" fmla="*/ 9101416 w 9641882"/>
              <a:gd name="connsiteY6" fmla="*/ 1037150 h 3755131"/>
              <a:gd name="connsiteX7" fmla="*/ 7130225 w 9641882"/>
              <a:gd name="connsiteY7" fmla="*/ 1005642 h 3755131"/>
              <a:gd name="connsiteX8" fmla="*/ 4376804 w 9641882"/>
              <a:gd name="connsiteY8" fmla="*/ 2137 h 3755131"/>
              <a:gd name="connsiteX9" fmla="*/ 1734336 w 9641882"/>
              <a:gd name="connsiteY9" fmla="*/ 0 h 3755131"/>
              <a:gd name="connsiteX10" fmla="*/ 6650 w 9641882"/>
              <a:gd name="connsiteY10" fmla="*/ 1779777 h 3755131"/>
              <a:gd name="connsiteX11" fmla="*/ 5908 w 9641882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87404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30225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87404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390340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390340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402082 h 3755131"/>
              <a:gd name="connsiteX3" fmla="*/ 3976795 w 9632103"/>
              <a:gd name="connsiteY3" fmla="*/ 1396588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80498 w 9632103"/>
              <a:gd name="connsiteY2" fmla="*/ 1402082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9030 w 9632103"/>
              <a:gd name="connsiteY2" fmla="*/ 1409421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3550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6485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10889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5995 w 9632103"/>
              <a:gd name="connsiteY0" fmla="*/ 3755131 h 3755131"/>
              <a:gd name="connsiteX1" fmla="*/ 2251596 w 9632103"/>
              <a:gd name="connsiteY1" fmla="*/ 2574148 h 3755131"/>
              <a:gd name="connsiteX2" fmla="*/ 3077562 w 9632103"/>
              <a:gd name="connsiteY2" fmla="*/ 1409422 h 3755131"/>
              <a:gd name="connsiteX3" fmla="*/ 3976795 w 9632103"/>
              <a:gd name="connsiteY3" fmla="*/ 1408331 h 3755131"/>
              <a:gd name="connsiteX4" fmla="*/ 6083528 w 9632103"/>
              <a:gd name="connsiteY4" fmla="*/ 1906348 h 3755131"/>
              <a:gd name="connsiteX5" fmla="*/ 9174043 w 9632103"/>
              <a:gd name="connsiteY5" fmla="*/ 1902660 h 3755131"/>
              <a:gd name="connsiteX6" fmla="*/ 9101416 w 9632103"/>
              <a:gd name="connsiteY6" fmla="*/ 1037150 h 3755131"/>
              <a:gd name="connsiteX7" fmla="*/ 7149307 w 9632103"/>
              <a:gd name="connsiteY7" fmla="*/ 1005642 h 3755131"/>
              <a:gd name="connsiteX8" fmla="*/ 4376804 w 9632103"/>
              <a:gd name="connsiteY8" fmla="*/ 2137 h 3755131"/>
              <a:gd name="connsiteX9" fmla="*/ 1734336 w 9632103"/>
              <a:gd name="connsiteY9" fmla="*/ 0 h 3755131"/>
              <a:gd name="connsiteX10" fmla="*/ 6650 w 9632103"/>
              <a:gd name="connsiteY10" fmla="*/ 1779777 h 3755131"/>
              <a:gd name="connsiteX11" fmla="*/ 5908 w 9632103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5131 h 3755131"/>
              <a:gd name="connsiteX1" fmla="*/ 2250292 w 9630799"/>
              <a:gd name="connsiteY1" fmla="*/ 2574148 h 3755131"/>
              <a:gd name="connsiteX2" fmla="*/ 3076258 w 9630799"/>
              <a:gd name="connsiteY2" fmla="*/ 1409422 h 3755131"/>
              <a:gd name="connsiteX3" fmla="*/ 3975491 w 9630799"/>
              <a:gd name="connsiteY3" fmla="*/ 1408331 h 3755131"/>
              <a:gd name="connsiteX4" fmla="*/ 6082224 w 9630799"/>
              <a:gd name="connsiteY4" fmla="*/ 1906348 h 3755131"/>
              <a:gd name="connsiteX5" fmla="*/ 9172739 w 9630799"/>
              <a:gd name="connsiteY5" fmla="*/ 1902660 h 3755131"/>
              <a:gd name="connsiteX6" fmla="*/ 9100112 w 9630799"/>
              <a:gd name="connsiteY6" fmla="*/ 1037150 h 3755131"/>
              <a:gd name="connsiteX7" fmla="*/ 7148003 w 9630799"/>
              <a:gd name="connsiteY7" fmla="*/ 1005642 h 3755131"/>
              <a:gd name="connsiteX8" fmla="*/ 4375500 w 9630799"/>
              <a:gd name="connsiteY8" fmla="*/ 2137 h 3755131"/>
              <a:gd name="connsiteX9" fmla="*/ 1733032 w 9630799"/>
              <a:gd name="connsiteY9" fmla="*/ 0 h 3755131"/>
              <a:gd name="connsiteX10" fmla="*/ 5346 w 9630799"/>
              <a:gd name="connsiteY10" fmla="*/ 1779777 h 3755131"/>
              <a:gd name="connsiteX11" fmla="*/ 10475 w 9630799"/>
              <a:gd name="connsiteY11" fmla="*/ 3002883 h 3755131"/>
              <a:gd name="connsiteX0" fmla="*/ 2264691 w 9630799"/>
              <a:gd name="connsiteY0" fmla="*/ 3757088 h 3757088"/>
              <a:gd name="connsiteX1" fmla="*/ 2250292 w 9630799"/>
              <a:gd name="connsiteY1" fmla="*/ 2576105 h 3757088"/>
              <a:gd name="connsiteX2" fmla="*/ 3076258 w 9630799"/>
              <a:gd name="connsiteY2" fmla="*/ 1411379 h 3757088"/>
              <a:gd name="connsiteX3" fmla="*/ 3975491 w 9630799"/>
              <a:gd name="connsiteY3" fmla="*/ 1410288 h 3757088"/>
              <a:gd name="connsiteX4" fmla="*/ 6082224 w 9630799"/>
              <a:gd name="connsiteY4" fmla="*/ 1908305 h 3757088"/>
              <a:gd name="connsiteX5" fmla="*/ 9172739 w 9630799"/>
              <a:gd name="connsiteY5" fmla="*/ 1904617 h 3757088"/>
              <a:gd name="connsiteX6" fmla="*/ 9100112 w 9630799"/>
              <a:gd name="connsiteY6" fmla="*/ 1039107 h 3757088"/>
              <a:gd name="connsiteX7" fmla="*/ 7148003 w 9630799"/>
              <a:gd name="connsiteY7" fmla="*/ 1007599 h 3757088"/>
              <a:gd name="connsiteX8" fmla="*/ 4375500 w 9630799"/>
              <a:gd name="connsiteY8" fmla="*/ 4094 h 3757088"/>
              <a:gd name="connsiteX9" fmla="*/ 1736947 w 9630799"/>
              <a:gd name="connsiteY9" fmla="*/ 0 h 3757088"/>
              <a:gd name="connsiteX10" fmla="*/ 5346 w 9630799"/>
              <a:gd name="connsiteY10" fmla="*/ 1781734 h 3757088"/>
              <a:gd name="connsiteX11" fmla="*/ 10475 w 9630799"/>
              <a:gd name="connsiteY11" fmla="*/ 3004840 h 3757088"/>
              <a:gd name="connsiteX0" fmla="*/ 2264691 w 9630799"/>
              <a:gd name="connsiteY0" fmla="*/ 3761002 h 3761002"/>
              <a:gd name="connsiteX1" fmla="*/ 2250292 w 9630799"/>
              <a:gd name="connsiteY1" fmla="*/ 2580019 h 3761002"/>
              <a:gd name="connsiteX2" fmla="*/ 3076258 w 9630799"/>
              <a:gd name="connsiteY2" fmla="*/ 1415293 h 3761002"/>
              <a:gd name="connsiteX3" fmla="*/ 3975491 w 9630799"/>
              <a:gd name="connsiteY3" fmla="*/ 1414202 h 3761002"/>
              <a:gd name="connsiteX4" fmla="*/ 6082224 w 9630799"/>
              <a:gd name="connsiteY4" fmla="*/ 1912219 h 3761002"/>
              <a:gd name="connsiteX5" fmla="*/ 9172739 w 9630799"/>
              <a:gd name="connsiteY5" fmla="*/ 1908531 h 3761002"/>
              <a:gd name="connsiteX6" fmla="*/ 9100112 w 9630799"/>
              <a:gd name="connsiteY6" fmla="*/ 1043021 h 3761002"/>
              <a:gd name="connsiteX7" fmla="*/ 7148003 w 9630799"/>
              <a:gd name="connsiteY7" fmla="*/ 1011513 h 3761002"/>
              <a:gd name="connsiteX8" fmla="*/ 4375500 w 9630799"/>
              <a:gd name="connsiteY8" fmla="*/ 8008 h 3761002"/>
              <a:gd name="connsiteX9" fmla="*/ 1736947 w 9630799"/>
              <a:gd name="connsiteY9" fmla="*/ 0 h 3761002"/>
              <a:gd name="connsiteX10" fmla="*/ 5346 w 9630799"/>
              <a:gd name="connsiteY10" fmla="*/ 1785648 h 3761002"/>
              <a:gd name="connsiteX11" fmla="*/ 10475 w 9630799"/>
              <a:gd name="connsiteY11" fmla="*/ 3008754 h 3761002"/>
              <a:gd name="connsiteX0" fmla="*/ 2264691 w 9630799"/>
              <a:gd name="connsiteY0" fmla="*/ 3764749 h 3764749"/>
              <a:gd name="connsiteX1" fmla="*/ 2250292 w 9630799"/>
              <a:gd name="connsiteY1" fmla="*/ 2583766 h 3764749"/>
              <a:gd name="connsiteX2" fmla="*/ 3076258 w 9630799"/>
              <a:gd name="connsiteY2" fmla="*/ 1419040 h 3764749"/>
              <a:gd name="connsiteX3" fmla="*/ 3975491 w 9630799"/>
              <a:gd name="connsiteY3" fmla="*/ 1417949 h 3764749"/>
              <a:gd name="connsiteX4" fmla="*/ 6082224 w 9630799"/>
              <a:gd name="connsiteY4" fmla="*/ 1915966 h 3764749"/>
              <a:gd name="connsiteX5" fmla="*/ 9172739 w 9630799"/>
              <a:gd name="connsiteY5" fmla="*/ 1912278 h 3764749"/>
              <a:gd name="connsiteX6" fmla="*/ 9100112 w 9630799"/>
              <a:gd name="connsiteY6" fmla="*/ 1046768 h 3764749"/>
              <a:gd name="connsiteX7" fmla="*/ 7148003 w 9630799"/>
              <a:gd name="connsiteY7" fmla="*/ 1015260 h 3764749"/>
              <a:gd name="connsiteX8" fmla="*/ 4375501 w 9630799"/>
              <a:gd name="connsiteY8" fmla="*/ 13 h 3764749"/>
              <a:gd name="connsiteX9" fmla="*/ 1736947 w 9630799"/>
              <a:gd name="connsiteY9" fmla="*/ 3747 h 3764749"/>
              <a:gd name="connsiteX10" fmla="*/ 5346 w 9630799"/>
              <a:gd name="connsiteY10" fmla="*/ 1789395 h 3764749"/>
              <a:gd name="connsiteX11" fmla="*/ 10475 w 9630799"/>
              <a:gd name="connsiteY11" fmla="*/ 3012501 h 3764749"/>
              <a:gd name="connsiteX0" fmla="*/ 2264691 w 9630799"/>
              <a:gd name="connsiteY0" fmla="*/ 3762794 h 3762794"/>
              <a:gd name="connsiteX1" fmla="*/ 2250292 w 9630799"/>
              <a:gd name="connsiteY1" fmla="*/ 2581811 h 3762794"/>
              <a:gd name="connsiteX2" fmla="*/ 3076258 w 9630799"/>
              <a:gd name="connsiteY2" fmla="*/ 1417085 h 3762794"/>
              <a:gd name="connsiteX3" fmla="*/ 3975491 w 9630799"/>
              <a:gd name="connsiteY3" fmla="*/ 1415994 h 3762794"/>
              <a:gd name="connsiteX4" fmla="*/ 6082224 w 9630799"/>
              <a:gd name="connsiteY4" fmla="*/ 1914011 h 3762794"/>
              <a:gd name="connsiteX5" fmla="*/ 9172739 w 9630799"/>
              <a:gd name="connsiteY5" fmla="*/ 1910323 h 3762794"/>
              <a:gd name="connsiteX6" fmla="*/ 9100112 w 9630799"/>
              <a:gd name="connsiteY6" fmla="*/ 1044813 h 3762794"/>
              <a:gd name="connsiteX7" fmla="*/ 7148003 w 9630799"/>
              <a:gd name="connsiteY7" fmla="*/ 1013305 h 3762794"/>
              <a:gd name="connsiteX8" fmla="*/ 4342231 w 9630799"/>
              <a:gd name="connsiteY8" fmla="*/ 14 h 3762794"/>
              <a:gd name="connsiteX9" fmla="*/ 1736947 w 9630799"/>
              <a:gd name="connsiteY9" fmla="*/ 1792 h 3762794"/>
              <a:gd name="connsiteX10" fmla="*/ 5346 w 9630799"/>
              <a:gd name="connsiteY10" fmla="*/ 1787440 h 3762794"/>
              <a:gd name="connsiteX11" fmla="*/ 10475 w 9630799"/>
              <a:gd name="connsiteY11" fmla="*/ 3010546 h 3762794"/>
              <a:gd name="connsiteX0" fmla="*/ 2264691 w 9630799"/>
              <a:gd name="connsiteY0" fmla="*/ 3772577 h 3772577"/>
              <a:gd name="connsiteX1" fmla="*/ 2250292 w 9630799"/>
              <a:gd name="connsiteY1" fmla="*/ 2591594 h 3772577"/>
              <a:gd name="connsiteX2" fmla="*/ 3076258 w 9630799"/>
              <a:gd name="connsiteY2" fmla="*/ 1426868 h 3772577"/>
              <a:gd name="connsiteX3" fmla="*/ 3975491 w 9630799"/>
              <a:gd name="connsiteY3" fmla="*/ 1425777 h 3772577"/>
              <a:gd name="connsiteX4" fmla="*/ 6082224 w 9630799"/>
              <a:gd name="connsiteY4" fmla="*/ 1923794 h 3772577"/>
              <a:gd name="connsiteX5" fmla="*/ 9172739 w 9630799"/>
              <a:gd name="connsiteY5" fmla="*/ 1920106 h 3772577"/>
              <a:gd name="connsiteX6" fmla="*/ 9100112 w 9630799"/>
              <a:gd name="connsiteY6" fmla="*/ 1054596 h 3772577"/>
              <a:gd name="connsiteX7" fmla="*/ 7148003 w 9630799"/>
              <a:gd name="connsiteY7" fmla="*/ 1023088 h 3772577"/>
              <a:gd name="connsiteX8" fmla="*/ 4340274 w 9630799"/>
              <a:gd name="connsiteY8" fmla="*/ 12 h 3772577"/>
              <a:gd name="connsiteX9" fmla="*/ 1736947 w 9630799"/>
              <a:gd name="connsiteY9" fmla="*/ 11575 h 3772577"/>
              <a:gd name="connsiteX10" fmla="*/ 5346 w 9630799"/>
              <a:gd name="connsiteY10" fmla="*/ 1797223 h 3772577"/>
              <a:gd name="connsiteX11" fmla="*/ 10475 w 9630799"/>
              <a:gd name="connsiteY11" fmla="*/ 3020329 h 3772577"/>
              <a:gd name="connsiteX0" fmla="*/ 2264691 w 9622830"/>
              <a:gd name="connsiteY0" fmla="*/ 3772577 h 3772577"/>
              <a:gd name="connsiteX1" fmla="*/ 2250292 w 9622830"/>
              <a:gd name="connsiteY1" fmla="*/ 2591594 h 3772577"/>
              <a:gd name="connsiteX2" fmla="*/ 3076258 w 9622830"/>
              <a:gd name="connsiteY2" fmla="*/ 1426868 h 3772577"/>
              <a:gd name="connsiteX3" fmla="*/ 3975491 w 9622830"/>
              <a:gd name="connsiteY3" fmla="*/ 1425777 h 3772577"/>
              <a:gd name="connsiteX4" fmla="*/ 6082224 w 9622830"/>
              <a:gd name="connsiteY4" fmla="*/ 1923794 h 3772577"/>
              <a:gd name="connsiteX5" fmla="*/ 9157082 w 9622830"/>
              <a:gd name="connsiteY5" fmla="*/ 1920106 h 3772577"/>
              <a:gd name="connsiteX6" fmla="*/ 9100112 w 9622830"/>
              <a:gd name="connsiteY6" fmla="*/ 1054596 h 3772577"/>
              <a:gd name="connsiteX7" fmla="*/ 7148003 w 9622830"/>
              <a:gd name="connsiteY7" fmla="*/ 1023088 h 3772577"/>
              <a:gd name="connsiteX8" fmla="*/ 4340274 w 9622830"/>
              <a:gd name="connsiteY8" fmla="*/ 12 h 3772577"/>
              <a:gd name="connsiteX9" fmla="*/ 1736947 w 9622830"/>
              <a:gd name="connsiteY9" fmla="*/ 11575 h 3772577"/>
              <a:gd name="connsiteX10" fmla="*/ 5346 w 9622830"/>
              <a:gd name="connsiteY10" fmla="*/ 1797223 h 3772577"/>
              <a:gd name="connsiteX11" fmla="*/ 10475 w 9622830"/>
              <a:gd name="connsiteY11" fmla="*/ 3020329 h 3772577"/>
              <a:gd name="connsiteX0" fmla="*/ 2264691 w 9608531"/>
              <a:gd name="connsiteY0" fmla="*/ 3772577 h 3772577"/>
              <a:gd name="connsiteX1" fmla="*/ 2250292 w 9608531"/>
              <a:gd name="connsiteY1" fmla="*/ 2591594 h 3772577"/>
              <a:gd name="connsiteX2" fmla="*/ 3076258 w 9608531"/>
              <a:gd name="connsiteY2" fmla="*/ 1426868 h 3772577"/>
              <a:gd name="connsiteX3" fmla="*/ 3975491 w 9608531"/>
              <a:gd name="connsiteY3" fmla="*/ 1425777 h 3772577"/>
              <a:gd name="connsiteX4" fmla="*/ 6082224 w 9608531"/>
              <a:gd name="connsiteY4" fmla="*/ 1923794 h 3772577"/>
              <a:gd name="connsiteX5" fmla="*/ 9157082 w 9608531"/>
              <a:gd name="connsiteY5" fmla="*/ 1920106 h 3772577"/>
              <a:gd name="connsiteX6" fmla="*/ 9070756 w 9608531"/>
              <a:gd name="connsiteY6" fmla="*/ 1054596 h 3772577"/>
              <a:gd name="connsiteX7" fmla="*/ 7148003 w 9608531"/>
              <a:gd name="connsiteY7" fmla="*/ 1023088 h 3772577"/>
              <a:gd name="connsiteX8" fmla="*/ 4340274 w 9608531"/>
              <a:gd name="connsiteY8" fmla="*/ 12 h 3772577"/>
              <a:gd name="connsiteX9" fmla="*/ 1736947 w 9608531"/>
              <a:gd name="connsiteY9" fmla="*/ 11575 h 3772577"/>
              <a:gd name="connsiteX10" fmla="*/ 5346 w 9608531"/>
              <a:gd name="connsiteY10" fmla="*/ 1797223 h 3772577"/>
              <a:gd name="connsiteX11" fmla="*/ 10475 w 9608531"/>
              <a:gd name="connsiteY11" fmla="*/ 3020329 h 3772577"/>
              <a:gd name="connsiteX0" fmla="*/ 2264691 w 9616096"/>
              <a:gd name="connsiteY0" fmla="*/ 3772577 h 3772577"/>
              <a:gd name="connsiteX1" fmla="*/ 2250292 w 9616096"/>
              <a:gd name="connsiteY1" fmla="*/ 2591594 h 3772577"/>
              <a:gd name="connsiteX2" fmla="*/ 3076258 w 9616096"/>
              <a:gd name="connsiteY2" fmla="*/ 1426868 h 3772577"/>
              <a:gd name="connsiteX3" fmla="*/ 3975491 w 9616096"/>
              <a:gd name="connsiteY3" fmla="*/ 1425777 h 3772577"/>
              <a:gd name="connsiteX4" fmla="*/ 6082224 w 9616096"/>
              <a:gd name="connsiteY4" fmla="*/ 1923794 h 3772577"/>
              <a:gd name="connsiteX5" fmla="*/ 9157082 w 9616096"/>
              <a:gd name="connsiteY5" fmla="*/ 1920106 h 3772577"/>
              <a:gd name="connsiteX6" fmla="*/ 9086413 w 9616096"/>
              <a:gd name="connsiteY6" fmla="*/ 1054596 h 3772577"/>
              <a:gd name="connsiteX7" fmla="*/ 7148003 w 9616096"/>
              <a:gd name="connsiteY7" fmla="*/ 1023088 h 3772577"/>
              <a:gd name="connsiteX8" fmla="*/ 4340274 w 9616096"/>
              <a:gd name="connsiteY8" fmla="*/ 12 h 3772577"/>
              <a:gd name="connsiteX9" fmla="*/ 1736947 w 9616096"/>
              <a:gd name="connsiteY9" fmla="*/ 11575 h 3772577"/>
              <a:gd name="connsiteX10" fmla="*/ 5346 w 9616096"/>
              <a:gd name="connsiteY10" fmla="*/ 1797223 h 3772577"/>
              <a:gd name="connsiteX11" fmla="*/ 10475 w 96160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082224 w 9612296"/>
              <a:gd name="connsiteY4" fmla="*/ 1923794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37022 w 9612296"/>
              <a:gd name="connsiteY4" fmla="*/ 1931622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76258 w 9612296"/>
              <a:gd name="connsiteY2" fmla="*/ 1426868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75491 w 9612296"/>
              <a:gd name="connsiteY3" fmla="*/ 1425777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30000 h 3772577"/>
              <a:gd name="connsiteX3" fmla="*/ 3953096 w 9612296"/>
              <a:gd name="connsiteY3" fmla="*/ 1851306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3953096 w 9612296"/>
              <a:gd name="connsiteY3" fmla="*/ 1851306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3953096 w 9612296"/>
              <a:gd name="connsiteY3" fmla="*/ 1851306 h 3772577"/>
              <a:gd name="connsiteX4" fmla="*/ 6121366 w 9612296"/>
              <a:gd name="connsiteY4" fmla="*/ 1935536 h 3772577"/>
              <a:gd name="connsiteX5" fmla="*/ 9157082 w 9612296"/>
              <a:gd name="connsiteY5" fmla="*/ 1920106 h 3772577"/>
              <a:gd name="connsiteX6" fmla="*/ 9078584 w 9612296"/>
              <a:gd name="connsiteY6" fmla="*/ 1054596 h 3772577"/>
              <a:gd name="connsiteX7" fmla="*/ 7148003 w 9612296"/>
              <a:gd name="connsiteY7" fmla="*/ 1023088 h 3772577"/>
              <a:gd name="connsiteX8" fmla="*/ 4340274 w 9612296"/>
              <a:gd name="connsiteY8" fmla="*/ 12 h 3772577"/>
              <a:gd name="connsiteX9" fmla="*/ 1736947 w 9612296"/>
              <a:gd name="connsiteY9" fmla="*/ 11575 h 3772577"/>
              <a:gd name="connsiteX10" fmla="*/ 5346 w 9612296"/>
              <a:gd name="connsiteY10" fmla="*/ 1797223 h 3772577"/>
              <a:gd name="connsiteX11" fmla="*/ 10475 w 9612296"/>
              <a:gd name="connsiteY11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2664 w 9612296"/>
              <a:gd name="connsiteY2" fmla="*/ 1880392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612296"/>
              <a:gd name="connsiteY0" fmla="*/ 3772577 h 3772577"/>
              <a:gd name="connsiteX1" fmla="*/ 2250292 w 9612296"/>
              <a:gd name="connsiteY1" fmla="*/ 2591594 h 3772577"/>
              <a:gd name="connsiteX2" fmla="*/ 3048262 w 9612296"/>
              <a:gd name="connsiteY2" fmla="*/ 1919585 h 3772577"/>
              <a:gd name="connsiteX3" fmla="*/ 6121366 w 9612296"/>
              <a:gd name="connsiteY3" fmla="*/ 1935536 h 3772577"/>
              <a:gd name="connsiteX4" fmla="*/ 9157082 w 9612296"/>
              <a:gd name="connsiteY4" fmla="*/ 1920106 h 3772577"/>
              <a:gd name="connsiteX5" fmla="*/ 9078584 w 9612296"/>
              <a:gd name="connsiteY5" fmla="*/ 1054596 h 3772577"/>
              <a:gd name="connsiteX6" fmla="*/ 7148003 w 9612296"/>
              <a:gd name="connsiteY6" fmla="*/ 1023088 h 3772577"/>
              <a:gd name="connsiteX7" fmla="*/ 4340274 w 9612296"/>
              <a:gd name="connsiteY7" fmla="*/ 12 h 3772577"/>
              <a:gd name="connsiteX8" fmla="*/ 1736947 w 9612296"/>
              <a:gd name="connsiteY8" fmla="*/ 11575 h 3772577"/>
              <a:gd name="connsiteX9" fmla="*/ 5346 w 9612296"/>
              <a:gd name="connsiteY9" fmla="*/ 1797223 h 3772577"/>
              <a:gd name="connsiteX10" fmla="*/ 10475 w 9612296"/>
              <a:gd name="connsiteY10" fmla="*/ 3020329 h 3772577"/>
              <a:gd name="connsiteX0" fmla="*/ 2264691 w 9594445"/>
              <a:gd name="connsiteY0" fmla="*/ 3772577 h 3772577"/>
              <a:gd name="connsiteX1" fmla="*/ 2250292 w 9594445"/>
              <a:gd name="connsiteY1" fmla="*/ 2591594 h 3772577"/>
              <a:gd name="connsiteX2" fmla="*/ 3048262 w 9594445"/>
              <a:gd name="connsiteY2" fmla="*/ 1919585 h 3772577"/>
              <a:gd name="connsiteX3" fmla="*/ 6121366 w 9594445"/>
              <a:gd name="connsiteY3" fmla="*/ 1935536 h 3772577"/>
              <a:gd name="connsiteX4" fmla="*/ 9157082 w 9594445"/>
              <a:gd name="connsiteY4" fmla="*/ 1920106 h 3772577"/>
              <a:gd name="connsiteX5" fmla="*/ 9078584 w 9594445"/>
              <a:gd name="connsiteY5" fmla="*/ 1054596 h 3772577"/>
              <a:gd name="connsiteX6" fmla="*/ 7148003 w 9594445"/>
              <a:gd name="connsiteY6" fmla="*/ 1023088 h 3772577"/>
              <a:gd name="connsiteX7" fmla="*/ 4340274 w 9594445"/>
              <a:gd name="connsiteY7" fmla="*/ 12 h 3772577"/>
              <a:gd name="connsiteX8" fmla="*/ 1736947 w 9594445"/>
              <a:gd name="connsiteY8" fmla="*/ 11575 h 3772577"/>
              <a:gd name="connsiteX9" fmla="*/ 5346 w 9594445"/>
              <a:gd name="connsiteY9" fmla="*/ 1797223 h 3772577"/>
              <a:gd name="connsiteX10" fmla="*/ 10475 w 9594445"/>
              <a:gd name="connsiteY10" fmla="*/ 3020329 h 3772577"/>
              <a:gd name="connsiteX0" fmla="*/ 2264691 w 9598879"/>
              <a:gd name="connsiteY0" fmla="*/ 3772577 h 3772577"/>
              <a:gd name="connsiteX1" fmla="*/ 2250292 w 9598879"/>
              <a:gd name="connsiteY1" fmla="*/ 2591594 h 3772577"/>
              <a:gd name="connsiteX2" fmla="*/ 3048262 w 9598879"/>
              <a:gd name="connsiteY2" fmla="*/ 1919585 h 3772577"/>
              <a:gd name="connsiteX3" fmla="*/ 6121366 w 9598879"/>
              <a:gd name="connsiteY3" fmla="*/ 1935536 h 3772577"/>
              <a:gd name="connsiteX4" fmla="*/ 9157082 w 9598879"/>
              <a:gd name="connsiteY4" fmla="*/ 1920106 h 3772577"/>
              <a:gd name="connsiteX5" fmla="*/ 9078584 w 9598879"/>
              <a:gd name="connsiteY5" fmla="*/ 1054596 h 3772577"/>
              <a:gd name="connsiteX6" fmla="*/ 7148003 w 9598879"/>
              <a:gd name="connsiteY6" fmla="*/ 1023088 h 3772577"/>
              <a:gd name="connsiteX7" fmla="*/ 4340274 w 9598879"/>
              <a:gd name="connsiteY7" fmla="*/ 12 h 3772577"/>
              <a:gd name="connsiteX8" fmla="*/ 1736947 w 9598879"/>
              <a:gd name="connsiteY8" fmla="*/ 11575 h 3772577"/>
              <a:gd name="connsiteX9" fmla="*/ 5346 w 9598879"/>
              <a:gd name="connsiteY9" fmla="*/ 1797223 h 3772577"/>
              <a:gd name="connsiteX10" fmla="*/ 10475 w 9598879"/>
              <a:gd name="connsiteY10" fmla="*/ 3020329 h 3772577"/>
              <a:gd name="connsiteX0" fmla="*/ 2264691 w 9567355"/>
              <a:gd name="connsiteY0" fmla="*/ 3772577 h 3772577"/>
              <a:gd name="connsiteX1" fmla="*/ 2250292 w 9567355"/>
              <a:gd name="connsiteY1" fmla="*/ 2591594 h 3772577"/>
              <a:gd name="connsiteX2" fmla="*/ 3048262 w 9567355"/>
              <a:gd name="connsiteY2" fmla="*/ 1919585 h 3772577"/>
              <a:gd name="connsiteX3" fmla="*/ 6121366 w 9567355"/>
              <a:gd name="connsiteY3" fmla="*/ 1935536 h 3772577"/>
              <a:gd name="connsiteX4" fmla="*/ 9092499 w 9567355"/>
              <a:gd name="connsiteY4" fmla="*/ 1931849 h 3772577"/>
              <a:gd name="connsiteX5" fmla="*/ 9078584 w 9567355"/>
              <a:gd name="connsiteY5" fmla="*/ 1054596 h 3772577"/>
              <a:gd name="connsiteX6" fmla="*/ 7148003 w 9567355"/>
              <a:gd name="connsiteY6" fmla="*/ 1023088 h 3772577"/>
              <a:gd name="connsiteX7" fmla="*/ 4340274 w 9567355"/>
              <a:gd name="connsiteY7" fmla="*/ 12 h 3772577"/>
              <a:gd name="connsiteX8" fmla="*/ 1736947 w 9567355"/>
              <a:gd name="connsiteY8" fmla="*/ 11575 h 3772577"/>
              <a:gd name="connsiteX9" fmla="*/ 5346 w 9567355"/>
              <a:gd name="connsiteY9" fmla="*/ 1797223 h 3772577"/>
              <a:gd name="connsiteX10" fmla="*/ 10475 w 9567355"/>
              <a:gd name="connsiteY10" fmla="*/ 3020329 h 3772577"/>
              <a:gd name="connsiteX0" fmla="*/ 2264691 w 9603978"/>
              <a:gd name="connsiteY0" fmla="*/ 3772577 h 3772577"/>
              <a:gd name="connsiteX1" fmla="*/ 2250292 w 9603978"/>
              <a:gd name="connsiteY1" fmla="*/ 2591594 h 3772577"/>
              <a:gd name="connsiteX2" fmla="*/ 3048262 w 9603978"/>
              <a:gd name="connsiteY2" fmla="*/ 1919585 h 3772577"/>
              <a:gd name="connsiteX3" fmla="*/ 6121366 w 9603978"/>
              <a:gd name="connsiteY3" fmla="*/ 1935536 h 3772577"/>
              <a:gd name="connsiteX4" fmla="*/ 9092499 w 9603978"/>
              <a:gd name="connsiteY4" fmla="*/ 1931849 h 3772577"/>
              <a:gd name="connsiteX5" fmla="*/ 9078584 w 9603978"/>
              <a:gd name="connsiteY5" fmla="*/ 1054596 h 3772577"/>
              <a:gd name="connsiteX6" fmla="*/ 7148003 w 9603978"/>
              <a:gd name="connsiteY6" fmla="*/ 1023088 h 3772577"/>
              <a:gd name="connsiteX7" fmla="*/ 4340274 w 9603978"/>
              <a:gd name="connsiteY7" fmla="*/ 12 h 3772577"/>
              <a:gd name="connsiteX8" fmla="*/ 1736947 w 9603978"/>
              <a:gd name="connsiteY8" fmla="*/ 11575 h 3772577"/>
              <a:gd name="connsiteX9" fmla="*/ 5346 w 9603978"/>
              <a:gd name="connsiteY9" fmla="*/ 1797223 h 3772577"/>
              <a:gd name="connsiteX10" fmla="*/ 10475 w 9603978"/>
              <a:gd name="connsiteY10" fmla="*/ 3020329 h 3772577"/>
              <a:gd name="connsiteX0" fmla="*/ 2264691 w 9612804"/>
              <a:gd name="connsiteY0" fmla="*/ 3772577 h 3772577"/>
              <a:gd name="connsiteX1" fmla="*/ 2250292 w 9612804"/>
              <a:gd name="connsiteY1" fmla="*/ 2591594 h 3772577"/>
              <a:gd name="connsiteX2" fmla="*/ 3048262 w 9612804"/>
              <a:gd name="connsiteY2" fmla="*/ 1919585 h 3772577"/>
              <a:gd name="connsiteX3" fmla="*/ 6121366 w 9612804"/>
              <a:gd name="connsiteY3" fmla="*/ 1935536 h 3772577"/>
              <a:gd name="connsiteX4" fmla="*/ 9092499 w 9612804"/>
              <a:gd name="connsiteY4" fmla="*/ 1931849 h 3772577"/>
              <a:gd name="connsiteX5" fmla="*/ 9078584 w 9612804"/>
              <a:gd name="connsiteY5" fmla="*/ 1054596 h 3772577"/>
              <a:gd name="connsiteX6" fmla="*/ 7148003 w 9612804"/>
              <a:gd name="connsiteY6" fmla="*/ 1023088 h 3772577"/>
              <a:gd name="connsiteX7" fmla="*/ 4340274 w 9612804"/>
              <a:gd name="connsiteY7" fmla="*/ 12 h 3772577"/>
              <a:gd name="connsiteX8" fmla="*/ 1736947 w 9612804"/>
              <a:gd name="connsiteY8" fmla="*/ 11575 h 3772577"/>
              <a:gd name="connsiteX9" fmla="*/ 5346 w 9612804"/>
              <a:gd name="connsiteY9" fmla="*/ 1797223 h 3772577"/>
              <a:gd name="connsiteX10" fmla="*/ 10475 w 9612804"/>
              <a:gd name="connsiteY10" fmla="*/ 3020329 h 377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612804" h="3772577">
                <a:moveTo>
                  <a:pt x="2264691" y="3772577"/>
                </a:moveTo>
                <a:cubicBezTo>
                  <a:pt x="2263784" y="3506482"/>
                  <a:pt x="2251955" y="3188494"/>
                  <a:pt x="2250292" y="2591594"/>
                </a:cubicBezTo>
                <a:cubicBezTo>
                  <a:pt x="2244532" y="2088034"/>
                  <a:pt x="2390890" y="1938042"/>
                  <a:pt x="3048262" y="1919585"/>
                </a:cubicBezTo>
                <a:lnTo>
                  <a:pt x="6121366" y="1935536"/>
                </a:lnTo>
                <a:lnTo>
                  <a:pt x="9092499" y="1931849"/>
                </a:lnTo>
                <a:cubicBezTo>
                  <a:pt x="9790512" y="1962733"/>
                  <a:pt x="9786548" y="1047153"/>
                  <a:pt x="9078584" y="1054596"/>
                </a:cubicBezTo>
                <a:cubicBezTo>
                  <a:pt x="8710550" y="1046395"/>
                  <a:pt x="7966851" y="1052116"/>
                  <a:pt x="7148003" y="1023088"/>
                </a:cubicBezTo>
                <a:cubicBezTo>
                  <a:pt x="6011575" y="979567"/>
                  <a:pt x="5306784" y="-4121"/>
                  <a:pt x="4340274" y="12"/>
                </a:cubicBezTo>
                <a:lnTo>
                  <a:pt x="1736947" y="11575"/>
                </a:lnTo>
                <a:cubicBezTo>
                  <a:pt x="410779" y="67880"/>
                  <a:pt x="2248" y="1246550"/>
                  <a:pt x="5346" y="1797223"/>
                </a:cubicBezTo>
                <a:cubicBezTo>
                  <a:pt x="-9169" y="2339089"/>
                  <a:pt x="10475" y="3020329"/>
                  <a:pt x="10475" y="3020329"/>
                </a:cubicBezTo>
              </a:path>
            </a:pathLst>
          </a:custGeom>
          <a:gradFill flip="none" rotWithShape="1">
            <a:gsLst>
              <a:gs pos="73000">
                <a:schemeClr val="bg2">
                  <a:lumMod val="75000"/>
                </a:schemeClr>
              </a:gs>
              <a:gs pos="22000">
                <a:schemeClr val="bg2">
                  <a:lumMod val="50000"/>
                </a:schemeClr>
              </a:gs>
              <a:gs pos="40000">
                <a:schemeClr val="bg2">
                  <a:lumMod val="25000"/>
                </a:schemeClr>
              </a:gs>
              <a:gs pos="100000">
                <a:schemeClr val="bg2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6" name="Flussdiagramm: Daten 15">
            <a:extLst>
              <a:ext uri="{FF2B5EF4-FFF2-40B4-BE49-F238E27FC236}">
                <a16:creationId xmlns:a16="http://schemas.microsoft.com/office/drawing/2014/main" id="{95D7773E-08B0-2C82-B13E-335E6EC4E1B1}"/>
              </a:ext>
            </a:extLst>
          </p:cNvPr>
          <p:cNvSpPr/>
          <p:nvPr/>
        </p:nvSpPr>
        <p:spPr>
          <a:xfrm rot="762231" flipV="1">
            <a:off x="-303320" y="2893455"/>
            <a:ext cx="3194541" cy="347742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291"/>
              <a:gd name="connsiteY0" fmla="*/ 11568 h 11568"/>
              <a:gd name="connsiteX1" fmla="*/ 2291 w 10291"/>
              <a:gd name="connsiteY1" fmla="*/ 0 h 11568"/>
              <a:gd name="connsiteX2" fmla="*/ 10291 w 10291"/>
              <a:gd name="connsiteY2" fmla="*/ 0 h 11568"/>
              <a:gd name="connsiteX3" fmla="*/ 8291 w 10291"/>
              <a:gd name="connsiteY3" fmla="*/ 10000 h 11568"/>
              <a:gd name="connsiteX4" fmla="*/ 0 w 10291"/>
              <a:gd name="connsiteY4" fmla="*/ 11568 h 11568"/>
              <a:gd name="connsiteX0" fmla="*/ 0 w 10556"/>
              <a:gd name="connsiteY0" fmla="*/ 12769 h 12769"/>
              <a:gd name="connsiteX1" fmla="*/ 2556 w 10556"/>
              <a:gd name="connsiteY1" fmla="*/ 0 h 12769"/>
              <a:gd name="connsiteX2" fmla="*/ 10556 w 10556"/>
              <a:gd name="connsiteY2" fmla="*/ 0 h 12769"/>
              <a:gd name="connsiteX3" fmla="*/ 8556 w 10556"/>
              <a:gd name="connsiteY3" fmla="*/ 10000 h 12769"/>
              <a:gd name="connsiteX4" fmla="*/ 0 w 10556"/>
              <a:gd name="connsiteY4" fmla="*/ 12769 h 12769"/>
              <a:gd name="connsiteX0" fmla="*/ 0 w 10839"/>
              <a:gd name="connsiteY0" fmla="*/ 13945 h 13945"/>
              <a:gd name="connsiteX1" fmla="*/ 2839 w 10839"/>
              <a:gd name="connsiteY1" fmla="*/ 0 h 13945"/>
              <a:gd name="connsiteX2" fmla="*/ 10839 w 10839"/>
              <a:gd name="connsiteY2" fmla="*/ 0 h 13945"/>
              <a:gd name="connsiteX3" fmla="*/ 8839 w 10839"/>
              <a:gd name="connsiteY3" fmla="*/ 10000 h 13945"/>
              <a:gd name="connsiteX4" fmla="*/ 0 w 10839"/>
              <a:gd name="connsiteY4" fmla="*/ 13945 h 13945"/>
              <a:gd name="connsiteX0" fmla="*/ 0 w 10917"/>
              <a:gd name="connsiteY0" fmla="*/ 14566 h 14566"/>
              <a:gd name="connsiteX1" fmla="*/ 2917 w 10917"/>
              <a:gd name="connsiteY1" fmla="*/ 0 h 14566"/>
              <a:gd name="connsiteX2" fmla="*/ 10917 w 10917"/>
              <a:gd name="connsiteY2" fmla="*/ 0 h 14566"/>
              <a:gd name="connsiteX3" fmla="*/ 8917 w 10917"/>
              <a:gd name="connsiteY3" fmla="*/ 10000 h 14566"/>
              <a:gd name="connsiteX4" fmla="*/ 0 w 10917"/>
              <a:gd name="connsiteY4" fmla="*/ 14566 h 14566"/>
              <a:gd name="connsiteX0" fmla="*/ 0 w 11104"/>
              <a:gd name="connsiteY0" fmla="*/ 15146 h 15146"/>
              <a:gd name="connsiteX1" fmla="*/ 3104 w 11104"/>
              <a:gd name="connsiteY1" fmla="*/ 0 h 15146"/>
              <a:gd name="connsiteX2" fmla="*/ 11104 w 11104"/>
              <a:gd name="connsiteY2" fmla="*/ 0 h 15146"/>
              <a:gd name="connsiteX3" fmla="*/ 9104 w 11104"/>
              <a:gd name="connsiteY3" fmla="*/ 10000 h 15146"/>
              <a:gd name="connsiteX4" fmla="*/ 0 w 11104"/>
              <a:gd name="connsiteY4" fmla="*/ 15146 h 15146"/>
              <a:gd name="connsiteX0" fmla="*/ 0 w 10259"/>
              <a:gd name="connsiteY0" fmla="*/ 11415 h 11415"/>
              <a:gd name="connsiteX1" fmla="*/ 2259 w 10259"/>
              <a:gd name="connsiteY1" fmla="*/ 0 h 11415"/>
              <a:gd name="connsiteX2" fmla="*/ 10259 w 10259"/>
              <a:gd name="connsiteY2" fmla="*/ 0 h 11415"/>
              <a:gd name="connsiteX3" fmla="*/ 8259 w 10259"/>
              <a:gd name="connsiteY3" fmla="*/ 10000 h 11415"/>
              <a:gd name="connsiteX4" fmla="*/ 0 w 10259"/>
              <a:gd name="connsiteY4" fmla="*/ 11415 h 11415"/>
              <a:gd name="connsiteX0" fmla="*/ 0 w 9896"/>
              <a:gd name="connsiteY0" fmla="*/ 10038 h 10038"/>
              <a:gd name="connsiteX1" fmla="*/ 1896 w 9896"/>
              <a:gd name="connsiteY1" fmla="*/ 0 h 10038"/>
              <a:gd name="connsiteX2" fmla="*/ 9896 w 9896"/>
              <a:gd name="connsiteY2" fmla="*/ 0 h 10038"/>
              <a:gd name="connsiteX3" fmla="*/ 7896 w 9896"/>
              <a:gd name="connsiteY3" fmla="*/ 10000 h 10038"/>
              <a:gd name="connsiteX4" fmla="*/ 0 w 9896"/>
              <a:gd name="connsiteY4" fmla="*/ 10038 h 10038"/>
              <a:gd name="connsiteX0" fmla="*/ 0 w 10452"/>
              <a:gd name="connsiteY0" fmla="*/ 11323 h 11323"/>
              <a:gd name="connsiteX1" fmla="*/ 2368 w 10452"/>
              <a:gd name="connsiteY1" fmla="*/ 0 h 11323"/>
              <a:gd name="connsiteX2" fmla="*/ 10452 w 10452"/>
              <a:gd name="connsiteY2" fmla="*/ 0 h 11323"/>
              <a:gd name="connsiteX3" fmla="*/ 8431 w 10452"/>
              <a:gd name="connsiteY3" fmla="*/ 9962 h 11323"/>
              <a:gd name="connsiteX4" fmla="*/ 0 w 10452"/>
              <a:gd name="connsiteY4" fmla="*/ 11323 h 11323"/>
              <a:gd name="connsiteX0" fmla="*/ 0 w 10900"/>
              <a:gd name="connsiteY0" fmla="*/ 12864 h 12864"/>
              <a:gd name="connsiteX1" fmla="*/ 2816 w 10900"/>
              <a:gd name="connsiteY1" fmla="*/ 0 h 12864"/>
              <a:gd name="connsiteX2" fmla="*/ 10900 w 10900"/>
              <a:gd name="connsiteY2" fmla="*/ 0 h 12864"/>
              <a:gd name="connsiteX3" fmla="*/ 8879 w 10900"/>
              <a:gd name="connsiteY3" fmla="*/ 9962 h 12864"/>
              <a:gd name="connsiteX4" fmla="*/ 0 w 10900"/>
              <a:gd name="connsiteY4" fmla="*/ 12864 h 12864"/>
              <a:gd name="connsiteX0" fmla="*/ 0 w 10886"/>
              <a:gd name="connsiteY0" fmla="*/ 13275 h 13275"/>
              <a:gd name="connsiteX1" fmla="*/ 2802 w 10886"/>
              <a:gd name="connsiteY1" fmla="*/ 0 h 13275"/>
              <a:gd name="connsiteX2" fmla="*/ 10886 w 10886"/>
              <a:gd name="connsiteY2" fmla="*/ 0 h 13275"/>
              <a:gd name="connsiteX3" fmla="*/ 8865 w 10886"/>
              <a:gd name="connsiteY3" fmla="*/ 9962 h 13275"/>
              <a:gd name="connsiteX4" fmla="*/ 0 w 10886"/>
              <a:gd name="connsiteY4" fmla="*/ 13275 h 1327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877 w 10898"/>
              <a:gd name="connsiteY3" fmla="*/ 9962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4 w 10898"/>
              <a:gd name="connsiteY3" fmla="*/ 963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55 w 10898"/>
              <a:gd name="connsiteY3" fmla="*/ 940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85 w 10898"/>
              <a:gd name="connsiteY3" fmla="*/ 905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80 w 10898"/>
              <a:gd name="connsiteY3" fmla="*/ 919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1 w 10898"/>
              <a:gd name="connsiteY3" fmla="*/ 9317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8976 w 10898"/>
              <a:gd name="connsiteY3" fmla="*/ 9373 h 13815"/>
              <a:gd name="connsiteX4" fmla="*/ 0 w 10898"/>
              <a:gd name="connsiteY4" fmla="*/ 13815 h 13815"/>
              <a:gd name="connsiteX0" fmla="*/ 0 w 10898"/>
              <a:gd name="connsiteY0" fmla="*/ 13815 h 13815"/>
              <a:gd name="connsiteX1" fmla="*/ 2814 w 10898"/>
              <a:gd name="connsiteY1" fmla="*/ 0 h 13815"/>
              <a:gd name="connsiteX2" fmla="*/ 10898 w 10898"/>
              <a:gd name="connsiteY2" fmla="*/ 0 h 13815"/>
              <a:gd name="connsiteX3" fmla="*/ 9003 w 10898"/>
              <a:gd name="connsiteY3" fmla="*/ 9398 h 13815"/>
              <a:gd name="connsiteX4" fmla="*/ 0 w 10898"/>
              <a:gd name="connsiteY4" fmla="*/ 13815 h 1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98" h="13815">
                <a:moveTo>
                  <a:pt x="0" y="13815"/>
                </a:moveTo>
                <a:lnTo>
                  <a:pt x="2814" y="0"/>
                </a:lnTo>
                <a:lnTo>
                  <a:pt x="10898" y="0"/>
                </a:lnTo>
                <a:lnTo>
                  <a:pt x="9003" y="9398"/>
                </a:lnTo>
                <a:lnTo>
                  <a:pt x="0" y="13815"/>
                </a:lnTo>
                <a:close/>
              </a:path>
            </a:pathLst>
          </a:custGeom>
          <a:gradFill flip="none" rotWithShape="1">
            <a:gsLst>
              <a:gs pos="27000">
                <a:srgbClr val="D4D4D4">
                  <a:alpha val="20000"/>
                </a:srgbClr>
              </a:gs>
              <a:gs pos="18000">
                <a:srgbClr val="CAD1D4">
                  <a:alpha val="1961"/>
                </a:srgbClr>
              </a:gs>
              <a:gs pos="39000">
                <a:srgbClr val="C0C0C0">
                  <a:alpha val="76000"/>
                  <a:lumMod val="80000"/>
                </a:srgbClr>
              </a:gs>
              <a:gs pos="0">
                <a:schemeClr val="bg1">
                  <a:lumMod val="85000"/>
                  <a:alpha val="0"/>
                </a:schemeClr>
              </a:gs>
              <a:gs pos="55000">
                <a:srgbClr val="939393"/>
              </a:gs>
              <a:gs pos="44000">
                <a:schemeClr val="bg2">
                  <a:lumMod val="61000"/>
                </a:schemeClr>
              </a:gs>
              <a:gs pos="82000">
                <a:schemeClr val="tx1">
                  <a:lumMod val="75000"/>
                  <a:lumOff val="25000"/>
                </a:schemeClr>
              </a:gs>
            </a:gsLst>
            <a:lin ang="63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861A0AE8-BE3B-FF99-5ADD-ABD9BB848483}"/>
              </a:ext>
            </a:extLst>
          </p:cNvPr>
          <p:cNvSpPr/>
          <p:nvPr/>
        </p:nvSpPr>
        <p:spPr>
          <a:xfrm>
            <a:off x="119336" y="347277"/>
            <a:ext cx="10264003" cy="3973772"/>
          </a:xfrm>
          <a:custGeom>
            <a:avLst/>
            <a:gdLst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13" fmla="*/ 461848 w 10092827"/>
              <a:gd name="connsiteY13" fmla="*/ 5958411 h 6154354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0" fmla="*/ 2014876 w 10092827"/>
              <a:gd name="connsiteY0" fmla="*/ 6096296 h 6800240"/>
              <a:gd name="connsiteX1" fmla="*/ 1985848 w 10092827"/>
              <a:gd name="connsiteY1" fmla="*/ 2866868 h 6800240"/>
              <a:gd name="connsiteX2" fmla="*/ 2820419 w 10092827"/>
              <a:gd name="connsiteY2" fmla="*/ 1495268 h 6800240"/>
              <a:gd name="connsiteX3" fmla="*/ 4511334 w 10092827"/>
              <a:gd name="connsiteY3" fmla="*/ 1161439 h 6800240"/>
              <a:gd name="connsiteX4" fmla="*/ 6006305 w 10092827"/>
              <a:gd name="connsiteY4" fmla="*/ 1821839 h 6800240"/>
              <a:gd name="connsiteX5" fmla="*/ 9888876 w 10092827"/>
              <a:gd name="connsiteY5" fmla="*/ 1858125 h 6800240"/>
              <a:gd name="connsiteX6" fmla="*/ 9228476 w 10092827"/>
              <a:gd name="connsiteY6" fmla="*/ 689725 h 6800240"/>
              <a:gd name="connsiteX7" fmla="*/ 6485276 w 10092827"/>
              <a:gd name="connsiteY7" fmla="*/ 646182 h 6800240"/>
              <a:gd name="connsiteX8" fmla="*/ 4649219 w 10092827"/>
              <a:gd name="connsiteY8" fmla="*/ 116411 h 6800240"/>
              <a:gd name="connsiteX9" fmla="*/ 1492362 w 10092827"/>
              <a:gd name="connsiteY9" fmla="*/ 159954 h 6800240"/>
              <a:gd name="connsiteX10" fmla="*/ 157048 w 10092827"/>
              <a:gd name="connsiteY10" fmla="*/ 1792811 h 6800240"/>
              <a:gd name="connsiteX11" fmla="*/ 26419 w 10092827"/>
              <a:gd name="connsiteY11" fmla="*/ 6154354 h 6800240"/>
              <a:gd name="connsiteX12" fmla="*/ 831962 w 10092827"/>
              <a:gd name="connsiteY12" fmla="*/ 6800240 h 6800240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0" fmla="*/ 1908035 w 9985986"/>
              <a:gd name="connsiteY0" fmla="*/ 6096296 h 6219669"/>
              <a:gd name="connsiteX1" fmla="*/ 1879007 w 9985986"/>
              <a:gd name="connsiteY1" fmla="*/ 2866868 h 6219669"/>
              <a:gd name="connsiteX2" fmla="*/ 2713578 w 9985986"/>
              <a:gd name="connsiteY2" fmla="*/ 1495268 h 6219669"/>
              <a:gd name="connsiteX3" fmla="*/ 4404493 w 9985986"/>
              <a:gd name="connsiteY3" fmla="*/ 1161439 h 6219669"/>
              <a:gd name="connsiteX4" fmla="*/ 5899464 w 9985986"/>
              <a:gd name="connsiteY4" fmla="*/ 1821839 h 6219669"/>
              <a:gd name="connsiteX5" fmla="*/ 9782035 w 9985986"/>
              <a:gd name="connsiteY5" fmla="*/ 1858125 h 6219669"/>
              <a:gd name="connsiteX6" fmla="*/ 9121635 w 9985986"/>
              <a:gd name="connsiteY6" fmla="*/ 689725 h 6219669"/>
              <a:gd name="connsiteX7" fmla="*/ 6378435 w 9985986"/>
              <a:gd name="connsiteY7" fmla="*/ 646182 h 6219669"/>
              <a:gd name="connsiteX8" fmla="*/ 4542378 w 9985986"/>
              <a:gd name="connsiteY8" fmla="*/ 116411 h 6219669"/>
              <a:gd name="connsiteX9" fmla="*/ 1385521 w 9985986"/>
              <a:gd name="connsiteY9" fmla="*/ 159954 h 6219669"/>
              <a:gd name="connsiteX10" fmla="*/ 50207 w 9985986"/>
              <a:gd name="connsiteY10" fmla="*/ 1792811 h 6219669"/>
              <a:gd name="connsiteX11" fmla="*/ 260663 w 9985986"/>
              <a:gd name="connsiteY11" fmla="*/ 6219669 h 6219669"/>
              <a:gd name="connsiteX0" fmla="*/ 1793893 w 9871844"/>
              <a:gd name="connsiteY0" fmla="*/ 6111104 h 6234477"/>
              <a:gd name="connsiteX1" fmla="*/ 1764865 w 9871844"/>
              <a:gd name="connsiteY1" fmla="*/ 2881676 h 6234477"/>
              <a:gd name="connsiteX2" fmla="*/ 2599436 w 9871844"/>
              <a:gd name="connsiteY2" fmla="*/ 1510076 h 6234477"/>
              <a:gd name="connsiteX3" fmla="*/ 4290351 w 9871844"/>
              <a:gd name="connsiteY3" fmla="*/ 1176247 h 6234477"/>
              <a:gd name="connsiteX4" fmla="*/ 5785322 w 9871844"/>
              <a:gd name="connsiteY4" fmla="*/ 1836647 h 6234477"/>
              <a:gd name="connsiteX5" fmla="*/ 9667893 w 9871844"/>
              <a:gd name="connsiteY5" fmla="*/ 1872933 h 6234477"/>
              <a:gd name="connsiteX6" fmla="*/ 9007493 w 9871844"/>
              <a:gd name="connsiteY6" fmla="*/ 704533 h 6234477"/>
              <a:gd name="connsiteX7" fmla="*/ 6264293 w 9871844"/>
              <a:gd name="connsiteY7" fmla="*/ 660990 h 6234477"/>
              <a:gd name="connsiteX8" fmla="*/ 4428236 w 9871844"/>
              <a:gd name="connsiteY8" fmla="*/ 131219 h 6234477"/>
              <a:gd name="connsiteX9" fmla="*/ 1271379 w 9871844"/>
              <a:gd name="connsiteY9" fmla="*/ 174762 h 6234477"/>
              <a:gd name="connsiteX10" fmla="*/ 66694 w 9871844"/>
              <a:gd name="connsiteY10" fmla="*/ 2018076 h 6234477"/>
              <a:gd name="connsiteX11" fmla="*/ 146521 w 9871844"/>
              <a:gd name="connsiteY11" fmla="*/ 6234477 h 6234477"/>
              <a:gd name="connsiteX0" fmla="*/ 1809514 w 9887465"/>
              <a:gd name="connsiteY0" fmla="*/ 6111104 h 6365105"/>
              <a:gd name="connsiteX1" fmla="*/ 1780486 w 9887465"/>
              <a:gd name="connsiteY1" fmla="*/ 2881676 h 6365105"/>
              <a:gd name="connsiteX2" fmla="*/ 2615057 w 9887465"/>
              <a:gd name="connsiteY2" fmla="*/ 1510076 h 6365105"/>
              <a:gd name="connsiteX3" fmla="*/ 4305972 w 9887465"/>
              <a:gd name="connsiteY3" fmla="*/ 1176247 h 6365105"/>
              <a:gd name="connsiteX4" fmla="*/ 5800943 w 9887465"/>
              <a:gd name="connsiteY4" fmla="*/ 1836647 h 6365105"/>
              <a:gd name="connsiteX5" fmla="*/ 9683514 w 9887465"/>
              <a:gd name="connsiteY5" fmla="*/ 1872933 h 6365105"/>
              <a:gd name="connsiteX6" fmla="*/ 9023114 w 9887465"/>
              <a:gd name="connsiteY6" fmla="*/ 704533 h 6365105"/>
              <a:gd name="connsiteX7" fmla="*/ 6279914 w 9887465"/>
              <a:gd name="connsiteY7" fmla="*/ 660990 h 6365105"/>
              <a:gd name="connsiteX8" fmla="*/ 4443857 w 9887465"/>
              <a:gd name="connsiteY8" fmla="*/ 131219 h 6365105"/>
              <a:gd name="connsiteX9" fmla="*/ 1287000 w 9887465"/>
              <a:gd name="connsiteY9" fmla="*/ 174762 h 6365105"/>
              <a:gd name="connsiteX10" fmla="*/ 82315 w 9887465"/>
              <a:gd name="connsiteY10" fmla="*/ 2018076 h 6365105"/>
              <a:gd name="connsiteX11" fmla="*/ 104084 w 9887465"/>
              <a:gd name="connsiteY11" fmla="*/ 6365105 h 6365105"/>
              <a:gd name="connsiteX0" fmla="*/ 1809514 w 9887465"/>
              <a:gd name="connsiteY0" fmla="*/ 6111104 h 6372362"/>
              <a:gd name="connsiteX1" fmla="*/ 1780486 w 9887465"/>
              <a:gd name="connsiteY1" fmla="*/ 2881676 h 6372362"/>
              <a:gd name="connsiteX2" fmla="*/ 2615057 w 9887465"/>
              <a:gd name="connsiteY2" fmla="*/ 1510076 h 6372362"/>
              <a:gd name="connsiteX3" fmla="*/ 4305972 w 9887465"/>
              <a:gd name="connsiteY3" fmla="*/ 1176247 h 6372362"/>
              <a:gd name="connsiteX4" fmla="*/ 5800943 w 9887465"/>
              <a:gd name="connsiteY4" fmla="*/ 1836647 h 6372362"/>
              <a:gd name="connsiteX5" fmla="*/ 9683514 w 9887465"/>
              <a:gd name="connsiteY5" fmla="*/ 1872933 h 6372362"/>
              <a:gd name="connsiteX6" fmla="*/ 9023114 w 9887465"/>
              <a:gd name="connsiteY6" fmla="*/ 704533 h 6372362"/>
              <a:gd name="connsiteX7" fmla="*/ 6279914 w 9887465"/>
              <a:gd name="connsiteY7" fmla="*/ 660990 h 6372362"/>
              <a:gd name="connsiteX8" fmla="*/ 4443857 w 9887465"/>
              <a:gd name="connsiteY8" fmla="*/ 131219 h 6372362"/>
              <a:gd name="connsiteX9" fmla="*/ 1287000 w 9887465"/>
              <a:gd name="connsiteY9" fmla="*/ 174762 h 6372362"/>
              <a:gd name="connsiteX10" fmla="*/ 82315 w 9887465"/>
              <a:gd name="connsiteY10" fmla="*/ 2018076 h 6372362"/>
              <a:gd name="connsiteX11" fmla="*/ 104084 w 9887465"/>
              <a:gd name="connsiteY11" fmla="*/ 6372362 h 6372362"/>
              <a:gd name="connsiteX0" fmla="*/ 1809514 w 9887465"/>
              <a:gd name="connsiteY0" fmla="*/ 6111104 h 6379619"/>
              <a:gd name="connsiteX1" fmla="*/ 1780486 w 9887465"/>
              <a:gd name="connsiteY1" fmla="*/ 2881676 h 6379619"/>
              <a:gd name="connsiteX2" fmla="*/ 2615057 w 9887465"/>
              <a:gd name="connsiteY2" fmla="*/ 1510076 h 6379619"/>
              <a:gd name="connsiteX3" fmla="*/ 4305972 w 9887465"/>
              <a:gd name="connsiteY3" fmla="*/ 1176247 h 6379619"/>
              <a:gd name="connsiteX4" fmla="*/ 5800943 w 9887465"/>
              <a:gd name="connsiteY4" fmla="*/ 1836647 h 6379619"/>
              <a:gd name="connsiteX5" fmla="*/ 9683514 w 9887465"/>
              <a:gd name="connsiteY5" fmla="*/ 1872933 h 6379619"/>
              <a:gd name="connsiteX6" fmla="*/ 9023114 w 9887465"/>
              <a:gd name="connsiteY6" fmla="*/ 704533 h 6379619"/>
              <a:gd name="connsiteX7" fmla="*/ 6279914 w 9887465"/>
              <a:gd name="connsiteY7" fmla="*/ 660990 h 6379619"/>
              <a:gd name="connsiteX8" fmla="*/ 4443857 w 9887465"/>
              <a:gd name="connsiteY8" fmla="*/ 131219 h 6379619"/>
              <a:gd name="connsiteX9" fmla="*/ 1287000 w 9887465"/>
              <a:gd name="connsiteY9" fmla="*/ 174762 h 6379619"/>
              <a:gd name="connsiteX10" fmla="*/ 82315 w 9887465"/>
              <a:gd name="connsiteY10" fmla="*/ 2018076 h 6379619"/>
              <a:gd name="connsiteX11" fmla="*/ 104084 w 9887465"/>
              <a:gd name="connsiteY11" fmla="*/ 6379619 h 6379619"/>
              <a:gd name="connsiteX0" fmla="*/ 1733763 w 9811714"/>
              <a:gd name="connsiteY0" fmla="*/ 6111104 h 6379619"/>
              <a:gd name="connsiteX1" fmla="*/ 1704735 w 9811714"/>
              <a:gd name="connsiteY1" fmla="*/ 2881676 h 6379619"/>
              <a:gd name="connsiteX2" fmla="*/ 2539306 w 9811714"/>
              <a:gd name="connsiteY2" fmla="*/ 1510076 h 6379619"/>
              <a:gd name="connsiteX3" fmla="*/ 4230221 w 9811714"/>
              <a:gd name="connsiteY3" fmla="*/ 1176247 h 6379619"/>
              <a:gd name="connsiteX4" fmla="*/ 5725192 w 9811714"/>
              <a:gd name="connsiteY4" fmla="*/ 1836647 h 6379619"/>
              <a:gd name="connsiteX5" fmla="*/ 9607763 w 9811714"/>
              <a:gd name="connsiteY5" fmla="*/ 1872933 h 6379619"/>
              <a:gd name="connsiteX6" fmla="*/ 8947363 w 9811714"/>
              <a:gd name="connsiteY6" fmla="*/ 704533 h 6379619"/>
              <a:gd name="connsiteX7" fmla="*/ 6204163 w 9811714"/>
              <a:gd name="connsiteY7" fmla="*/ 660990 h 6379619"/>
              <a:gd name="connsiteX8" fmla="*/ 4368106 w 9811714"/>
              <a:gd name="connsiteY8" fmla="*/ 131219 h 6379619"/>
              <a:gd name="connsiteX9" fmla="*/ 1211249 w 9811714"/>
              <a:gd name="connsiteY9" fmla="*/ 174762 h 6379619"/>
              <a:gd name="connsiteX10" fmla="*/ 6564 w 9811714"/>
              <a:gd name="connsiteY10" fmla="*/ 2018076 h 6379619"/>
              <a:gd name="connsiteX11" fmla="*/ 28333 w 9811714"/>
              <a:gd name="connsiteY11" fmla="*/ 6379619 h 6379619"/>
              <a:gd name="connsiteX0" fmla="*/ 1807347 w 9885298"/>
              <a:gd name="connsiteY0" fmla="*/ 6111104 h 6394133"/>
              <a:gd name="connsiteX1" fmla="*/ 1778319 w 9885298"/>
              <a:gd name="connsiteY1" fmla="*/ 2881676 h 6394133"/>
              <a:gd name="connsiteX2" fmla="*/ 2612890 w 9885298"/>
              <a:gd name="connsiteY2" fmla="*/ 1510076 h 6394133"/>
              <a:gd name="connsiteX3" fmla="*/ 4303805 w 9885298"/>
              <a:gd name="connsiteY3" fmla="*/ 1176247 h 6394133"/>
              <a:gd name="connsiteX4" fmla="*/ 5798776 w 9885298"/>
              <a:gd name="connsiteY4" fmla="*/ 1836647 h 6394133"/>
              <a:gd name="connsiteX5" fmla="*/ 9681347 w 9885298"/>
              <a:gd name="connsiteY5" fmla="*/ 1872933 h 6394133"/>
              <a:gd name="connsiteX6" fmla="*/ 9020947 w 9885298"/>
              <a:gd name="connsiteY6" fmla="*/ 704533 h 6394133"/>
              <a:gd name="connsiteX7" fmla="*/ 6277747 w 9885298"/>
              <a:gd name="connsiteY7" fmla="*/ 660990 h 6394133"/>
              <a:gd name="connsiteX8" fmla="*/ 4441690 w 9885298"/>
              <a:gd name="connsiteY8" fmla="*/ 131219 h 6394133"/>
              <a:gd name="connsiteX9" fmla="*/ 1284833 w 9885298"/>
              <a:gd name="connsiteY9" fmla="*/ 174762 h 6394133"/>
              <a:gd name="connsiteX10" fmla="*/ 80148 w 9885298"/>
              <a:gd name="connsiteY10" fmla="*/ 2018076 h 6394133"/>
              <a:gd name="connsiteX11" fmla="*/ 109174 w 9885298"/>
              <a:gd name="connsiteY11" fmla="*/ 6394133 h 6394133"/>
              <a:gd name="connsiteX0" fmla="*/ 1727280 w 9805231"/>
              <a:gd name="connsiteY0" fmla="*/ 6111104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13052"/>
              <a:gd name="connsiteY0" fmla="*/ 6379618 h 6394133"/>
              <a:gd name="connsiteX1" fmla="*/ 1458767 w 9813052"/>
              <a:gd name="connsiteY1" fmla="*/ 2867162 h 6394133"/>
              <a:gd name="connsiteX2" fmla="*/ 2032080 w 9813052"/>
              <a:gd name="connsiteY2" fmla="*/ 1669733 h 6394133"/>
              <a:gd name="connsiteX3" fmla="*/ 3599624 w 9813052"/>
              <a:gd name="connsiteY3" fmla="*/ 1502819 h 6394133"/>
              <a:gd name="connsiteX4" fmla="*/ 5609852 w 9813052"/>
              <a:gd name="connsiteY4" fmla="*/ 2344647 h 6394133"/>
              <a:gd name="connsiteX5" fmla="*/ 9601280 w 9813052"/>
              <a:gd name="connsiteY5" fmla="*/ 1872933 h 6394133"/>
              <a:gd name="connsiteX6" fmla="*/ 8940880 w 9813052"/>
              <a:gd name="connsiteY6" fmla="*/ 704533 h 6394133"/>
              <a:gd name="connsiteX7" fmla="*/ 6197680 w 9813052"/>
              <a:gd name="connsiteY7" fmla="*/ 660990 h 6394133"/>
              <a:gd name="connsiteX8" fmla="*/ 4361623 w 9813052"/>
              <a:gd name="connsiteY8" fmla="*/ 131219 h 6394133"/>
              <a:gd name="connsiteX9" fmla="*/ 1204766 w 9813052"/>
              <a:gd name="connsiteY9" fmla="*/ 174762 h 6394133"/>
              <a:gd name="connsiteX10" fmla="*/ 81 w 9813052"/>
              <a:gd name="connsiteY10" fmla="*/ 2018076 h 6394133"/>
              <a:gd name="connsiteX11" fmla="*/ 29107 w 9813052"/>
              <a:gd name="connsiteY11" fmla="*/ 6394133 h 6394133"/>
              <a:gd name="connsiteX0" fmla="*/ 1466022 w 9806904"/>
              <a:gd name="connsiteY0" fmla="*/ 6379618 h 6394133"/>
              <a:gd name="connsiteX1" fmla="*/ 1458767 w 9806904"/>
              <a:gd name="connsiteY1" fmla="*/ 2867162 h 6394133"/>
              <a:gd name="connsiteX2" fmla="*/ 2032080 w 9806904"/>
              <a:gd name="connsiteY2" fmla="*/ 1669733 h 6394133"/>
              <a:gd name="connsiteX3" fmla="*/ 3599624 w 9806904"/>
              <a:gd name="connsiteY3" fmla="*/ 1502819 h 6394133"/>
              <a:gd name="connsiteX4" fmla="*/ 5609852 w 9806904"/>
              <a:gd name="connsiteY4" fmla="*/ 2344647 h 6394133"/>
              <a:gd name="connsiteX5" fmla="*/ 9594023 w 9806904"/>
              <a:gd name="connsiteY5" fmla="*/ 2221275 h 6394133"/>
              <a:gd name="connsiteX6" fmla="*/ 8940880 w 9806904"/>
              <a:gd name="connsiteY6" fmla="*/ 704533 h 6394133"/>
              <a:gd name="connsiteX7" fmla="*/ 6197680 w 9806904"/>
              <a:gd name="connsiteY7" fmla="*/ 660990 h 6394133"/>
              <a:gd name="connsiteX8" fmla="*/ 4361623 w 9806904"/>
              <a:gd name="connsiteY8" fmla="*/ 131219 h 6394133"/>
              <a:gd name="connsiteX9" fmla="*/ 1204766 w 9806904"/>
              <a:gd name="connsiteY9" fmla="*/ 174762 h 6394133"/>
              <a:gd name="connsiteX10" fmla="*/ 81 w 9806904"/>
              <a:gd name="connsiteY10" fmla="*/ 2018076 h 6394133"/>
              <a:gd name="connsiteX11" fmla="*/ 29107 w 9806904"/>
              <a:gd name="connsiteY11" fmla="*/ 6394133 h 6394133"/>
              <a:gd name="connsiteX0" fmla="*/ 1466022 w 9892049"/>
              <a:gd name="connsiteY0" fmla="*/ 6379618 h 6394133"/>
              <a:gd name="connsiteX1" fmla="*/ 1458767 w 9892049"/>
              <a:gd name="connsiteY1" fmla="*/ 2867162 h 6394133"/>
              <a:gd name="connsiteX2" fmla="*/ 2032080 w 9892049"/>
              <a:gd name="connsiteY2" fmla="*/ 1669733 h 6394133"/>
              <a:gd name="connsiteX3" fmla="*/ 3599624 w 9892049"/>
              <a:gd name="connsiteY3" fmla="*/ 1502819 h 6394133"/>
              <a:gd name="connsiteX4" fmla="*/ 5609852 w 9892049"/>
              <a:gd name="connsiteY4" fmla="*/ 2344647 h 6394133"/>
              <a:gd name="connsiteX5" fmla="*/ 9594023 w 9892049"/>
              <a:gd name="connsiteY5" fmla="*/ 2221275 h 6394133"/>
              <a:gd name="connsiteX6" fmla="*/ 8940880 w 9892049"/>
              <a:gd name="connsiteY6" fmla="*/ 704533 h 6394133"/>
              <a:gd name="connsiteX7" fmla="*/ 6197680 w 9892049"/>
              <a:gd name="connsiteY7" fmla="*/ 660990 h 6394133"/>
              <a:gd name="connsiteX8" fmla="*/ 4361623 w 9892049"/>
              <a:gd name="connsiteY8" fmla="*/ 131219 h 6394133"/>
              <a:gd name="connsiteX9" fmla="*/ 1204766 w 9892049"/>
              <a:gd name="connsiteY9" fmla="*/ 174762 h 6394133"/>
              <a:gd name="connsiteX10" fmla="*/ 81 w 9892049"/>
              <a:gd name="connsiteY10" fmla="*/ 2018076 h 6394133"/>
              <a:gd name="connsiteX11" fmla="*/ 29107 w 9892049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758649"/>
              <a:gd name="connsiteY0" fmla="*/ 6379618 h 6394133"/>
              <a:gd name="connsiteX1" fmla="*/ 1458767 w 9758649"/>
              <a:gd name="connsiteY1" fmla="*/ 2867162 h 6394133"/>
              <a:gd name="connsiteX2" fmla="*/ 2032080 w 9758649"/>
              <a:gd name="connsiteY2" fmla="*/ 1669733 h 6394133"/>
              <a:gd name="connsiteX3" fmla="*/ 3599624 w 9758649"/>
              <a:gd name="connsiteY3" fmla="*/ 1502819 h 6394133"/>
              <a:gd name="connsiteX4" fmla="*/ 5602595 w 9758649"/>
              <a:gd name="connsiteY4" fmla="*/ 2047104 h 6394133"/>
              <a:gd name="connsiteX5" fmla="*/ 9535966 w 9758649"/>
              <a:gd name="connsiteY5" fmla="*/ 2054360 h 6394133"/>
              <a:gd name="connsiteX6" fmla="*/ 8940880 w 9758649"/>
              <a:gd name="connsiteY6" fmla="*/ 704533 h 6394133"/>
              <a:gd name="connsiteX7" fmla="*/ 6197680 w 9758649"/>
              <a:gd name="connsiteY7" fmla="*/ 660990 h 6394133"/>
              <a:gd name="connsiteX8" fmla="*/ 4361623 w 9758649"/>
              <a:gd name="connsiteY8" fmla="*/ 131219 h 6394133"/>
              <a:gd name="connsiteX9" fmla="*/ 1204766 w 9758649"/>
              <a:gd name="connsiteY9" fmla="*/ 174762 h 6394133"/>
              <a:gd name="connsiteX10" fmla="*/ 81 w 9758649"/>
              <a:gd name="connsiteY10" fmla="*/ 2018076 h 6394133"/>
              <a:gd name="connsiteX11" fmla="*/ 29107 w 9758649"/>
              <a:gd name="connsiteY11" fmla="*/ 6394133 h 6394133"/>
              <a:gd name="connsiteX0" fmla="*/ 1466022 w 9622995"/>
              <a:gd name="connsiteY0" fmla="*/ 6379618 h 6394133"/>
              <a:gd name="connsiteX1" fmla="*/ 1458767 w 9622995"/>
              <a:gd name="connsiteY1" fmla="*/ 2867162 h 6394133"/>
              <a:gd name="connsiteX2" fmla="*/ 2032080 w 9622995"/>
              <a:gd name="connsiteY2" fmla="*/ 1669733 h 6394133"/>
              <a:gd name="connsiteX3" fmla="*/ 3599624 w 9622995"/>
              <a:gd name="connsiteY3" fmla="*/ 1502819 h 6394133"/>
              <a:gd name="connsiteX4" fmla="*/ 5602595 w 9622995"/>
              <a:gd name="connsiteY4" fmla="*/ 2047104 h 6394133"/>
              <a:gd name="connsiteX5" fmla="*/ 9369051 w 9622995"/>
              <a:gd name="connsiteY5" fmla="*/ 2039845 h 6394133"/>
              <a:gd name="connsiteX6" fmla="*/ 8940880 w 9622995"/>
              <a:gd name="connsiteY6" fmla="*/ 704533 h 6394133"/>
              <a:gd name="connsiteX7" fmla="*/ 6197680 w 9622995"/>
              <a:gd name="connsiteY7" fmla="*/ 660990 h 6394133"/>
              <a:gd name="connsiteX8" fmla="*/ 4361623 w 9622995"/>
              <a:gd name="connsiteY8" fmla="*/ 131219 h 6394133"/>
              <a:gd name="connsiteX9" fmla="*/ 1204766 w 9622995"/>
              <a:gd name="connsiteY9" fmla="*/ 174762 h 6394133"/>
              <a:gd name="connsiteX10" fmla="*/ 81 w 9622995"/>
              <a:gd name="connsiteY10" fmla="*/ 2018076 h 6394133"/>
              <a:gd name="connsiteX11" fmla="*/ 29107 w 9622995"/>
              <a:gd name="connsiteY11" fmla="*/ 6394133 h 6394133"/>
              <a:gd name="connsiteX0" fmla="*/ 1466022 w 9668123"/>
              <a:gd name="connsiteY0" fmla="*/ 6379618 h 6394133"/>
              <a:gd name="connsiteX1" fmla="*/ 1458767 w 9668123"/>
              <a:gd name="connsiteY1" fmla="*/ 2867162 h 6394133"/>
              <a:gd name="connsiteX2" fmla="*/ 2032080 w 9668123"/>
              <a:gd name="connsiteY2" fmla="*/ 1669733 h 6394133"/>
              <a:gd name="connsiteX3" fmla="*/ 3599624 w 9668123"/>
              <a:gd name="connsiteY3" fmla="*/ 1502819 h 6394133"/>
              <a:gd name="connsiteX4" fmla="*/ 5602595 w 9668123"/>
              <a:gd name="connsiteY4" fmla="*/ 2047104 h 6394133"/>
              <a:gd name="connsiteX5" fmla="*/ 9369051 w 9668123"/>
              <a:gd name="connsiteY5" fmla="*/ 2039845 h 6394133"/>
              <a:gd name="connsiteX6" fmla="*/ 8940880 w 9668123"/>
              <a:gd name="connsiteY6" fmla="*/ 704533 h 6394133"/>
              <a:gd name="connsiteX7" fmla="*/ 6197680 w 9668123"/>
              <a:gd name="connsiteY7" fmla="*/ 660990 h 6394133"/>
              <a:gd name="connsiteX8" fmla="*/ 4361623 w 9668123"/>
              <a:gd name="connsiteY8" fmla="*/ 131219 h 6394133"/>
              <a:gd name="connsiteX9" fmla="*/ 1204766 w 9668123"/>
              <a:gd name="connsiteY9" fmla="*/ 174762 h 6394133"/>
              <a:gd name="connsiteX10" fmla="*/ 81 w 9668123"/>
              <a:gd name="connsiteY10" fmla="*/ 2018076 h 6394133"/>
              <a:gd name="connsiteX11" fmla="*/ 29107 w 9668123"/>
              <a:gd name="connsiteY11" fmla="*/ 6394133 h 6394133"/>
              <a:gd name="connsiteX0" fmla="*/ 1466022 w 9795780"/>
              <a:gd name="connsiteY0" fmla="*/ 6379618 h 6394133"/>
              <a:gd name="connsiteX1" fmla="*/ 1458767 w 9795780"/>
              <a:gd name="connsiteY1" fmla="*/ 2867162 h 6394133"/>
              <a:gd name="connsiteX2" fmla="*/ 2032080 w 9795780"/>
              <a:gd name="connsiteY2" fmla="*/ 1669733 h 6394133"/>
              <a:gd name="connsiteX3" fmla="*/ 3599624 w 9795780"/>
              <a:gd name="connsiteY3" fmla="*/ 1502819 h 6394133"/>
              <a:gd name="connsiteX4" fmla="*/ 5602595 w 9795780"/>
              <a:gd name="connsiteY4" fmla="*/ 2047104 h 6394133"/>
              <a:gd name="connsiteX5" fmla="*/ 9369051 w 9795780"/>
              <a:gd name="connsiteY5" fmla="*/ 2039845 h 6394133"/>
              <a:gd name="connsiteX6" fmla="*/ 9354537 w 9795780"/>
              <a:gd name="connsiteY6" fmla="*/ 602933 h 6394133"/>
              <a:gd name="connsiteX7" fmla="*/ 6197680 w 9795780"/>
              <a:gd name="connsiteY7" fmla="*/ 660990 h 6394133"/>
              <a:gd name="connsiteX8" fmla="*/ 4361623 w 9795780"/>
              <a:gd name="connsiteY8" fmla="*/ 131219 h 6394133"/>
              <a:gd name="connsiteX9" fmla="*/ 1204766 w 9795780"/>
              <a:gd name="connsiteY9" fmla="*/ 174762 h 6394133"/>
              <a:gd name="connsiteX10" fmla="*/ 81 w 9795780"/>
              <a:gd name="connsiteY10" fmla="*/ 2018076 h 6394133"/>
              <a:gd name="connsiteX11" fmla="*/ 29107 w 9795780"/>
              <a:gd name="connsiteY11" fmla="*/ 6394133 h 6394133"/>
              <a:gd name="connsiteX0" fmla="*/ 1466022 w 9823161"/>
              <a:gd name="connsiteY0" fmla="*/ 6379618 h 6394133"/>
              <a:gd name="connsiteX1" fmla="*/ 1458767 w 9823161"/>
              <a:gd name="connsiteY1" fmla="*/ 2867162 h 6394133"/>
              <a:gd name="connsiteX2" fmla="*/ 2032080 w 9823161"/>
              <a:gd name="connsiteY2" fmla="*/ 1669733 h 6394133"/>
              <a:gd name="connsiteX3" fmla="*/ 3599624 w 9823161"/>
              <a:gd name="connsiteY3" fmla="*/ 1502819 h 6394133"/>
              <a:gd name="connsiteX4" fmla="*/ 5602595 w 9823161"/>
              <a:gd name="connsiteY4" fmla="*/ 2047104 h 6394133"/>
              <a:gd name="connsiteX5" fmla="*/ 9369051 w 9823161"/>
              <a:gd name="connsiteY5" fmla="*/ 2039845 h 6394133"/>
              <a:gd name="connsiteX6" fmla="*/ 9405337 w 9823161"/>
              <a:gd name="connsiteY6" fmla="*/ 1299619 h 6394133"/>
              <a:gd name="connsiteX7" fmla="*/ 6197680 w 9823161"/>
              <a:gd name="connsiteY7" fmla="*/ 660990 h 6394133"/>
              <a:gd name="connsiteX8" fmla="*/ 4361623 w 9823161"/>
              <a:gd name="connsiteY8" fmla="*/ 131219 h 6394133"/>
              <a:gd name="connsiteX9" fmla="*/ 1204766 w 9823161"/>
              <a:gd name="connsiteY9" fmla="*/ 174762 h 6394133"/>
              <a:gd name="connsiteX10" fmla="*/ 81 w 9823161"/>
              <a:gd name="connsiteY10" fmla="*/ 2018076 h 6394133"/>
              <a:gd name="connsiteX11" fmla="*/ 29107 w 9823161"/>
              <a:gd name="connsiteY11" fmla="*/ 6394133 h 6394133"/>
              <a:gd name="connsiteX0" fmla="*/ 1466022 w 9855955"/>
              <a:gd name="connsiteY0" fmla="*/ 6379618 h 6394133"/>
              <a:gd name="connsiteX1" fmla="*/ 1458767 w 9855955"/>
              <a:gd name="connsiteY1" fmla="*/ 2867162 h 6394133"/>
              <a:gd name="connsiteX2" fmla="*/ 2032080 w 9855955"/>
              <a:gd name="connsiteY2" fmla="*/ 1669733 h 6394133"/>
              <a:gd name="connsiteX3" fmla="*/ 3599624 w 9855955"/>
              <a:gd name="connsiteY3" fmla="*/ 1502819 h 6394133"/>
              <a:gd name="connsiteX4" fmla="*/ 5602595 w 9855955"/>
              <a:gd name="connsiteY4" fmla="*/ 2047104 h 6394133"/>
              <a:gd name="connsiteX5" fmla="*/ 9369051 w 9855955"/>
              <a:gd name="connsiteY5" fmla="*/ 2039845 h 6394133"/>
              <a:gd name="connsiteX6" fmla="*/ 9405337 w 9855955"/>
              <a:gd name="connsiteY6" fmla="*/ 1299619 h 6394133"/>
              <a:gd name="connsiteX7" fmla="*/ 6197680 w 9855955"/>
              <a:gd name="connsiteY7" fmla="*/ 660990 h 6394133"/>
              <a:gd name="connsiteX8" fmla="*/ 4361623 w 9855955"/>
              <a:gd name="connsiteY8" fmla="*/ 131219 h 6394133"/>
              <a:gd name="connsiteX9" fmla="*/ 1204766 w 9855955"/>
              <a:gd name="connsiteY9" fmla="*/ 174762 h 6394133"/>
              <a:gd name="connsiteX10" fmla="*/ 81 w 9855955"/>
              <a:gd name="connsiteY10" fmla="*/ 2018076 h 6394133"/>
              <a:gd name="connsiteX11" fmla="*/ 29107 w 9855955"/>
              <a:gd name="connsiteY11" fmla="*/ 6394133 h 6394133"/>
              <a:gd name="connsiteX0" fmla="*/ 1466022 w 9872070"/>
              <a:gd name="connsiteY0" fmla="*/ 6379618 h 6394133"/>
              <a:gd name="connsiteX1" fmla="*/ 1458767 w 9872070"/>
              <a:gd name="connsiteY1" fmla="*/ 2867162 h 6394133"/>
              <a:gd name="connsiteX2" fmla="*/ 2032080 w 9872070"/>
              <a:gd name="connsiteY2" fmla="*/ 1669733 h 6394133"/>
              <a:gd name="connsiteX3" fmla="*/ 3599624 w 9872070"/>
              <a:gd name="connsiteY3" fmla="*/ 1502819 h 6394133"/>
              <a:gd name="connsiteX4" fmla="*/ 5602595 w 9872070"/>
              <a:gd name="connsiteY4" fmla="*/ 2047104 h 6394133"/>
              <a:gd name="connsiteX5" fmla="*/ 9369051 w 9872070"/>
              <a:gd name="connsiteY5" fmla="*/ 2039845 h 6394133"/>
              <a:gd name="connsiteX6" fmla="*/ 9405337 w 9872070"/>
              <a:gd name="connsiteY6" fmla="*/ 1299619 h 6394133"/>
              <a:gd name="connsiteX7" fmla="*/ 6197680 w 9872070"/>
              <a:gd name="connsiteY7" fmla="*/ 660990 h 6394133"/>
              <a:gd name="connsiteX8" fmla="*/ 4361623 w 9872070"/>
              <a:gd name="connsiteY8" fmla="*/ 131219 h 6394133"/>
              <a:gd name="connsiteX9" fmla="*/ 1204766 w 9872070"/>
              <a:gd name="connsiteY9" fmla="*/ 174762 h 6394133"/>
              <a:gd name="connsiteX10" fmla="*/ 81 w 9872070"/>
              <a:gd name="connsiteY10" fmla="*/ 2018076 h 6394133"/>
              <a:gd name="connsiteX11" fmla="*/ 29107 w 9872070"/>
              <a:gd name="connsiteY11" fmla="*/ 6394133 h 6394133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904900"/>
              <a:gd name="connsiteY0" fmla="*/ 6415590 h 6430105"/>
              <a:gd name="connsiteX1" fmla="*/ 1458767 w 9904900"/>
              <a:gd name="connsiteY1" fmla="*/ 2903134 h 6430105"/>
              <a:gd name="connsiteX2" fmla="*/ 2032080 w 9904900"/>
              <a:gd name="connsiteY2" fmla="*/ 1705705 h 6430105"/>
              <a:gd name="connsiteX3" fmla="*/ 3599624 w 9904900"/>
              <a:gd name="connsiteY3" fmla="*/ 1538791 h 6430105"/>
              <a:gd name="connsiteX4" fmla="*/ 5602595 w 9904900"/>
              <a:gd name="connsiteY4" fmla="*/ 2083076 h 6430105"/>
              <a:gd name="connsiteX5" fmla="*/ 9369051 w 9904900"/>
              <a:gd name="connsiteY5" fmla="*/ 2075817 h 6430105"/>
              <a:gd name="connsiteX6" fmla="*/ 9405337 w 9904900"/>
              <a:gd name="connsiteY6" fmla="*/ 1335591 h 6430105"/>
              <a:gd name="connsiteX7" fmla="*/ 6596823 w 9904900"/>
              <a:gd name="connsiteY7" fmla="*/ 1342847 h 6430105"/>
              <a:gd name="connsiteX8" fmla="*/ 4361623 w 9904900"/>
              <a:gd name="connsiteY8" fmla="*/ 167191 h 6430105"/>
              <a:gd name="connsiteX9" fmla="*/ 1204766 w 9904900"/>
              <a:gd name="connsiteY9" fmla="*/ 210734 h 6430105"/>
              <a:gd name="connsiteX10" fmla="*/ 81 w 9904900"/>
              <a:gd name="connsiteY10" fmla="*/ 2054048 h 6430105"/>
              <a:gd name="connsiteX11" fmla="*/ 29107 w 9904900"/>
              <a:gd name="connsiteY11" fmla="*/ 6430105 h 6430105"/>
              <a:gd name="connsiteX0" fmla="*/ 1466022 w 9904900"/>
              <a:gd name="connsiteY0" fmla="*/ 6358517 h 6373032"/>
              <a:gd name="connsiteX1" fmla="*/ 1458767 w 9904900"/>
              <a:gd name="connsiteY1" fmla="*/ 2846061 h 6373032"/>
              <a:gd name="connsiteX2" fmla="*/ 2032080 w 9904900"/>
              <a:gd name="connsiteY2" fmla="*/ 1648632 h 6373032"/>
              <a:gd name="connsiteX3" fmla="*/ 3599624 w 9904900"/>
              <a:gd name="connsiteY3" fmla="*/ 1481718 h 6373032"/>
              <a:gd name="connsiteX4" fmla="*/ 5602595 w 9904900"/>
              <a:gd name="connsiteY4" fmla="*/ 2026003 h 6373032"/>
              <a:gd name="connsiteX5" fmla="*/ 9369051 w 9904900"/>
              <a:gd name="connsiteY5" fmla="*/ 2018744 h 6373032"/>
              <a:gd name="connsiteX6" fmla="*/ 9405337 w 9904900"/>
              <a:gd name="connsiteY6" fmla="*/ 1278518 h 6373032"/>
              <a:gd name="connsiteX7" fmla="*/ 6596823 w 9904900"/>
              <a:gd name="connsiteY7" fmla="*/ 1285774 h 6373032"/>
              <a:gd name="connsiteX8" fmla="*/ 4361623 w 9904900"/>
              <a:gd name="connsiteY8" fmla="*/ 233490 h 6373032"/>
              <a:gd name="connsiteX9" fmla="*/ 1204766 w 9904900"/>
              <a:gd name="connsiteY9" fmla="*/ 153661 h 6373032"/>
              <a:gd name="connsiteX10" fmla="*/ 81 w 9904900"/>
              <a:gd name="connsiteY10" fmla="*/ 1996975 h 6373032"/>
              <a:gd name="connsiteX11" fmla="*/ 29107 w 9904900"/>
              <a:gd name="connsiteY11" fmla="*/ 6373032 h 6373032"/>
              <a:gd name="connsiteX0" fmla="*/ 1547158 w 9986036"/>
              <a:gd name="connsiteY0" fmla="*/ 6313207 h 6327722"/>
              <a:gd name="connsiteX1" fmla="*/ 1539903 w 9986036"/>
              <a:gd name="connsiteY1" fmla="*/ 2800751 h 6327722"/>
              <a:gd name="connsiteX2" fmla="*/ 2113216 w 9986036"/>
              <a:gd name="connsiteY2" fmla="*/ 1603322 h 6327722"/>
              <a:gd name="connsiteX3" fmla="*/ 3680760 w 9986036"/>
              <a:gd name="connsiteY3" fmla="*/ 1436408 h 6327722"/>
              <a:gd name="connsiteX4" fmla="*/ 5683731 w 9986036"/>
              <a:gd name="connsiteY4" fmla="*/ 1980693 h 6327722"/>
              <a:gd name="connsiteX5" fmla="*/ 9450187 w 9986036"/>
              <a:gd name="connsiteY5" fmla="*/ 1973434 h 6327722"/>
              <a:gd name="connsiteX6" fmla="*/ 9486473 w 9986036"/>
              <a:gd name="connsiteY6" fmla="*/ 1233208 h 6327722"/>
              <a:gd name="connsiteX7" fmla="*/ 6677959 w 9986036"/>
              <a:gd name="connsiteY7" fmla="*/ 1240464 h 6327722"/>
              <a:gd name="connsiteX8" fmla="*/ 4442759 w 9986036"/>
              <a:gd name="connsiteY8" fmla="*/ 188180 h 6327722"/>
              <a:gd name="connsiteX9" fmla="*/ 1300417 w 9986036"/>
              <a:gd name="connsiteY9" fmla="*/ 173665 h 6327722"/>
              <a:gd name="connsiteX10" fmla="*/ 81217 w 9986036"/>
              <a:gd name="connsiteY10" fmla="*/ 1951665 h 6327722"/>
              <a:gd name="connsiteX11" fmla="*/ 110243 w 9986036"/>
              <a:gd name="connsiteY11" fmla="*/ 6327722 h 6327722"/>
              <a:gd name="connsiteX0" fmla="*/ 1547158 w 9986036"/>
              <a:gd name="connsiteY0" fmla="*/ 6208879 h 6223394"/>
              <a:gd name="connsiteX1" fmla="*/ 1539903 w 9986036"/>
              <a:gd name="connsiteY1" fmla="*/ 2696423 h 6223394"/>
              <a:gd name="connsiteX2" fmla="*/ 2113216 w 9986036"/>
              <a:gd name="connsiteY2" fmla="*/ 1498994 h 6223394"/>
              <a:gd name="connsiteX3" fmla="*/ 3680760 w 9986036"/>
              <a:gd name="connsiteY3" fmla="*/ 1332080 h 6223394"/>
              <a:gd name="connsiteX4" fmla="*/ 5683731 w 9986036"/>
              <a:gd name="connsiteY4" fmla="*/ 1876365 h 6223394"/>
              <a:gd name="connsiteX5" fmla="*/ 9450187 w 9986036"/>
              <a:gd name="connsiteY5" fmla="*/ 1869106 h 6223394"/>
              <a:gd name="connsiteX6" fmla="*/ 9486473 w 9986036"/>
              <a:gd name="connsiteY6" fmla="*/ 1128880 h 6223394"/>
              <a:gd name="connsiteX7" fmla="*/ 6677959 w 9986036"/>
              <a:gd name="connsiteY7" fmla="*/ 1136136 h 6223394"/>
              <a:gd name="connsiteX8" fmla="*/ 4442759 w 9986036"/>
              <a:gd name="connsiteY8" fmla="*/ 83852 h 6223394"/>
              <a:gd name="connsiteX9" fmla="*/ 1300417 w 9986036"/>
              <a:gd name="connsiteY9" fmla="*/ 69337 h 6223394"/>
              <a:gd name="connsiteX10" fmla="*/ 81217 w 9986036"/>
              <a:gd name="connsiteY10" fmla="*/ 1847337 h 6223394"/>
              <a:gd name="connsiteX11" fmla="*/ 110243 w 9986036"/>
              <a:gd name="connsiteY11" fmla="*/ 6223394 h 6223394"/>
              <a:gd name="connsiteX0" fmla="*/ 1547158 w 9986036"/>
              <a:gd name="connsiteY0" fmla="*/ 6143351 h 6157866"/>
              <a:gd name="connsiteX1" fmla="*/ 1539903 w 9986036"/>
              <a:gd name="connsiteY1" fmla="*/ 2630895 h 6157866"/>
              <a:gd name="connsiteX2" fmla="*/ 2113216 w 9986036"/>
              <a:gd name="connsiteY2" fmla="*/ 1433466 h 6157866"/>
              <a:gd name="connsiteX3" fmla="*/ 3680760 w 9986036"/>
              <a:gd name="connsiteY3" fmla="*/ 1266552 h 6157866"/>
              <a:gd name="connsiteX4" fmla="*/ 5683731 w 9986036"/>
              <a:gd name="connsiteY4" fmla="*/ 1810837 h 6157866"/>
              <a:gd name="connsiteX5" fmla="*/ 9450187 w 9986036"/>
              <a:gd name="connsiteY5" fmla="*/ 1803578 h 6157866"/>
              <a:gd name="connsiteX6" fmla="*/ 9486473 w 9986036"/>
              <a:gd name="connsiteY6" fmla="*/ 1063352 h 6157866"/>
              <a:gd name="connsiteX7" fmla="*/ 6677959 w 9986036"/>
              <a:gd name="connsiteY7" fmla="*/ 1070608 h 6157866"/>
              <a:gd name="connsiteX8" fmla="*/ 4442759 w 9986036"/>
              <a:gd name="connsiteY8" fmla="*/ 18324 h 6157866"/>
              <a:gd name="connsiteX9" fmla="*/ 1300417 w 9986036"/>
              <a:gd name="connsiteY9" fmla="*/ 3809 h 6157866"/>
              <a:gd name="connsiteX10" fmla="*/ 81217 w 9986036"/>
              <a:gd name="connsiteY10" fmla="*/ 1781809 h 6157866"/>
              <a:gd name="connsiteX11" fmla="*/ 110243 w 9986036"/>
              <a:gd name="connsiteY11" fmla="*/ 6157866 h 6157866"/>
              <a:gd name="connsiteX0" fmla="*/ 1587839 w 10026717"/>
              <a:gd name="connsiteY0" fmla="*/ 6211571 h 6226086"/>
              <a:gd name="connsiteX1" fmla="*/ 1580584 w 10026717"/>
              <a:gd name="connsiteY1" fmla="*/ 2699115 h 6226086"/>
              <a:gd name="connsiteX2" fmla="*/ 2153897 w 10026717"/>
              <a:gd name="connsiteY2" fmla="*/ 1501686 h 6226086"/>
              <a:gd name="connsiteX3" fmla="*/ 3721441 w 10026717"/>
              <a:gd name="connsiteY3" fmla="*/ 1334772 h 6226086"/>
              <a:gd name="connsiteX4" fmla="*/ 5724412 w 10026717"/>
              <a:gd name="connsiteY4" fmla="*/ 1879057 h 6226086"/>
              <a:gd name="connsiteX5" fmla="*/ 9490868 w 10026717"/>
              <a:gd name="connsiteY5" fmla="*/ 1871798 h 6226086"/>
              <a:gd name="connsiteX6" fmla="*/ 9527154 w 10026717"/>
              <a:gd name="connsiteY6" fmla="*/ 1131572 h 6226086"/>
              <a:gd name="connsiteX7" fmla="*/ 6718640 w 10026717"/>
              <a:gd name="connsiteY7" fmla="*/ 1138828 h 6226086"/>
              <a:gd name="connsiteX8" fmla="*/ 4483440 w 10026717"/>
              <a:gd name="connsiteY8" fmla="*/ 86544 h 6226086"/>
              <a:gd name="connsiteX9" fmla="*/ 1892640 w 10026717"/>
              <a:gd name="connsiteY9" fmla="*/ 64772 h 6226086"/>
              <a:gd name="connsiteX10" fmla="*/ 121898 w 10026717"/>
              <a:gd name="connsiteY10" fmla="*/ 1850029 h 6226086"/>
              <a:gd name="connsiteX11" fmla="*/ 150924 w 10026717"/>
              <a:gd name="connsiteY11" fmla="*/ 6226086 h 6226086"/>
              <a:gd name="connsiteX0" fmla="*/ 1587839 w 10026717"/>
              <a:gd name="connsiteY0" fmla="*/ 6146799 h 6161314"/>
              <a:gd name="connsiteX1" fmla="*/ 1580584 w 10026717"/>
              <a:gd name="connsiteY1" fmla="*/ 2634343 h 6161314"/>
              <a:gd name="connsiteX2" fmla="*/ 2153897 w 10026717"/>
              <a:gd name="connsiteY2" fmla="*/ 1436914 h 6161314"/>
              <a:gd name="connsiteX3" fmla="*/ 3721441 w 10026717"/>
              <a:gd name="connsiteY3" fmla="*/ 1270000 h 6161314"/>
              <a:gd name="connsiteX4" fmla="*/ 5724412 w 10026717"/>
              <a:gd name="connsiteY4" fmla="*/ 1814285 h 6161314"/>
              <a:gd name="connsiteX5" fmla="*/ 9490868 w 10026717"/>
              <a:gd name="connsiteY5" fmla="*/ 1807026 h 6161314"/>
              <a:gd name="connsiteX6" fmla="*/ 9527154 w 10026717"/>
              <a:gd name="connsiteY6" fmla="*/ 1066800 h 6161314"/>
              <a:gd name="connsiteX7" fmla="*/ 6718640 w 10026717"/>
              <a:gd name="connsiteY7" fmla="*/ 1074056 h 6161314"/>
              <a:gd name="connsiteX8" fmla="*/ 4483440 w 10026717"/>
              <a:gd name="connsiteY8" fmla="*/ 21772 h 6161314"/>
              <a:gd name="connsiteX9" fmla="*/ 1892640 w 10026717"/>
              <a:gd name="connsiteY9" fmla="*/ 0 h 6161314"/>
              <a:gd name="connsiteX10" fmla="*/ 121898 w 10026717"/>
              <a:gd name="connsiteY10" fmla="*/ 1785257 h 6161314"/>
              <a:gd name="connsiteX11" fmla="*/ 150924 w 10026717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602053 w 10057256"/>
              <a:gd name="connsiteY0" fmla="*/ 6146799 h 6146799"/>
              <a:gd name="connsiteX1" fmla="*/ 1594798 w 10057256"/>
              <a:gd name="connsiteY1" fmla="*/ 2634343 h 6146799"/>
              <a:gd name="connsiteX2" fmla="*/ 2168111 w 10057256"/>
              <a:gd name="connsiteY2" fmla="*/ 1436914 h 6146799"/>
              <a:gd name="connsiteX3" fmla="*/ 3735655 w 10057256"/>
              <a:gd name="connsiteY3" fmla="*/ 1270000 h 6146799"/>
              <a:gd name="connsiteX4" fmla="*/ 5426569 w 10057256"/>
              <a:gd name="connsiteY4" fmla="*/ 1814285 h 6146799"/>
              <a:gd name="connsiteX5" fmla="*/ 9505082 w 10057256"/>
              <a:gd name="connsiteY5" fmla="*/ 1807026 h 6146799"/>
              <a:gd name="connsiteX6" fmla="*/ 9541368 w 10057256"/>
              <a:gd name="connsiteY6" fmla="*/ 1066800 h 6146799"/>
              <a:gd name="connsiteX7" fmla="*/ 6732854 w 10057256"/>
              <a:gd name="connsiteY7" fmla="*/ 1074056 h 6146799"/>
              <a:gd name="connsiteX8" fmla="*/ 4497654 w 10057256"/>
              <a:gd name="connsiteY8" fmla="*/ 21772 h 6146799"/>
              <a:gd name="connsiteX9" fmla="*/ 1906854 w 10057256"/>
              <a:gd name="connsiteY9" fmla="*/ 0 h 6146799"/>
              <a:gd name="connsiteX10" fmla="*/ 136112 w 10057256"/>
              <a:gd name="connsiteY10" fmla="*/ 1785257 h 6146799"/>
              <a:gd name="connsiteX11" fmla="*/ 121595 w 10057256"/>
              <a:gd name="connsiteY11" fmla="*/ 2467428 h 6146799"/>
              <a:gd name="connsiteX0" fmla="*/ 1481619 w 9936822"/>
              <a:gd name="connsiteY0" fmla="*/ 6146799 h 6146799"/>
              <a:gd name="connsiteX1" fmla="*/ 1474364 w 9936822"/>
              <a:gd name="connsiteY1" fmla="*/ 2634343 h 6146799"/>
              <a:gd name="connsiteX2" fmla="*/ 2047677 w 9936822"/>
              <a:gd name="connsiteY2" fmla="*/ 1436914 h 6146799"/>
              <a:gd name="connsiteX3" fmla="*/ 3615221 w 9936822"/>
              <a:gd name="connsiteY3" fmla="*/ 1270000 h 6146799"/>
              <a:gd name="connsiteX4" fmla="*/ 5306135 w 9936822"/>
              <a:gd name="connsiteY4" fmla="*/ 1814285 h 6146799"/>
              <a:gd name="connsiteX5" fmla="*/ 9384648 w 9936822"/>
              <a:gd name="connsiteY5" fmla="*/ 1807026 h 6146799"/>
              <a:gd name="connsiteX6" fmla="*/ 9420934 w 9936822"/>
              <a:gd name="connsiteY6" fmla="*/ 1066800 h 6146799"/>
              <a:gd name="connsiteX7" fmla="*/ 6612420 w 9936822"/>
              <a:gd name="connsiteY7" fmla="*/ 1074056 h 6146799"/>
              <a:gd name="connsiteX8" fmla="*/ 4377220 w 9936822"/>
              <a:gd name="connsiteY8" fmla="*/ 21772 h 6146799"/>
              <a:gd name="connsiteX9" fmla="*/ 1786420 w 9936822"/>
              <a:gd name="connsiteY9" fmla="*/ 0 h 6146799"/>
              <a:gd name="connsiteX10" fmla="*/ 15678 w 9936822"/>
              <a:gd name="connsiteY10" fmla="*/ 1785257 h 6146799"/>
              <a:gd name="connsiteX11" fmla="*/ 1161 w 9936822"/>
              <a:gd name="connsiteY11" fmla="*/ 2467428 h 6146799"/>
              <a:gd name="connsiteX0" fmla="*/ 1480458 w 9935661"/>
              <a:gd name="connsiteY0" fmla="*/ 6146799 h 6146799"/>
              <a:gd name="connsiteX1" fmla="*/ 1473203 w 9935661"/>
              <a:gd name="connsiteY1" fmla="*/ 2634343 h 6146799"/>
              <a:gd name="connsiteX2" fmla="*/ 2046516 w 9935661"/>
              <a:gd name="connsiteY2" fmla="*/ 1436914 h 6146799"/>
              <a:gd name="connsiteX3" fmla="*/ 3614060 w 9935661"/>
              <a:gd name="connsiteY3" fmla="*/ 1270000 h 6146799"/>
              <a:gd name="connsiteX4" fmla="*/ 5304974 w 9935661"/>
              <a:gd name="connsiteY4" fmla="*/ 1814285 h 6146799"/>
              <a:gd name="connsiteX5" fmla="*/ 9383487 w 9935661"/>
              <a:gd name="connsiteY5" fmla="*/ 1807026 h 6146799"/>
              <a:gd name="connsiteX6" fmla="*/ 9419773 w 9935661"/>
              <a:gd name="connsiteY6" fmla="*/ 1066800 h 6146799"/>
              <a:gd name="connsiteX7" fmla="*/ 6611259 w 9935661"/>
              <a:gd name="connsiteY7" fmla="*/ 1074056 h 6146799"/>
              <a:gd name="connsiteX8" fmla="*/ 4376059 w 9935661"/>
              <a:gd name="connsiteY8" fmla="*/ 21772 h 6146799"/>
              <a:gd name="connsiteX9" fmla="*/ 1785259 w 9935661"/>
              <a:gd name="connsiteY9" fmla="*/ 0 h 6146799"/>
              <a:gd name="connsiteX10" fmla="*/ 14517 w 9935661"/>
              <a:gd name="connsiteY10" fmla="*/ 1785257 h 6146799"/>
              <a:gd name="connsiteX11" fmla="*/ 0 w 9935661"/>
              <a:gd name="connsiteY11" fmla="*/ 2467428 h 6146799"/>
              <a:gd name="connsiteX0" fmla="*/ 1480458 w 9935661"/>
              <a:gd name="connsiteY0" fmla="*/ 6158195 h 6158195"/>
              <a:gd name="connsiteX1" fmla="*/ 1473203 w 9935661"/>
              <a:gd name="connsiteY1" fmla="*/ 2645739 h 6158195"/>
              <a:gd name="connsiteX2" fmla="*/ 2046516 w 9935661"/>
              <a:gd name="connsiteY2" fmla="*/ 1448310 h 6158195"/>
              <a:gd name="connsiteX3" fmla="*/ 3614060 w 9935661"/>
              <a:gd name="connsiteY3" fmla="*/ 1281396 h 6158195"/>
              <a:gd name="connsiteX4" fmla="*/ 5304974 w 9935661"/>
              <a:gd name="connsiteY4" fmla="*/ 1825681 h 6158195"/>
              <a:gd name="connsiteX5" fmla="*/ 9383487 w 9935661"/>
              <a:gd name="connsiteY5" fmla="*/ 1818422 h 6158195"/>
              <a:gd name="connsiteX6" fmla="*/ 9419773 w 9935661"/>
              <a:gd name="connsiteY6" fmla="*/ 1078196 h 6158195"/>
              <a:gd name="connsiteX7" fmla="*/ 6611259 w 9935661"/>
              <a:gd name="connsiteY7" fmla="*/ 1085452 h 6158195"/>
              <a:gd name="connsiteX8" fmla="*/ 4376059 w 9935661"/>
              <a:gd name="connsiteY8" fmla="*/ 33168 h 6158195"/>
              <a:gd name="connsiteX9" fmla="*/ 1785259 w 9935661"/>
              <a:gd name="connsiteY9" fmla="*/ 11396 h 6158195"/>
              <a:gd name="connsiteX10" fmla="*/ 14517 w 9935661"/>
              <a:gd name="connsiteY10" fmla="*/ 1796653 h 6158195"/>
              <a:gd name="connsiteX11" fmla="*/ 0 w 9935661"/>
              <a:gd name="connsiteY11" fmla="*/ 2478824 h 615819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2191658 w 9935661"/>
              <a:gd name="connsiteY0" fmla="*/ 6173987 h 6173987"/>
              <a:gd name="connsiteX1" fmla="*/ 1473203 w 9935661"/>
              <a:gd name="connsiteY1" fmla="*/ 2639759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935661"/>
              <a:gd name="connsiteY0" fmla="*/ 6173987 h 6173987"/>
              <a:gd name="connsiteX1" fmla="*/ 2184403 w 9935661"/>
              <a:gd name="connsiteY1" fmla="*/ 2654273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046516 w 9891001"/>
              <a:gd name="connsiteY2" fmla="*/ 1442330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274460 w 9891001"/>
              <a:gd name="connsiteY3" fmla="*/ 1268159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827678"/>
              <a:gd name="connsiteY0" fmla="*/ 3815415 h 3815415"/>
              <a:gd name="connsiteX1" fmla="*/ 2191660 w 9827678"/>
              <a:gd name="connsiteY1" fmla="*/ 2654273 h 3815415"/>
              <a:gd name="connsiteX2" fmla="*/ 2743202 w 9827678"/>
              <a:gd name="connsiteY2" fmla="*/ 1471358 h 3815415"/>
              <a:gd name="connsiteX3" fmla="*/ 4347032 w 9827678"/>
              <a:gd name="connsiteY3" fmla="*/ 1304445 h 3815415"/>
              <a:gd name="connsiteX4" fmla="*/ 5834745 w 9827678"/>
              <a:gd name="connsiteY4" fmla="*/ 1826958 h 3815415"/>
              <a:gd name="connsiteX5" fmla="*/ 9383487 w 9827678"/>
              <a:gd name="connsiteY5" fmla="*/ 1819699 h 3815415"/>
              <a:gd name="connsiteX6" fmla="*/ 9419773 w 9827678"/>
              <a:gd name="connsiteY6" fmla="*/ 1072216 h 3815415"/>
              <a:gd name="connsiteX7" fmla="*/ 6611259 w 9827678"/>
              <a:gd name="connsiteY7" fmla="*/ 1079472 h 3815415"/>
              <a:gd name="connsiteX8" fmla="*/ 4376059 w 9827678"/>
              <a:gd name="connsiteY8" fmla="*/ 27188 h 3815415"/>
              <a:gd name="connsiteX9" fmla="*/ 1785259 w 9827678"/>
              <a:gd name="connsiteY9" fmla="*/ 5416 h 3815415"/>
              <a:gd name="connsiteX10" fmla="*/ 14517 w 9827678"/>
              <a:gd name="connsiteY10" fmla="*/ 1790673 h 3815415"/>
              <a:gd name="connsiteX11" fmla="*/ 0 w 9827678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704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603194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835423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186567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1308 w 9897421"/>
              <a:gd name="connsiteY4" fmla="*/ 1865085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64343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57085 h 3338285"/>
              <a:gd name="connsiteX3" fmla="*/ 4019653 w 9897421"/>
              <a:gd name="connsiteY3" fmla="*/ 1349829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48807"/>
              <a:gd name="connsiteY0" fmla="*/ 3338285 h 3338285"/>
              <a:gd name="connsiteX1" fmla="*/ 2183595 w 9848807"/>
              <a:gd name="connsiteY1" fmla="*/ 2590799 h 3338285"/>
              <a:gd name="connsiteX2" fmla="*/ 3061708 w 9848807"/>
              <a:gd name="connsiteY2" fmla="*/ 1357085 h 3338285"/>
              <a:gd name="connsiteX3" fmla="*/ 4019653 w 9848807"/>
              <a:gd name="connsiteY3" fmla="*/ 1349829 h 3338285"/>
              <a:gd name="connsiteX4" fmla="*/ 6218565 w 9848807"/>
              <a:gd name="connsiteY4" fmla="*/ 1857828 h 3338285"/>
              <a:gd name="connsiteX5" fmla="*/ 9375422 w 9848807"/>
              <a:gd name="connsiteY5" fmla="*/ 1872340 h 3338285"/>
              <a:gd name="connsiteX6" fmla="*/ 9411708 w 9848807"/>
              <a:gd name="connsiteY6" fmla="*/ 1074057 h 3338285"/>
              <a:gd name="connsiteX7" fmla="*/ 7220052 w 9848807"/>
              <a:gd name="connsiteY7" fmla="*/ 1030513 h 3338285"/>
              <a:gd name="connsiteX8" fmla="*/ 4367994 w 9848807"/>
              <a:gd name="connsiteY8" fmla="*/ 0 h 3338285"/>
              <a:gd name="connsiteX9" fmla="*/ 1777194 w 9848807"/>
              <a:gd name="connsiteY9" fmla="*/ 7257 h 3338285"/>
              <a:gd name="connsiteX10" fmla="*/ 6452 w 9848807"/>
              <a:gd name="connsiteY10" fmla="*/ 1792514 h 3338285"/>
              <a:gd name="connsiteX11" fmla="*/ 6449 w 9848807"/>
              <a:gd name="connsiteY11" fmla="*/ 2285999 h 3338285"/>
              <a:gd name="connsiteX0" fmla="*/ 2176336 w 9617474"/>
              <a:gd name="connsiteY0" fmla="*/ 3338285 h 3338285"/>
              <a:gd name="connsiteX1" fmla="*/ 2183595 w 9617474"/>
              <a:gd name="connsiteY1" fmla="*/ 2590799 h 3338285"/>
              <a:gd name="connsiteX2" fmla="*/ 3061708 w 9617474"/>
              <a:gd name="connsiteY2" fmla="*/ 1357085 h 3338285"/>
              <a:gd name="connsiteX3" fmla="*/ 4019653 w 9617474"/>
              <a:gd name="connsiteY3" fmla="*/ 1349829 h 3338285"/>
              <a:gd name="connsiteX4" fmla="*/ 6218565 w 9617474"/>
              <a:gd name="connsiteY4" fmla="*/ 1857828 h 3338285"/>
              <a:gd name="connsiteX5" fmla="*/ 9375422 w 9617474"/>
              <a:gd name="connsiteY5" fmla="*/ 1872340 h 3338285"/>
              <a:gd name="connsiteX6" fmla="*/ 9411708 w 9617474"/>
              <a:gd name="connsiteY6" fmla="*/ 1074057 h 3338285"/>
              <a:gd name="connsiteX7" fmla="*/ 7220052 w 9617474"/>
              <a:gd name="connsiteY7" fmla="*/ 1030513 h 3338285"/>
              <a:gd name="connsiteX8" fmla="*/ 4367994 w 9617474"/>
              <a:gd name="connsiteY8" fmla="*/ 0 h 3338285"/>
              <a:gd name="connsiteX9" fmla="*/ 1777194 w 9617474"/>
              <a:gd name="connsiteY9" fmla="*/ 7257 h 3338285"/>
              <a:gd name="connsiteX10" fmla="*/ 6452 w 9617474"/>
              <a:gd name="connsiteY10" fmla="*/ 1792514 h 3338285"/>
              <a:gd name="connsiteX11" fmla="*/ 6449 w 9617474"/>
              <a:gd name="connsiteY11" fmla="*/ 2285999 h 3338285"/>
              <a:gd name="connsiteX0" fmla="*/ 2176336 w 9740774"/>
              <a:gd name="connsiteY0" fmla="*/ 3338285 h 3338285"/>
              <a:gd name="connsiteX1" fmla="*/ 2183595 w 9740774"/>
              <a:gd name="connsiteY1" fmla="*/ 2590799 h 3338285"/>
              <a:gd name="connsiteX2" fmla="*/ 3061708 w 9740774"/>
              <a:gd name="connsiteY2" fmla="*/ 1357085 h 3338285"/>
              <a:gd name="connsiteX3" fmla="*/ 4019653 w 9740774"/>
              <a:gd name="connsiteY3" fmla="*/ 1349829 h 3338285"/>
              <a:gd name="connsiteX4" fmla="*/ 6218565 w 9740774"/>
              <a:gd name="connsiteY4" fmla="*/ 1857828 h 3338285"/>
              <a:gd name="connsiteX5" fmla="*/ 9375422 w 9740774"/>
              <a:gd name="connsiteY5" fmla="*/ 1872340 h 3338285"/>
              <a:gd name="connsiteX6" fmla="*/ 9411708 w 9740774"/>
              <a:gd name="connsiteY6" fmla="*/ 1074057 h 3338285"/>
              <a:gd name="connsiteX7" fmla="*/ 7220052 w 9740774"/>
              <a:gd name="connsiteY7" fmla="*/ 1030513 h 3338285"/>
              <a:gd name="connsiteX8" fmla="*/ 4367994 w 9740774"/>
              <a:gd name="connsiteY8" fmla="*/ 0 h 3338285"/>
              <a:gd name="connsiteX9" fmla="*/ 1777194 w 9740774"/>
              <a:gd name="connsiteY9" fmla="*/ 7257 h 3338285"/>
              <a:gd name="connsiteX10" fmla="*/ 6452 w 9740774"/>
              <a:gd name="connsiteY10" fmla="*/ 1792514 h 3338285"/>
              <a:gd name="connsiteX11" fmla="*/ 6449 w 9740774"/>
              <a:gd name="connsiteY11" fmla="*/ 2285999 h 3338285"/>
              <a:gd name="connsiteX0" fmla="*/ 2176336 w 9730179"/>
              <a:gd name="connsiteY0" fmla="*/ 3338285 h 3338285"/>
              <a:gd name="connsiteX1" fmla="*/ 2183595 w 9730179"/>
              <a:gd name="connsiteY1" fmla="*/ 2590799 h 3338285"/>
              <a:gd name="connsiteX2" fmla="*/ 3061708 w 9730179"/>
              <a:gd name="connsiteY2" fmla="*/ 1357085 h 3338285"/>
              <a:gd name="connsiteX3" fmla="*/ 4019653 w 9730179"/>
              <a:gd name="connsiteY3" fmla="*/ 1349829 h 3338285"/>
              <a:gd name="connsiteX4" fmla="*/ 6218565 w 9730179"/>
              <a:gd name="connsiteY4" fmla="*/ 1857828 h 3338285"/>
              <a:gd name="connsiteX5" fmla="*/ 9375422 w 9730179"/>
              <a:gd name="connsiteY5" fmla="*/ 1872340 h 3338285"/>
              <a:gd name="connsiteX6" fmla="*/ 9411708 w 9730179"/>
              <a:gd name="connsiteY6" fmla="*/ 1074057 h 3338285"/>
              <a:gd name="connsiteX7" fmla="*/ 7220052 w 9730179"/>
              <a:gd name="connsiteY7" fmla="*/ 1030513 h 3338285"/>
              <a:gd name="connsiteX8" fmla="*/ 4367994 w 9730179"/>
              <a:gd name="connsiteY8" fmla="*/ 0 h 3338285"/>
              <a:gd name="connsiteX9" fmla="*/ 1777194 w 9730179"/>
              <a:gd name="connsiteY9" fmla="*/ 7257 h 3338285"/>
              <a:gd name="connsiteX10" fmla="*/ 6452 w 9730179"/>
              <a:gd name="connsiteY10" fmla="*/ 1792514 h 3338285"/>
              <a:gd name="connsiteX11" fmla="*/ 6449 w 9730179"/>
              <a:gd name="connsiteY11" fmla="*/ 2285999 h 3338285"/>
              <a:gd name="connsiteX0" fmla="*/ 2176336 w 9759395"/>
              <a:gd name="connsiteY0" fmla="*/ 3338285 h 3338285"/>
              <a:gd name="connsiteX1" fmla="*/ 2183595 w 9759395"/>
              <a:gd name="connsiteY1" fmla="*/ 2590799 h 3338285"/>
              <a:gd name="connsiteX2" fmla="*/ 3061708 w 9759395"/>
              <a:gd name="connsiteY2" fmla="*/ 1357085 h 3338285"/>
              <a:gd name="connsiteX3" fmla="*/ 4019653 w 9759395"/>
              <a:gd name="connsiteY3" fmla="*/ 1349829 h 3338285"/>
              <a:gd name="connsiteX4" fmla="*/ 6218565 w 9759395"/>
              <a:gd name="connsiteY4" fmla="*/ 1857828 h 3338285"/>
              <a:gd name="connsiteX5" fmla="*/ 9375422 w 9759395"/>
              <a:gd name="connsiteY5" fmla="*/ 1872340 h 3338285"/>
              <a:gd name="connsiteX6" fmla="*/ 9411708 w 9759395"/>
              <a:gd name="connsiteY6" fmla="*/ 1074057 h 3338285"/>
              <a:gd name="connsiteX7" fmla="*/ 7220052 w 9759395"/>
              <a:gd name="connsiteY7" fmla="*/ 1030513 h 3338285"/>
              <a:gd name="connsiteX8" fmla="*/ 4367994 w 9759395"/>
              <a:gd name="connsiteY8" fmla="*/ 0 h 3338285"/>
              <a:gd name="connsiteX9" fmla="*/ 1777194 w 9759395"/>
              <a:gd name="connsiteY9" fmla="*/ 7257 h 3338285"/>
              <a:gd name="connsiteX10" fmla="*/ 6452 w 9759395"/>
              <a:gd name="connsiteY10" fmla="*/ 1792514 h 3338285"/>
              <a:gd name="connsiteX11" fmla="*/ 6449 w 9759395"/>
              <a:gd name="connsiteY11" fmla="*/ 2285999 h 3338285"/>
              <a:gd name="connsiteX0" fmla="*/ 2176336 w 9770679"/>
              <a:gd name="connsiteY0" fmla="*/ 3338285 h 3338285"/>
              <a:gd name="connsiteX1" fmla="*/ 2183595 w 9770679"/>
              <a:gd name="connsiteY1" fmla="*/ 2590799 h 3338285"/>
              <a:gd name="connsiteX2" fmla="*/ 3061708 w 9770679"/>
              <a:gd name="connsiteY2" fmla="*/ 1357085 h 3338285"/>
              <a:gd name="connsiteX3" fmla="*/ 4019653 w 9770679"/>
              <a:gd name="connsiteY3" fmla="*/ 1349829 h 3338285"/>
              <a:gd name="connsiteX4" fmla="*/ 6218565 w 9770679"/>
              <a:gd name="connsiteY4" fmla="*/ 1857828 h 3338285"/>
              <a:gd name="connsiteX5" fmla="*/ 9375422 w 9770679"/>
              <a:gd name="connsiteY5" fmla="*/ 1872340 h 3338285"/>
              <a:gd name="connsiteX6" fmla="*/ 9411708 w 9770679"/>
              <a:gd name="connsiteY6" fmla="*/ 1074057 h 3338285"/>
              <a:gd name="connsiteX7" fmla="*/ 7220052 w 9770679"/>
              <a:gd name="connsiteY7" fmla="*/ 1030513 h 3338285"/>
              <a:gd name="connsiteX8" fmla="*/ 4367994 w 9770679"/>
              <a:gd name="connsiteY8" fmla="*/ 0 h 3338285"/>
              <a:gd name="connsiteX9" fmla="*/ 1777194 w 9770679"/>
              <a:gd name="connsiteY9" fmla="*/ 7257 h 3338285"/>
              <a:gd name="connsiteX10" fmla="*/ 6452 w 9770679"/>
              <a:gd name="connsiteY10" fmla="*/ 1792514 h 3338285"/>
              <a:gd name="connsiteX11" fmla="*/ 6449 w 9770679"/>
              <a:gd name="connsiteY11" fmla="*/ 2285999 h 3338285"/>
              <a:gd name="connsiteX0" fmla="*/ 2176336 w 9603515"/>
              <a:gd name="connsiteY0" fmla="*/ 3338285 h 3338285"/>
              <a:gd name="connsiteX1" fmla="*/ 2183595 w 9603515"/>
              <a:gd name="connsiteY1" fmla="*/ 2590799 h 3338285"/>
              <a:gd name="connsiteX2" fmla="*/ 3061708 w 9603515"/>
              <a:gd name="connsiteY2" fmla="*/ 1357085 h 3338285"/>
              <a:gd name="connsiteX3" fmla="*/ 4019653 w 9603515"/>
              <a:gd name="connsiteY3" fmla="*/ 1349829 h 3338285"/>
              <a:gd name="connsiteX4" fmla="*/ 6218565 w 9603515"/>
              <a:gd name="connsiteY4" fmla="*/ 1857828 h 3338285"/>
              <a:gd name="connsiteX5" fmla="*/ 9375422 w 9603515"/>
              <a:gd name="connsiteY5" fmla="*/ 1872340 h 3338285"/>
              <a:gd name="connsiteX6" fmla="*/ 9411708 w 9603515"/>
              <a:gd name="connsiteY6" fmla="*/ 1074057 h 3338285"/>
              <a:gd name="connsiteX7" fmla="*/ 7220052 w 9603515"/>
              <a:gd name="connsiteY7" fmla="*/ 1030513 h 3338285"/>
              <a:gd name="connsiteX8" fmla="*/ 4367994 w 9603515"/>
              <a:gd name="connsiteY8" fmla="*/ 0 h 3338285"/>
              <a:gd name="connsiteX9" fmla="*/ 1777194 w 9603515"/>
              <a:gd name="connsiteY9" fmla="*/ 7257 h 3338285"/>
              <a:gd name="connsiteX10" fmla="*/ 6452 w 9603515"/>
              <a:gd name="connsiteY10" fmla="*/ 1792514 h 3338285"/>
              <a:gd name="connsiteX11" fmla="*/ 6449 w 9603515"/>
              <a:gd name="connsiteY11" fmla="*/ 2285999 h 3338285"/>
              <a:gd name="connsiteX0" fmla="*/ 2176336 w 9778128"/>
              <a:gd name="connsiteY0" fmla="*/ 3338285 h 3338285"/>
              <a:gd name="connsiteX1" fmla="*/ 2183595 w 9778128"/>
              <a:gd name="connsiteY1" fmla="*/ 2590799 h 3338285"/>
              <a:gd name="connsiteX2" fmla="*/ 3061708 w 9778128"/>
              <a:gd name="connsiteY2" fmla="*/ 1357085 h 3338285"/>
              <a:gd name="connsiteX3" fmla="*/ 4019653 w 9778128"/>
              <a:gd name="connsiteY3" fmla="*/ 1349829 h 3338285"/>
              <a:gd name="connsiteX4" fmla="*/ 6218565 w 9778128"/>
              <a:gd name="connsiteY4" fmla="*/ 1857828 h 3338285"/>
              <a:gd name="connsiteX5" fmla="*/ 9375422 w 9778128"/>
              <a:gd name="connsiteY5" fmla="*/ 1872340 h 3338285"/>
              <a:gd name="connsiteX6" fmla="*/ 9411708 w 9778128"/>
              <a:gd name="connsiteY6" fmla="*/ 1074057 h 3338285"/>
              <a:gd name="connsiteX7" fmla="*/ 7220052 w 9778128"/>
              <a:gd name="connsiteY7" fmla="*/ 1030513 h 3338285"/>
              <a:gd name="connsiteX8" fmla="*/ 4367994 w 9778128"/>
              <a:gd name="connsiteY8" fmla="*/ 0 h 3338285"/>
              <a:gd name="connsiteX9" fmla="*/ 1777194 w 9778128"/>
              <a:gd name="connsiteY9" fmla="*/ 7257 h 3338285"/>
              <a:gd name="connsiteX10" fmla="*/ 6452 w 9778128"/>
              <a:gd name="connsiteY10" fmla="*/ 1792514 h 3338285"/>
              <a:gd name="connsiteX11" fmla="*/ 6449 w 9778128"/>
              <a:gd name="connsiteY11" fmla="*/ 2285999 h 33382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303485 h 4303485"/>
              <a:gd name="connsiteX1" fmla="*/ 2183595 w 9778128"/>
              <a:gd name="connsiteY1" fmla="*/ 2590799 h 4303485"/>
              <a:gd name="connsiteX2" fmla="*/ 3061708 w 9778128"/>
              <a:gd name="connsiteY2" fmla="*/ 1357085 h 4303485"/>
              <a:gd name="connsiteX3" fmla="*/ 4019653 w 9778128"/>
              <a:gd name="connsiteY3" fmla="*/ 1349829 h 4303485"/>
              <a:gd name="connsiteX4" fmla="*/ 6218565 w 9778128"/>
              <a:gd name="connsiteY4" fmla="*/ 1857828 h 4303485"/>
              <a:gd name="connsiteX5" fmla="*/ 9375422 w 9778128"/>
              <a:gd name="connsiteY5" fmla="*/ 1872340 h 4303485"/>
              <a:gd name="connsiteX6" fmla="*/ 9411708 w 9778128"/>
              <a:gd name="connsiteY6" fmla="*/ 1074057 h 4303485"/>
              <a:gd name="connsiteX7" fmla="*/ 7220052 w 9778128"/>
              <a:gd name="connsiteY7" fmla="*/ 1030513 h 4303485"/>
              <a:gd name="connsiteX8" fmla="*/ 4367994 w 9778128"/>
              <a:gd name="connsiteY8" fmla="*/ 0 h 4303485"/>
              <a:gd name="connsiteX9" fmla="*/ 1777194 w 9778128"/>
              <a:gd name="connsiteY9" fmla="*/ 7257 h 4303485"/>
              <a:gd name="connsiteX10" fmla="*/ 6452 w 9778128"/>
              <a:gd name="connsiteY10" fmla="*/ 1792514 h 4303485"/>
              <a:gd name="connsiteX11" fmla="*/ 6449 w 9778128"/>
              <a:gd name="connsiteY11" fmla="*/ 2285999 h 43034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359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5386 w 9778128"/>
              <a:gd name="connsiteY0" fmla="*/ 4671785 h 4671785"/>
              <a:gd name="connsiteX1" fmla="*/ 2189945 w 9778128"/>
              <a:gd name="connsiteY1" fmla="*/ 2590799 h 4671785"/>
              <a:gd name="connsiteX2" fmla="*/ 3061708 w 9778128"/>
              <a:gd name="connsiteY2" fmla="*/ 1357085 h 4671785"/>
              <a:gd name="connsiteX3" fmla="*/ 4019653 w 9778128"/>
              <a:gd name="connsiteY3" fmla="*/ 1349829 h 4671785"/>
              <a:gd name="connsiteX4" fmla="*/ 6218565 w 9778128"/>
              <a:gd name="connsiteY4" fmla="*/ 1857828 h 4671785"/>
              <a:gd name="connsiteX5" fmla="*/ 9375422 w 9778128"/>
              <a:gd name="connsiteY5" fmla="*/ 1872340 h 4671785"/>
              <a:gd name="connsiteX6" fmla="*/ 9411708 w 9778128"/>
              <a:gd name="connsiteY6" fmla="*/ 1074057 h 4671785"/>
              <a:gd name="connsiteX7" fmla="*/ 7220052 w 9778128"/>
              <a:gd name="connsiteY7" fmla="*/ 1030513 h 4671785"/>
              <a:gd name="connsiteX8" fmla="*/ 4367994 w 9778128"/>
              <a:gd name="connsiteY8" fmla="*/ 0 h 4671785"/>
              <a:gd name="connsiteX9" fmla="*/ 1777194 w 9778128"/>
              <a:gd name="connsiteY9" fmla="*/ 7257 h 4671785"/>
              <a:gd name="connsiteX10" fmla="*/ 6452 w 9778128"/>
              <a:gd name="connsiteY10" fmla="*/ 1792514 h 4671785"/>
              <a:gd name="connsiteX11" fmla="*/ 6449 w 9778128"/>
              <a:gd name="connsiteY11" fmla="*/ 2285999 h 4671785"/>
              <a:gd name="connsiteX0" fmla="*/ 2197573 w 9780315"/>
              <a:gd name="connsiteY0" fmla="*/ 4671785 h 4671785"/>
              <a:gd name="connsiteX1" fmla="*/ 2192132 w 9780315"/>
              <a:gd name="connsiteY1" fmla="*/ 2590799 h 4671785"/>
              <a:gd name="connsiteX2" fmla="*/ 3063895 w 9780315"/>
              <a:gd name="connsiteY2" fmla="*/ 1357085 h 4671785"/>
              <a:gd name="connsiteX3" fmla="*/ 4021840 w 9780315"/>
              <a:gd name="connsiteY3" fmla="*/ 1349829 h 4671785"/>
              <a:gd name="connsiteX4" fmla="*/ 6220752 w 9780315"/>
              <a:gd name="connsiteY4" fmla="*/ 1857828 h 4671785"/>
              <a:gd name="connsiteX5" fmla="*/ 9377609 w 9780315"/>
              <a:gd name="connsiteY5" fmla="*/ 1872340 h 4671785"/>
              <a:gd name="connsiteX6" fmla="*/ 9413895 w 9780315"/>
              <a:gd name="connsiteY6" fmla="*/ 1074057 h 4671785"/>
              <a:gd name="connsiteX7" fmla="*/ 7222239 w 9780315"/>
              <a:gd name="connsiteY7" fmla="*/ 1030513 h 4671785"/>
              <a:gd name="connsiteX8" fmla="*/ 4370181 w 9780315"/>
              <a:gd name="connsiteY8" fmla="*/ 0 h 4671785"/>
              <a:gd name="connsiteX9" fmla="*/ 1779381 w 9780315"/>
              <a:gd name="connsiteY9" fmla="*/ 7257 h 4671785"/>
              <a:gd name="connsiteX10" fmla="*/ 8639 w 9780315"/>
              <a:gd name="connsiteY10" fmla="*/ 1792514 h 4671785"/>
              <a:gd name="connsiteX11" fmla="*/ 2286 w 9780315"/>
              <a:gd name="connsiteY11" fmla="*/ 3003549 h 4671785"/>
              <a:gd name="connsiteX0" fmla="*/ 2191234 w 9773976"/>
              <a:gd name="connsiteY0" fmla="*/ 4671785 h 4671785"/>
              <a:gd name="connsiteX1" fmla="*/ 2185793 w 9773976"/>
              <a:gd name="connsiteY1" fmla="*/ 2590799 h 4671785"/>
              <a:gd name="connsiteX2" fmla="*/ 3057556 w 9773976"/>
              <a:gd name="connsiteY2" fmla="*/ 1357085 h 4671785"/>
              <a:gd name="connsiteX3" fmla="*/ 4015501 w 9773976"/>
              <a:gd name="connsiteY3" fmla="*/ 1349829 h 4671785"/>
              <a:gd name="connsiteX4" fmla="*/ 6214413 w 9773976"/>
              <a:gd name="connsiteY4" fmla="*/ 1857828 h 4671785"/>
              <a:gd name="connsiteX5" fmla="*/ 9371270 w 9773976"/>
              <a:gd name="connsiteY5" fmla="*/ 1872340 h 4671785"/>
              <a:gd name="connsiteX6" fmla="*/ 9407556 w 9773976"/>
              <a:gd name="connsiteY6" fmla="*/ 1074057 h 4671785"/>
              <a:gd name="connsiteX7" fmla="*/ 7215900 w 9773976"/>
              <a:gd name="connsiteY7" fmla="*/ 1030513 h 4671785"/>
              <a:gd name="connsiteX8" fmla="*/ 4363842 w 9773976"/>
              <a:gd name="connsiteY8" fmla="*/ 0 h 4671785"/>
              <a:gd name="connsiteX9" fmla="*/ 1773042 w 9773976"/>
              <a:gd name="connsiteY9" fmla="*/ 7257 h 4671785"/>
              <a:gd name="connsiteX10" fmla="*/ 2300 w 9773976"/>
              <a:gd name="connsiteY10" fmla="*/ 1792514 h 4671785"/>
              <a:gd name="connsiteX11" fmla="*/ 46747 w 9773976"/>
              <a:gd name="connsiteY11" fmla="*/ 3124199 h 4671785"/>
              <a:gd name="connsiteX0" fmla="*/ 2194069 w 9776811"/>
              <a:gd name="connsiteY0" fmla="*/ 4671785 h 4671785"/>
              <a:gd name="connsiteX1" fmla="*/ 2188628 w 9776811"/>
              <a:gd name="connsiteY1" fmla="*/ 2590799 h 4671785"/>
              <a:gd name="connsiteX2" fmla="*/ 3060391 w 9776811"/>
              <a:gd name="connsiteY2" fmla="*/ 1357085 h 4671785"/>
              <a:gd name="connsiteX3" fmla="*/ 4018336 w 9776811"/>
              <a:gd name="connsiteY3" fmla="*/ 1349829 h 4671785"/>
              <a:gd name="connsiteX4" fmla="*/ 6217248 w 9776811"/>
              <a:gd name="connsiteY4" fmla="*/ 1857828 h 4671785"/>
              <a:gd name="connsiteX5" fmla="*/ 9374105 w 9776811"/>
              <a:gd name="connsiteY5" fmla="*/ 1872340 h 4671785"/>
              <a:gd name="connsiteX6" fmla="*/ 9410391 w 9776811"/>
              <a:gd name="connsiteY6" fmla="*/ 1074057 h 4671785"/>
              <a:gd name="connsiteX7" fmla="*/ 7218735 w 9776811"/>
              <a:gd name="connsiteY7" fmla="*/ 1030513 h 4671785"/>
              <a:gd name="connsiteX8" fmla="*/ 4366677 w 9776811"/>
              <a:gd name="connsiteY8" fmla="*/ 0 h 4671785"/>
              <a:gd name="connsiteX9" fmla="*/ 1775877 w 9776811"/>
              <a:gd name="connsiteY9" fmla="*/ 7257 h 4671785"/>
              <a:gd name="connsiteX10" fmla="*/ 5135 w 9776811"/>
              <a:gd name="connsiteY10" fmla="*/ 1792514 h 4671785"/>
              <a:gd name="connsiteX11" fmla="*/ 11482 w 9776811"/>
              <a:gd name="connsiteY11" fmla="*/ 3124199 h 4671785"/>
              <a:gd name="connsiteX0" fmla="*/ 2168669 w 9776811"/>
              <a:gd name="connsiteY0" fmla="*/ 4493985 h 4493985"/>
              <a:gd name="connsiteX1" fmla="*/ 2188628 w 9776811"/>
              <a:gd name="connsiteY1" fmla="*/ 2590799 h 4493985"/>
              <a:gd name="connsiteX2" fmla="*/ 3060391 w 9776811"/>
              <a:gd name="connsiteY2" fmla="*/ 1357085 h 4493985"/>
              <a:gd name="connsiteX3" fmla="*/ 4018336 w 9776811"/>
              <a:gd name="connsiteY3" fmla="*/ 1349829 h 4493985"/>
              <a:gd name="connsiteX4" fmla="*/ 6217248 w 9776811"/>
              <a:gd name="connsiteY4" fmla="*/ 1857828 h 4493985"/>
              <a:gd name="connsiteX5" fmla="*/ 9374105 w 9776811"/>
              <a:gd name="connsiteY5" fmla="*/ 1872340 h 4493985"/>
              <a:gd name="connsiteX6" fmla="*/ 9410391 w 9776811"/>
              <a:gd name="connsiteY6" fmla="*/ 1074057 h 4493985"/>
              <a:gd name="connsiteX7" fmla="*/ 7218735 w 9776811"/>
              <a:gd name="connsiteY7" fmla="*/ 1030513 h 4493985"/>
              <a:gd name="connsiteX8" fmla="*/ 4366677 w 9776811"/>
              <a:gd name="connsiteY8" fmla="*/ 0 h 4493985"/>
              <a:gd name="connsiteX9" fmla="*/ 1775877 w 9776811"/>
              <a:gd name="connsiteY9" fmla="*/ 7257 h 4493985"/>
              <a:gd name="connsiteX10" fmla="*/ 5135 w 9776811"/>
              <a:gd name="connsiteY10" fmla="*/ 1792514 h 4493985"/>
              <a:gd name="connsiteX11" fmla="*/ 11482 w 9776811"/>
              <a:gd name="connsiteY11" fmla="*/ 3124199 h 4493985"/>
              <a:gd name="connsiteX0" fmla="*/ 2187719 w 9776811"/>
              <a:gd name="connsiteY0" fmla="*/ 4411435 h 4411435"/>
              <a:gd name="connsiteX1" fmla="*/ 2188628 w 9776811"/>
              <a:gd name="connsiteY1" fmla="*/ 2590799 h 4411435"/>
              <a:gd name="connsiteX2" fmla="*/ 3060391 w 9776811"/>
              <a:gd name="connsiteY2" fmla="*/ 1357085 h 4411435"/>
              <a:gd name="connsiteX3" fmla="*/ 4018336 w 9776811"/>
              <a:gd name="connsiteY3" fmla="*/ 1349829 h 4411435"/>
              <a:gd name="connsiteX4" fmla="*/ 6217248 w 9776811"/>
              <a:gd name="connsiteY4" fmla="*/ 1857828 h 4411435"/>
              <a:gd name="connsiteX5" fmla="*/ 9374105 w 9776811"/>
              <a:gd name="connsiteY5" fmla="*/ 1872340 h 4411435"/>
              <a:gd name="connsiteX6" fmla="*/ 9410391 w 9776811"/>
              <a:gd name="connsiteY6" fmla="*/ 1074057 h 4411435"/>
              <a:gd name="connsiteX7" fmla="*/ 7218735 w 9776811"/>
              <a:gd name="connsiteY7" fmla="*/ 1030513 h 4411435"/>
              <a:gd name="connsiteX8" fmla="*/ 4366677 w 9776811"/>
              <a:gd name="connsiteY8" fmla="*/ 0 h 4411435"/>
              <a:gd name="connsiteX9" fmla="*/ 1775877 w 9776811"/>
              <a:gd name="connsiteY9" fmla="*/ 7257 h 4411435"/>
              <a:gd name="connsiteX10" fmla="*/ 5135 w 9776811"/>
              <a:gd name="connsiteY10" fmla="*/ 1792514 h 4411435"/>
              <a:gd name="connsiteX11" fmla="*/ 11482 w 9776811"/>
              <a:gd name="connsiteY11" fmla="*/ 3124199 h 4411435"/>
              <a:gd name="connsiteX0" fmla="*/ 2194069 w 9776811"/>
              <a:gd name="connsiteY0" fmla="*/ 4297135 h 4297135"/>
              <a:gd name="connsiteX1" fmla="*/ 2188628 w 9776811"/>
              <a:gd name="connsiteY1" fmla="*/ 2590799 h 4297135"/>
              <a:gd name="connsiteX2" fmla="*/ 3060391 w 9776811"/>
              <a:gd name="connsiteY2" fmla="*/ 1357085 h 4297135"/>
              <a:gd name="connsiteX3" fmla="*/ 4018336 w 9776811"/>
              <a:gd name="connsiteY3" fmla="*/ 1349829 h 4297135"/>
              <a:gd name="connsiteX4" fmla="*/ 6217248 w 9776811"/>
              <a:gd name="connsiteY4" fmla="*/ 1857828 h 4297135"/>
              <a:gd name="connsiteX5" fmla="*/ 9374105 w 9776811"/>
              <a:gd name="connsiteY5" fmla="*/ 1872340 h 4297135"/>
              <a:gd name="connsiteX6" fmla="*/ 9410391 w 9776811"/>
              <a:gd name="connsiteY6" fmla="*/ 1074057 h 4297135"/>
              <a:gd name="connsiteX7" fmla="*/ 7218735 w 9776811"/>
              <a:gd name="connsiteY7" fmla="*/ 1030513 h 4297135"/>
              <a:gd name="connsiteX8" fmla="*/ 4366677 w 9776811"/>
              <a:gd name="connsiteY8" fmla="*/ 0 h 4297135"/>
              <a:gd name="connsiteX9" fmla="*/ 1775877 w 9776811"/>
              <a:gd name="connsiteY9" fmla="*/ 7257 h 4297135"/>
              <a:gd name="connsiteX10" fmla="*/ 5135 w 9776811"/>
              <a:gd name="connsiteY10" fmla="*/ 1792514 h 4297135"/>
              <a:gd name="connsiteX11" fmla="*/ 11482 w 9776811"/>
              <a:gd name="connsiteY11" fmla="*/ 3124199 h 4297135"/>
              <a:gd name="connsiteX0" fmla="*/ 2162319 w 9776811"/>
              <a:gd name="connsiteY0" fmla="*/ 4055835 h 4055835"/>
              <a:gd name="connsiteX1" fmla="*/ 2188628 w 9776811"/>
              <a:gd name="connsiteY1" fmla="*/ 2590799 h 4055835"/>
              <a:gd name="connsiteX2" fmla="*/ 3060391 w 9776811"/>
              <a:gd name="connsiteY2" fmla="*/ 1357085 h 4055835"/>
              <a:gd name="connsiteX3" fmla="*/ 4018336 w 9776811"/>
              <a:gd name="connsiteY3" fmla="*/ 1349829 h 4055835"/>
              <a:gd name="connsiteX4" fmla="*/ 6217248 w 9776811"/>
              <a:gd name="connsiteY4" fmla="*/ 1857828 h 4055835"/>
              <a:gd name="connsiteX5" fmla="*/ 9374105 w 9776811"/>
              <a:gd name="connsiteY5" fmla="*/ 1872340 h 4055835"/>
              <a:gd name="connsiteX6" fmla="*/ 9410391 w 9776811"/>
              <a:gd name="connsiteY6" fmla="*/ 1074057 h 4055835"/>
              <a:gd name="connsiteX7" fmla="*/ 7218735 w 9776811"/>
              <a:gd name="connsiteY7" fmla="*/ 1030513 h 4055835"/>
              <a:gd name="connsiteX8" fmla="*/ 4366677 w 9776811"/>
              <a:gd name="connsiteY8" fmla="*/ 0 h 4055835"/>
              <a:gd name="connsiteX9" fmla="*/ 1775877 w 9776811"/>
              <a:gd name="connsiteY9" fmla="*/ 7257 h 4055835"/>
              <a:gd name="connsiteX10" fmla="*/ 5135 w 9776811"/>
              <a:gd name="connsiteY10" fmla="*/ 1792514 h 4055835"/>
              <a:gd name="connsiteX11" fmla="*/ 11482 w 9776811"/>
              <a:gd name="connsiteY11" fmla="*/ 3124199 h 4055835"/>
              <a:gd name="connsiteX0" fmla="*/ 2187719 w 9776811"/>
              <a:gd name="connsiteY0" fmla="*/ 4062185 h 4062185"/>
              <a:gd name="connsiteX1" fmla="*/ 2188628 w 9776811"/>
              <a:gd name="connsiteY1" fmla="*/ 2590799 h 4062185"/>
              <a:gd name="connsiteX2" fmla="*/ 3060391 w 9776811"/>
              <a:gd name="connsiteY2" fmla="*/ 1357085 h 4062185"/>
              <a:gd name="connsiteX3" fmla="*/ 4018336 w 9776811"/>
              <a:gd name="connsiteY3" fmla="*/ 1349829 h 4062185"/>
              <a:gd name="connsiteX4" fmla="*/ 6217248 w 9776811"/>
              <a:gd name="connsiteY4" fmla="*/ 1857828 h 4062185"/>
              <a:gd name="connsiteX5" fmla="*/ 9374105 w 9776811"/>
              <a:gd name="connsiteY5" fmla="*/ 1872340 h 4062185"/>
              <a:gd name="connsiteX6" fmla="*/ 9410391 w 9776811"/>
              <a:gd name="connsiteY6" fmla="*/ 1074057 h 4062185"/>
              <a:gd name="connsiteX7" fmla="*/ 7218735 w 9776811"/>
              <a:gd name="connsiteY7" fmla="*/ 1030513 h 4062185"/>
              <a:gd name="connsiteX8" fmla="*/ 4366677 w 9776811"/>
              <a:gd name="connsiteY8" fmla="*/ 0 h 4062185"/>
              <a:gd name="connsiteX9" fmla="*/ 1775877 w 9776811"/>
              <a:gd name="connsiteY9" fmla="*/ 7257 h 4062185"/>
              <a:gd name="connsiteX10" fmla="*/ 5135 w 9776811"/>
              <a:gd name="connsiteY10" fmla="*/ 1792514 h 4062185"/>
              <a:gd name="connsiteX11" fmla="*/ 11482 w 9776811"/>
              <a:gd name="connsiteY11" fmla="*/ 3124199 h 406218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3124199 h 3928835"/>
              <a:gd name="connsiteX0" fmla="*/ 2175019 w 9776811"/>
              <a:gd name="connsiteY0" fmla="*/ 3928835 h 3928835"/>
              <a:gd name="connsiteX1" fmla="*/ 2188628 w 9776811"/>
              <a:gd name="connsiteY1" fmla="*/ 2590799 h 3928835"/>
              <a:gd name="connsiteX2" fmla="*/ 3060391 w 9776811"/>
              <a:gd name="connsiteY2" fmla="*/ 1357085 h 3928835"/>
              <a:gd name="connsiteX3" fmla="*/ 4018336 w 9776811"/>
              <a:gd name="connsiteY3" fmla="*/ 1349829 h 3928835"/>
              <a:gd name="connsiteX4" fmla="*/ 6217248 w 9776811"/>
              <a:gd name="connsiteY4" fmla="*/ 1857828 h 3928835"/>
              <a:gd name="connsiteX5" fmla="*/ 9374105 w 9776811"/>
              <a:gd name="connsiteY5" fmla="*/ 1872340 h 3928835"/>
              <a:gd name="connsiteX6" fmla="*/ 9410391 w 9776811"/>
              <a:gd name="connsiteY6" fmla="*/ 1074057 h 3928835"/>
              <a:gd name="connsiteX7" fmla="*/ 7218735 w 9776811"/>
              <a:gd name="connsiteY7" fmla="*/ 1030513 h 3928835"/>
              <a:gd name="connsiteX8" fmla="*/ 4366677 w 9776811"/>
              <a:gd name="connsiteY8" fmla="*/ 0 h 3928835"/>
              <a:gd name="connsiteX9" fmla="*/ 1775877 w 9776811"/>
              <a:gd name="connsiteY9" fmla="*/ 7257 h 3928835"/>
              <a:gd name="connsiteX10" fmla="*/ 5135 w 9776811"/>
              <a:gd name="connsiteY10" fmla="*/ 1792514 h 3928835"/>
              <a:gd name="connsiteX11" fmla="*/ 11482 w 9776811"/>
              <a:gd name="connsiteY11" fmla="*/ 2901949 h 3928835"/>
              <a:gd name="connsiteX0" fmla="*/ 2172703 w 9774495"/>
              <a:gd name="connsiteY0" fmla="*/ 3928835 h 3928835"/>
              <a:gd name="connsiteX1" fmla="*/ 2186312 w 9774495"/>
              <a:gd name="connsiteY1" fmla="*/ 2590799 h 3928835"/>
              <a:gd name="connsiteX2" fmla="*/ 3058075 w 9774495"/>
              <a:gd name="connsiteY2" fmla="*/ 1357085 h 3928835"/>
              <a:gd name="connsiteX3" fmla="*/ 4016020 w 9774495"/>
              <a:gd name="connsiteY3" fmla="*/ 1349829 h 3928835"/>
              <a:gd name="connsiteX4" fmla="*/ 6214932 w 9774495"/>
              <a:gd name="connsiteY4" fmla="*/ 1857828 h 3928835"/>
              <a:gd name="connsiteX5" fmla="*/ 9371789 w 9774495"/>
              <a:gd name="connsiteY5" fmla="*/ 1872340 h 3928835"/>
              <a:gd name="connsiteX6" fmla="*/ 9408075 w 9774495"/>
              <a:gd name="connsiteY6" fmla="*/ 1074057 h 3928835"/>
              <a:gd name="connsiteX7" fmla="*/ 7216419 w 9774495"/>
              <a:gd name="connsiteY7" fmla="*/ 1030513 h 3928835"/>
              <a:gd name="connsiteX8" fmla="*/ 4364361 w 9774495"/>
              <a:gd name="connsiteY8" fmla="*/ 0 h 3928835"/>
              <a:gd name="connsiteX9" fmla="*/ 1773561 w 9774495"/>
              <a:gd name="connsiteY9" fmla="*/ 7257 h 3928835"/>
              <a:gd name="connsiteX10" fmla="*/ 2819 w 9774495"/>
              <a:gd name="connsiteY10" fmla="*/ 1792514 h 3928835"/>
              <a:gd name="connsiteX11" fmla="*/ 34566 w 9774495"/>
              <a:gd name="connsiteY11" fmla="*/ 316864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244849 h 3928835"/>
              <a:gd name="connsiteX0" fmla="*/ 2174146 w 9775938"/>
              <a:gd name="connsiteY0" fmla="*/ 3928835 h 3928835"/>
              <a:gd name="connsiteX1" fmla="*/ 2187755 w 9775938"/>
              <a:gd name="connsiteY1" fmla="*/ 2590799 h 3928835"/>
              <a:gd name="connsiteX2" fmla="*/ 3059518 w 9775938"/>
              <a:gd name="connsiteY2" fmla="*/ 1357085 h 3928835"/>
              <a:gd name="connsiteX3" fmla="*/ 4017463 w 9775938"/>
              <a:gd name="connsiteY3" fmla="*/ 1349829 h 3928835"/>
              <a:gd name="connsiteX4" fmla="*/ 6216375 w 9775938"/>
              <a:gd name="connsiteY4" fmla="*/ 1857828 h 3928835"/>
              <a:gd name="connsiteX5" fmla="*/ 9373232 w 9775938"/>
              <a:gd name="connsiteY5" fmla="*/ 1872340 h 3928835"/>
              <a:gd name="connsiteX6" fmla="*/ 9409518 w 9775938"/>
              <a:gd name="connsiteY6" fmla="*/ 1074057 h 3928835"/>
              <a:gd name="connsiteX7" fmla="*/ 7217862 w 9775938"/>
              <a:gd name="connsiteY7" fmla="*/ 1030513 h 3928835"/>
              <a:gd name="connsiteX8" fmla="*/ 4365804 w 9775938"/>
              <a:gd name="connsiteY8" fmla="*/ 0 h 3928835"/>
              <a:gd name="connsiteX9" fmla="*/ 1775004 w 9775938"/>
              <a:gd name="connsiteY9" fmla="*/ 7257 h 3928835"/>
              <a:gd name="connsiteX10" fmla="*/ 4262 w 9775938"/>
              <a:gd name="connsiteY10" fmla="*/ 1792514 h 3928835"/>
              <a:gd name="connsiteX11" fmla="*/ 16959 w 9775938"/>
              <a:gd name="connsiteY11" fmla="*/ 33400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263899 h 3928835"/>
              <a:gd name="connsiteX0" fmla="*/ 2176335 w 9778127"/>
              <a:gd name="connsiteY0" fmla="*/ 3928835 h 3928835"/>
              <a:gd name="connsiteX1" fmla="*/ 2189944 w 9778127"/>
              <a:gd name="connsiteY1" fmla="*/ 2590799 h 3928835"/>
              <a:gd name="connsiteX2" fmla="*/ 3061707 w 9778127"/>
              <a:gd name="connsiteY2" fmla="*/ 1357085 h 3928835"/>
              <a:gd name="connsiteX3" fmla="*/ 4019652 w 9778127"/>
              <a:gd name="connsiteY3" fmla="*/ 1349829 h 3928835"/>
              <a:gd name="connsiteX4" fmla="*/ 6218564 w 9778127"/>
              <a:gd name="connsiteY4" fmla="*/ 1857828 h 3928835"/>
              <a:gd name="connsiteX5" fmla="*/ 9375421 w 9778127"/>
              <a:gd name="connsiteY5" fmla="*/ 1872340 h 3928835"/>
              <a:gd name="connsiteX6" fmla="*/ 9411707 w 9778127"/>
              <a:gd name="connsiteY6" fmla="*/ 1074057 h 3928835"/>
              <a:gd name="connsiteX7" fmla="*/ 7220051 w 9778127"/>
              <a:gd name="connsiteY7" fmla="*/ 1030513 h 3928835"/>
              <a:gd name="connsiteX8" fmla="*/ 4367993 w 9778127"/>
              <a:gd name="connsiteY8" fmla="*/ 0 h 3928835"/>
              <a:gd name="connsiteX9" fmla="*/ 1777193 w 9778127"/>
              <a:gd name="connsiteY9" fmla="*/ 7257 h 3928835"/>
              <a:gd name="connsiteX10" fmla="*/ 6451 w 9778127"/>
              <a:gd name="connsiteY10" fmla="*/ 1792514 h 3928835"/>
              <a:gd name="connsiteX11" fmla="*/ 6448 w 9778127"/>
              <a:gd name="connsiteY11" fmla="*/ 31876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36899 h 3928835"/>
              <a:gd name="connsiteX0" fmla="*/ 2173063 w 9774855"/>
              <a:gd name="connsiteY0" fmla="*/ 3928835 h 3928835"/>
              <a:gd name="connsiteX1" fmla="*/ 2186672 w 9774855"/>
              <a:gd name="connsiteY1" fmla="*/ 2590799 h 3928835"/>
              <a:gd name="connsiteX2" fmla="*/ 3058435 w 9774855"/>
              <a:gd name="connsiteY2" fmla="*/ 1357085 h 3928835"/>
              <a:gd name="connsiteX3" fmla="*/ 4016380 w 9774855"/>
              <a:gd name="connsiteY3" fmla="*/ 1349829 h 3928835"/>
              <a:gd name="connsiteX4" fmla="*/ 6215292 w 9774855"/>
              <a:gd name="connsiteY4" fmla="*/ 1857828 h 3928835"/>
              <a:gd name="connsiteX5" fmla="*/ 9372149 w 9774855"/>
              <a:gd name="connsiteY5" fmla="*/ 1872340 h 3928835"/>
              <a:gd name="connsiteX6" fmla="*/ 9408435 w 9774855"/>
              <a:gd name="connsiteY6" fmla="*/ 1074057 h 3928835"/>
              <a:gd name="connsiteX7" fmla="*/ 7216779 w 9774855"/>
              <a:gd name="connsiteY7" fmla="*/ 1030513 h 3928835"/>
              <a:gd name="connsiteX8" fmla="*/ 4364721 w 9774855"/>
              <a:gd name="connsiteY8" fmla="*/ 0 h 3928835"/>
              <a:gd name="connsiteX9" fmla="*/ 1773921 w 9774855"/>
              <a:gd name="connsiteY9" fmla="*/ 7257 h 3928835"/>
              <a:gd name="connsiteX10" fmla="*/ 3179 w 9774855"/>
              <a:gd name="connsiteY10" fmla="*/ 1792514 h 3928835"/>
              <a:gd name="connsiteX11" fmla="*/ 28576 w 9774855"/>
              <a:gd name="connsiteY11" fmla="*/ 3124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30479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717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928835 h 3928835"/>
              <a:gd name="connsiteX1" fmla="*/ 2187134 w 9775317"/>
              <a:gd name="connsiteY1" fmla="*/ 2590799 h 3928835"/>
              <a:gd name="connsiteX2" fmla="*/ 3058897 w 9775317"/>
              <a:gd name="connsiteY2" fmla="*/ 1357085 h 3928835"/>
              <a:gd name="connsiteX3" fmla="*/ 4016842 w 9775317"/>
              <a:gd name="connsiteY3" fmla="*/ 1349829 h 3928835"/>
              <a:gd name="connsiteX4" fmla="*/ 6215754 w 9775317"/>
              <a:gd name="connsiteY4" fmla="*/ 1857828 h 3928835"/>
              <a:gd name="connsiteX5" fmla="*/ 9372611 w 9775317"/>
              <a:gd name="connsiteY5" fmla="*/ 1872340 h 3928835"/>
              <a:gd name="connsiteX6" fmla="*/ 9408897 w 9775317"/>
              <a:gd name="connsiteY6" fmla="*/ 1074057 h 3928835"/>
              <a:gd name="connsiteX7" fmla="*/ 7217241 w 9775317"/>
              <a:gd name="connsiteY7" fmla="*/ 1030513 h 3928835"/>
              <a:gd name="connsiteX8" fmla="*/ 4365183 w 9775317"/>
              <a:gd name="connsiteY8" fmla="*/ 0 h 3928835"/>
              <a:gd name="connsiteX9" fmla="*/ 1774383 w 9775317"/>
              <a:gd name="connsiteY9" fmla="*/ 7257 h 3928835"/>
              <a:gd name="connsiteX10" fmla="*/ 3641 w 9775317"/>
              <a:gd name="connsiteY10" fmla="*/ 1792514 h 3928835"/>
              <a:gd name="connsiteX11" fmla="*/ 22688 w 9775317"/>
              <a:gd name="connsiteY11" fmla="*/ 2997199 h 3928835"/>
              <a:gd name="connsiteX0" fmla="*/ 2173525 w 9775317"/>
              <a:gd name="connsiteY0" fmla="*/ 3884385 h 3884385"/>
              <a:gd name="connsiteX1" fmla="*/ 2187134 w 9775317"/>
              <a:gd name="connsiteY1" fmla="*/ 2590799 h 3884385"/>
              <a:gd name="connsiteX2" fmla="*/ 3058897 w 9775317"/>
              <a:gd name="connsiteY2" fmla="*/ 1357085 h 3884385"/>
              <a:gd name="connsiteX3" fmla="*/ 4016842 w 9775317"/>
              <a:gd name="connsiteY3" fmla="*/ 1349829 h 3884385"/>
              <a:gd name="connsiteX4" fmla="*/ 6215754 w 9775317"/>
              <a:gd name="connsiteY4" fmla="*/ 1857828 h 3884385"/>
              <a:gd name="connsiteX5" fmla="*/ 9372611 w 9775317"/>
              <a:gd name="connsiteY5" fmla="*/ 1872340 h 3884385"/>
              <a:gd name="connsiteX6" fmla="*/ 9408897 w 9775317"/>
              <a:gd name="connsiteY6" fmla="*/ 1074057 h 3884385"/>
              <a:gd name="connsiteX7" fmla="*/ 7217241 w 9775317"/>
              <a:gd name="connsiteY7" fmla="*/ 1030513 h 3884385"/>
              <a:gd name="connsiteX8" fmla="*/ 4365183 w 9775317"/>
              <a:gd name="connsiteY8" fmla="*/ 0 h 3884385"/>
              <a:gd name="connsiteX9" fmla="*/ 1774383 w 9775317"/>
              <a:gd name="connsiteY9" fmla="*/ 7257 h 3884385"/>
              <a:gd name="connsiteX10" fmla="*/ 3641 w 9775317"/>
              <a:gd name="connsiteY10" fmla="*/ 1792514 h 3884385"/>
              <a:gd name="connsiteX11" fmla="*/ 22688 w 9775317"/>
              <a:gd name="connsiteY11" fmla="*/ 2997199 h 3884385"/>
              <a:gd name="connsiteX0" fmla="*/ 2173525 w 9775317"/>
              <a:gd name="connsiteY0" fmla="*/ 3846285 h 3846285"/>
              <a:gd name="connsiteX1" fmla="*/ 2187134 w 9775317"/>
              <a:gd name="connsiteY1" fmla="*/ 2590799 h 3846285"/>
              <a:gd name="connsiteX2" fmla="*/ 3058897 w 9775317"/>
              <a:gd name="connsiteY2" fmla="*/ 1357085 h 3846285"/>
              <a:gd name="connsiteX3" fmla="*/ 4016842 w 9775317"/>
              <a:gd name="connsiteY3" fmla="*/ 1349829 h 3846285"/>
              <a:gd name="connsiteX4" fmla="*/ 6215754 w 9775317"/>
              <a:gd name="connsiteY4" fmla="*/ 1857828 h 3846285"/>
              <a:gd name="connsiteX5" fmla="*/ 9372611 w 9775317"/>
              <a:gd name="connsiteY5" fmla="*/ 1872340 h 3846285"/>
              <a:gd name="connsiteX6" fmla="*/ 9408897 w 9775317"/>
              <a:gd name="connsiteY6" fmla="*/ 1074057 h 3846285"/>
              <a:gd name="connsiteX7" fmla="*/ 7217241 w 9775317"/>
              <a:gd name="connsiteY7" fmla="*/ 1030513 h 3846285"/>
              <a:gd name="connsiteX8" fmla="*/ 4365183 w 9775317"/>
              <a:gd name="connsiteY8" fmla="*/ 0 h 3846285"/>
              <a:gd name="connsiteX9" fmla="*/ 1774383 w 9775317"/>
              <a:gd name="connsiteY9" fmla="*/ 7257 h 3846285"/>
              <a:gd name="connsiteX10" fmla="*/ 3641 w 9775317"/>
              <a:gd name="connsiteY10" fmla="*/ 1792514 h 3846285"/>
              <a:gd name="connsiteX11" fmla="*/ 22688 w 9775317"/>
              <a:gd name="connsiteY11" fmla="*/ 2997199 h 3846285"/>
              <a:gd name="connsiteX0" fmla="*/ 2173525 w 9775317"/>
              <a:gd name="connsiteY0" fmla="*/ 3827235 h 3827235"/>
              <a:gd name="connsiteX1" fmla="*/ 2187134 w 9775317"/>
              <a:gd name="connsiteY1" fmla="*/ 2590799 h 3827235"/>
              <a:gd name="connsiteX2" fmla="*/ 3058897 w 9775317"/>
              <a:gd name="connsiteY2" fmla="*/ 1357085 h 3827235"/>
              <a:gd name="connsiteX3" fmla="*/ 4016842 w 9775317"/>
              <a:gd name="connsiteY3" fmla="*/ 1349829 h 3827235"/>
              <a:gd name="connsiteX4" fmla="*/ 6215754 w 9775317"/>
              <a:gd name="connsiteY4" fmla="*/ 1857828 h 3827235"/>
              <a:gd name="connsiteX5" fmla="*/ 9372611 w 9775317"/>
              <a:gd name="connsiteY5" fmla="*/ 1872340 h 3827235"/>
              <a:gd name="connsiteX6" fmla="*/ 9408897 w 9775317"/>
              <a:gd name="connsiteY6" fmla="*/ 1074057 h 3827235"/>
              <a:gd name="connsiteX7" fmla="*/ 7217241 w 9775317"/>
              <a:gd name="connsiteY7" fmla="*/ 1030513 h 3827235"/>
              <a:gd name="connsiteX8" fmla="*/ 4365183 w 9775317"/>
              <a:gd name="connsiteY8" fmla="*/ 0 h 3827235"/>
              <a:gd name="connsiteX9" fmla="*/ 1774383 w 9775317"/>
              <a:gd name="connsiteY9" fmla="*/ 7257 h 3827235"/>
              <a:gd name="connsiteX10" fmla="*/ 3641 w 9775317"/>
              <a:gd name="connsiteY10" fmla="*/ 1792514 h 3827235"/>
              <a:gd name="connsiteX11" fmla="*/ 22688 w 9775317"/>
              <a:gd name="connsiteY11" fmla="*/ 2997199 h 3827235"/>
              <a:gd name="connsiteX0" fmla="*/ 2189400 w 9775317"/>
              <a:gd name="connsiteY0" fmla="*/ 3808185 h 3808185"/>
              <a:gd name="connsiteX1" fmla="*/ 2187134 w 9775317"/>
              <a:gd name="connsiteY1" fmla="*/ 2590799 h 3808185"/>
              <a:gd name="connsiteX2" fmla="*/ 3058897 w 9775317"/>
              <a:gd name="connsiteY2" fmla="*/ 1357085 h 3808185"/>
              <a:gd name="connsiteX3" fmla="*/ 4016842 w 9775317"/>
              <a:gd name="connsiteY3" fmla="*/ 1349829 h 3808185"/>
              <a:gd name="connsiteX4" fmla="*/ 6215754 w 9775317"/>
              <a:gd name="connsiteY4" fmla="*/ 1857828 h 3808185"/>
              <a:gd name="connsiteX5" fmla="*/ 9372611 w 9775317"/>
              <a:gd name="connsiteY5" fmla="*/ 1872340 h 3808185"/>
              <a:gd name="connsiteX6" fmla="*/ 9408897 w 9775317"/>
              <a:gd name="connsiteY6" fmla="*/ 1074057 h 3808185"/>
              <a:gd name="connsiteX7" fmla="*/ 7217241 w 9775317"/>
              <a:gd name="connsiteY7" fmla="*/ 1030513 h 3808185"/>
              <a:gd name="connsiteX8" fmla="*/ 4365183 w 9775317"/>
              <a:gd name="connsiteY8" fmla="*/ 0 h 3808185"/>
              <a:gd name="connsiteX9" fmla="*/ 1774383 w 9775317"/>
              <a:gd name="connsiteY9" fmla="*/ 7257 h 3808185"/>
              <a:gd name="connsiteX10" fmla="*/ 3641 w 9775317"/>
              <a:gd name="connsiteY10" fmla="*/ 1792514 h 3808185"/>
              <a:gd name="connsiteX11" fmla="*/ 22688 w 9775317"/>
              <a:gd name="connsiteY11" fmla="*/ 2997199 h 3808185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89400 w 9775317"/>
              <a:gd name="connsiteY0" fmla="*/ 3779610 h 3779610"/>
              <a:gd name="connsiteX1" fmla="*/ 2187134 w 9775317"/>
              <a:gd name="connsiteY1" fmla="*/ 2590799 h 3779610"/>
              <a:gd name="connsiteX2" fmla="*/ 3058897 w 9775317"/>
              <a:gd name="connsiteY2" fmla="*/ 1357085 h 3779610"/>
              <a:gd name="connsiteX3" fmla="*/ 4016842 w 9775317"/>
              <a:gd name="connsiteY3" fmla="*/ 1349829 h 3779610"/>
              <a:gd name="connsiteX4" fmla="*/ 6215754 w 9775317"/>
              <a:gd name="connsiteY4" fmla="*/ 1857828 h 3779610"/>
              <a:gd name="connsiteX5" fmla="*/ 9372611 w 9775317"/>
              <a:gd name="connsiteY5" fmla="*/ 1872340 h 3779610"/>
              <a:gd name="connsiteX6" fmla="*/ 9408897 w 9775317"/>
              <a:gd name="connsiteY6" fmla="*/ 1074057 h 3779610"/>
              <a:gd name="connsiteX7" fmla="*/ 7217241 w 9775317"/>
              <a:gd name="connsiteY7" fmla="*/ 1030513 h 3779610"/>
              <a:gd name="connsiteX8" fmla="*/ 4365183 w 9775317"/>
              <a:gd name="connsiteY8" fmla="*/ 0 h 3779610"/>
              <a:gd name="connsiteX9" fmla="*/ 1774383 w 9775317"/>
              <a:gd name="connsiteY9" fmla="*/ 7257 h 3779610"/>
              <a:gd name="connsiteX10" fmla="*/ 3641 w 9775317"/>
              <a:gd name="connsiteY10" fmla="*/ 1792514 h 3779610"/>
              <a:gd name="connsiteX11" fmla="*/ 22688 w 9775317"/>
              <a:gd name="connsiteY11" fmla="*/ 2997199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297021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60976 w 9777396"/>
              <a:gd name="connsiteY2" fmla="*/ 1357085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4018921 w 9777396"/>
              <a:gd name="connsiteY3" fmla="*/ 1349829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4076606 w 9777396"/>
              <a:gd name="connsiteY3" fmla="*/ 1730552 h 3779610"/>
              <a:gd name="connsiteX4" fmla="*/ 6217833 w 9777396"/>
              <a:gd name="connsiteY4" fmla="*/ 1857828 h 3779610"/>
              <a:gd name="connsiteX5" fmla="*/ 9374690 w 9777396"/>
              <a:gd name="connsiteY5" fmla="*/ 1872340 h 3779610"/>
              <a:gd name="connsiteX6" fmla="*/ 9410976 w 9777396"/>
              <a:gd name="connsiteY6" fmla="*/ 1074057 h 3779610"/>
              <a:gd name="connsiteX7" fmla="*/ 7219320 w 9777396"/>
              <a:gd name="connsiteY7" fmla="*/ 1030513 h 3779610"/>
              <a:gd name="connsiteX8" fmla="*/ 4367262 w 9777396"/>
              <a:gd name="connsiteY8" fmla="*/ 0 h 3779610"/>
              <a:gd name="connsiteX9" fmla="*/ 1776462 w 9777396"/>
              <a:gd name="connsiteY9" fmla="*/ 7257 h 3779610"/>
              <a:gd name="connsiteX10" fmla="*/ 5720 w 9777396"/>
              <a:gd name="connsiteY10" fmla="*/ 1792514 h 3779610"/>
              <a:gd name="connsiteX11" fmla="*/ 8892 w 9777396"/>
              <a:gd name="connsiteY11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191479 w 9777396"/>
              <a:gd name="connsiteY0" fmla="*/ 3779610 h 3779610"/>
              <a:gd name="connsiteX1" fmla="*/ 2189213 w 9777396"/>
              <a:gd name="connsiteY1" fmla="*/ 2590799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191479 w 9777396"/>
              <a:gd name="connsiteY0" fmla="*/ 3779610 h 3779610"/>
              <a:gd name="connsiteX1" fmla="*/ 2223824 w 9777396"/>
              <a:gd name="connsiteY1" fmla="*/ 2585032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237627 w 9777396"/>
              <a:gd name="connsiteY0" fmla="*/ 3779610 h 3779610"/>
              <a:gd name="connsiteX1" fmla="*/ 2223824 w 9777396"/>
              <a:gd name="connsiteY1" fmla="*/ 2585032 h 3779610"/>
              <a:gd name="connsiteX2" fmla="*/ 3084051 w 9777396"/>
              <a:gd name="connsiteY2" fmla="*/ 1858948 h 3779610"/>
              <a:gd name="connsiteX3" fmla="*/ 6217833 w 9777396"/>
              <a:gd name="connsiteY3" fmla="*/ 1857828 h 3779610"/>
              <a:gd name="connsiteX4" fmla="*/ 9374690 w 9777396"/>
              <a:gd name="connsiteY4" fmla="*/ 1872340 h 3779610"/>
              <a:gd name="connsiteX5" fmla="*/ 9410976 w 9777396"/>
              <a:gd name="connsiteY5" fmla="*/ 1074057 h 3779610"/>
              <a:gd name="connsiteX6" fmla="*/ 7219320 w 9777396"/>
              <a:gd name="connsiteY6" fmla="*/ 1030513 h 3779610"/>
              <a:gd name="connsiteX7" fmla="*/ 4367262 w 9777396"/>
              <a:gd name="connsiteY7" fmla="*/ 0 h 3779610"/>
              <a:gd name="connsiteX8" fmla="*/ 1776462 w 9777396"/>
              <a:gd name="connsiteY8" fmla="*/ 7257 h 3779610"/>
              <a:gd name="connsiteX9" fmla="*/ 5720 w 9777396"/>
              <a:gd name="connsiteY9" fmla="*/ 1792514 h 3779610"/>
              <a:gd name="connsiteX10" fmla="*/ 8892 w 9777396"/>
              <a:gd name="connsiteY10" fmla="*/ 3027362 h 3779610"/>
              <a:gd name="connsiteX0" fmla="*/ 2220323 w 9777396"/>
              <a:gd name="connsiteY0" fmla="*/ 3785379 h 3785379"/>
              <a:gd name="connsiteX1" fmla="*/ 2223824 w 9777396"/>
              <a:gd name="connsiteY1" fmla="*/ 2585032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  <a:gd name="connsiteX0" fmla="*/ 2220323 w 9777396"/>
              <a:gd name="connsiteY0" fmla="*/ 3785379 h 3785379"/>
              <a:gd name="connsiteX1" fmla="*/ 2200751 w 9777396"/>
              <a:gd name="connsiteY1" fmla="*/ 2579264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  <a:gd name="connsiteX0" fmla="*/ 2220323 w 9777396"/>
              <a:gd name="connsiteY0" fmla="*/ 3785379 h 3785379"/>
              <a:gd name="connsiteX1" fmla="*/ 2223824 w 9777396"/>
              <a:gd name="connsiteY1" fmla="*/ 2579264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  <a:gd name="connsiteX0" fmla="*/ 2220323 w 9777396"/>
              <a:gd name="connsiteY0" fmla="*/ 3785379 h 3785379"/>
              <a:gd name="connsiteX1" fmla="*/ 2212288 w 9777396"/>
              <a:gd name="connsiteY1" fmla="*/ 2579264 h 3785379"/>
              <a:gd name="connsiteX2" fmla="*/ 3084051 w 9777396"/>
              <a:gd name="connsiteY2" fmla="*/ 1858948 h 3785379"/>
              <a:gd name="connsiteX3" fmla="*/ 6217833 w 9777396"/>
              <a:gd name="connsiteY3" fmla="*/ 1857828 h 3785379"/>
              <a:gd name="connsiteX4" fmla="*/ 9374690 w 9777396"/>
              <a:gd name="connsiteY4" fmla="*/ 1872340 h 3785379"/>
              <a:gd name="connsiteX5" fmla="*/ 9410976 w 9777396"/>
              <a:gd name="connsiteY5" fmla="*/ 1074057 h 3785379"/>
              <a:gd name="connsiteX6" fmla="*/ 7219320 w 9777396"/>
              <a:gd name="connsiteY6" fmla="*/ 1030513 h 3785379"/>
              <a:gd name="connsiteX7" fmla="*/ 4367262 w 9777396"/>
              <a:gd name="connsiteY7" fmla="*/ 0 h 3785379"/>
              <a:gd name="connsiteX8" fmla="*/ 1776462 w 9777396"/>
              <a:gd name="connsiteY8" fmla="*/ 7257 h 3785379"/>
              <a:gd name="connsiteX9" fmla="*/ 5720 w 9777396"/>
              <a:gd name="connsiteY9" fmla="*/ 1792514 h 3785379"/>
              <a:gd name="connsiteX10" fmla="*/ 8892 w 9777396"/>
              <a:gd name="connsiteY10" fmla="*/ 3027362 h 3785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777396" h="3785379">
                <a:moveTo>
                  <a:pt x="2220323" y="3785379"/>
                </a:moveTo>
                <a:cubicBezTo>
                  <a:pt x="2219416" y="3519284"/>
                  <a:pt x="2213951" y="3176164"/>
                  <a:pt x="2212288" y="2579264"/>
                </a:cubicBezTo>
                <a:cubicBezTo>
                  <a:pt x="2223325" y="2014114"/>
                  <a:pt x="2403089" y="1866206"/>
                  <a:pt x="3084051" y="1858948"/>
                </a:cubicBezTo>
                <a:lnTo>
                  <a:pt x="6217833" y="1857828"/>
                </a:lnTo>
                <a:lnTo>
                  <a:pt x="9374690" y="1872340"/>
                </a:lnTo>
                <a:cubicBezTo>
                  <a:pt x="9955866" y="1854198"/>
                  <a:pt x="9854266" y="1087964"/>
                  <a:pt x="9410976" y="1074057"/>
                </a:cubicBezTo>
                <a:cubicBezTo>
                  <a:pt x="8738481" y="1045028"/>
                  <a:pt x="8038168" y="1059541"/>
                  <a:pt x="7219320" y="1030513"/>
                </a:cubicBezTo>
                <a:cubicBezTo>
                  <a:pt x="5979558" y="907143"/>
                  <a:pt x="5498167" y="19352"/>
                  <a:pt x="4367262" y="0"/>
                </a:cubicBezTo>
                <a:lnTo>
                  <a:pt x="1776462" y="7257"/>
                </a:lnTo>
                <a:cubicBezTo>
                  <a:pt x="432680" y="25399"/>
                  <a:pt x="20235" y="1250648"/>
                  <a:pt x="5720" y="1792514"/>
                </a:cubicBezTo>
                <a:cubicBezTo>
                  <a:pt x="-8795" y="2334380"/>
                  <a:pt x="8892" y="3027362"/>
                  <a:pt x="8892" y="3027362"/>
                </a:cubicBezTo>
              </a:path>
            </a:pathLst>
          </a:custGeom>
          <a:gradFill flip="none" rotWithShape="1">
            <a:gsLst>
              <a:gs pos="73000">
                <a:srgbClr val="7D7D7D"/>
              </a:gs>
              <a:gs pos="22000">
                <a:srgbClr val="C6C6C6"/>
              </a:gs>
              <a:gs pos="40000">
                <a:schemeClr val="bg2">
                  <a:lumMod val="7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path path="shape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1A1C9DCD-77FD-CF73-6449-F0EAA313E30A}"/>
              </a:ext>
            </a:extLst>
          </p:cNvPr>
          <p:cNvSpPr/>
          <p:nvPr/>
        </p:nvSpPr>
        <p:spPr>
          <a:xfrm>
            <a:off x="7455467" y="-28747"/>
            <a:ext cx="4219834" cy="878011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11818 w 3693205"/>
              <a:gd name="connsiteY0" fmla="*/ 0 h 836385"/>
              <a:gd name="connsiteX1" fmla="*/ 0 w 3693205"/>
              <a:gd name="connsiteY1" fmla="*/ 402318 h 836385"/>
              <a:gd name="connsiteX2" fmla="*/ 486228 w 3693205"/>
              <a:gd name="connsiteY2" fmla="*/ 832077 h 836385"/>
              <a:gd name="connsiteX3" fmla="*/ 3303134 w 3693205"/>
              <a:gd name="connsiteY3" fmla="*/ 836385 h 836385"/>
              <a:gd name="connsiteX4" fmla="*/ 3693205 w 3693205"/>
              <a:gd name="connsiteY4" fmla="*/ 413657 h 836385"/>
              <a:gd name="connsiteX5" fmla="*/ 3457348 w 3693205"/>
              <a:gd name="connsiteY5" fmla="*/ 1814 h 836385"/>
              <a:gd name="connsiteX0" fmla="*/ 291647 w 3773034"/>
              <a:gd name="connsiteY0" fmla="*/ 0 h 836385"/>
              <a:gd name="connsiteX1" fmla="*/ 0 w 3773034"/>
              <a:gd name="connsiteY1" fmla="*/ 402318 h 836385"/>
              <a:gd name="connsiteX2" fmla="*/ 566057 w 3773034"/>
              <a:gd name="connsiteY2" fmla="*/ 832077 h 836385"/>
              <a:gd name="connsiteX3" fmla="*/ 3382963 w 3773034"/>
              <a:gd name="connsiteY3" fmla="*/ 836385 h 836385"/>
              <a:gd name="connsiteX4" fmla="*/ 3773034 w 3773034"/>
              <a:gd name="connsiteY4" fmla="*/ 413657 h 836385"/>
              <a:gd name="connsiteX5" fmla="*/ 3537177 w 3773034"/>
              <a:gd name="connsiteY5" fmla="*/ 1814 h 836385"/>
              <a:gd name="connsiteX0" fmla="*/ 291647 w 3954462"/>
              <a:gd name="connsiteY0" fmla="*/ 0 h 836385"/>
              <a:gd name="connsiteX1" fmla="*/ 0 w 3954462"/>
              <a:gd name="connsiteY1" fmla="*/ 402318 h 836385"/>
              <a:gd name="connsiteX2" fmla="*/ 566057 w 3954462"/>
              <a:gd name="connsiteY2" fmla="*/ 832077 h 836385"/>
              <a:gd name="connsiteX3" fmla="*/ 3382963 w 3954462"/>
              <a:gd name="connsiteY3" fmla="*/ 836385 h 836385"/>
              <a:gd name="connsiteX4" fmla="*/ 3954462 w 3954462"/>
              <a:gd name="connsiteY4" fmla="*/ 435428 h 836385"/>
              <a:gd name="connsiteX5" fmla="*/ 3537177 w 3954462"/>
              <a:gd name="connsiteY5" fmla="*/ 1814 h 836385"/>
              <a:gd name="connsiteX0" fmla="*/ 335190 w 3998005"/>
              <a:gd name="connsiteY0" fmla="*/ 0 h 836385"/>
              <a:gd name="connsiteX1" fmla="*/ 0 w 3998005"/>
              <a:gd name="connsiteY1" fmla="*/ 402318 h 836385"/>
              <a:gd name="connsiteX2" fmla="*/ 609600 w 3998005"/>
              <a:gd name="connsiteY2" fmla="*/ 832077 h 836385"/>
              <a:gd name="connsiteX3" fmla="*/ 3426506 w 3998005"/>
              <a:gd name="connsiteY3" fmla="*/ 836385 h 836385"/>
              <a:gd name="connsiteX4" fmla="*/ 3998005 w 3998005"/>
              <a:gd name="connsiteY4" fmla="*/ 435428 h 836385"/>
              <a:gd name="connsiteX5" fmla="*/ 3580720 w 3998005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20914 h 836385"/>
              <a:gd name="connsiteX5" fmla="*/ 3602491 w 4019776"/>
              <a:gd name="connsiteY5" fmla="*/ 1814 h 83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9776" h="836385">
                <a:moveTo>
                  <a:pt x="356961" y="0"/>
                </a:moveTo>
                <a:cubicBezTo>
                  <a:pt x="172811" y="15422"/>
                  <a:pt x="16782" y="192541"/>
                  <a:pt x="0" y="402318"/>
                </a:cubicBezTo>
                <a:cubicBezTo>
                  <a:pt x="18822" y="725940"/>
                  <a:pt x="337533" y="832606"/>
                  <a:pt x="631371" y="832077"/>
                </a:cubicBezTo>
                <a:lnTo>
                  <a:pt x="3448277" y="836385"/>
                </a:lnTo>
                <a:cubicBezTo>
                  <a:pt x="3735841" y="824592"/>
                  <a:pt x="4007983" y="715736"/>
                  <a:pt x="4019776" y="420914"/>
                </a:cubicBezTo>
                <a:cubicBezTo>
                  <a:pt x="4011612" y="202897"/>
                  <a:pt x="3852863" y="21771"/>
                  <a:pt x="3602491" y="1814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EEC27646-3E74-5649-61E9-BB4F52945C57}"/>
              </a:ext>
            </a:extLst>
          </p:cNvPr>
          <p:cNvSpPr/>
          <p:nvPr/>
        </p:nvSpPr>
        <p:spPr>
          <a:xfrm rot="5400000">
            <a:off x="10154649" y="4004777"/>
            <a:ext cx="3271975" cy="876106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41995 w 3723382"/>
              <a:gd name="connsiteY0" fmla="*/ 19958 h 834571"/>
              <a:gd name="connsiteX1" fmla="*/ 0 w 3723382"/>
              <a:gd name="connsiteY1" fmla="*/ 407761 h 834571"/>
              <a:gd name="connsiteX2" fmla="*/ 516405 w 3723382"/>
              <a:gd name="connsiteY2" fmla="*/ 830263 h 834571"/>
              <a:gd name="connsiteX3" fmla="*/ 3333311 w 3723382"/>
              <a:gd name="connsiteY3" fmla="*/ 834571 h 834571"/>
              <a:gd name="connsiteX4" fmla="*/ 3723382 w 3723382"/>
              <a:gd name="connsiteY4" fmla="*/ 411843 h 834571"/>
              <a:gd name="connsiteX5" fmla="*/ 3487525 w 3723382"/>
              <a:gd name="connsiteY5" fmla="*/ 0 h 834571"/>
              <a:gd name="connsiteX0" fmla="*/ 241995 w 3803865"/>
              <a:gd name="connsiteY0" fmla="*/ 19958 h 834571"/>
              <a:gd name="connsiteX1" fmla="*/ 0 w 3803865"/>
              <a:gd name="connsiteY1" fmla="*/ 407761 h 834571"/>
              <a:gd name="connsiteX2" fmla="*/ 516405 w 3803865"/>
              <a:gd name="connsiteY2" fmla="*/ 830263 h 834571"/>
              <a:gd name="connsiteX3" fmla="*/ 3333311 w 3803865"/>
              <a:gd name="connsiteY3" fmla="*/ 834571 h 834571"/>
              <a:gd name="connsiteX4" fmla="*/ 3803865 w 3803865"/>
              <a:gd name="connsiteY4" fmla="*/ 411843 h 834571"/>
              <a:gd name="connsiteX5" fmla="*/ 3487525 w 3803865"/>
              <a:gd name="connsiteY5" fmla="*/ 0 h 834571"/>
              <a:gd name="connsiteX0" fmla="*/ 282235 w 3844105"/>
              <a:gd name="connsiteY0" fmla="*/ 19958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  <a:gd name="connsiteX0" fmla="*/ 292298 w 3844105"/>
              <a:gd name="connsiteY0" fmla="*/ 5444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4105" h="834571">
                <a:moveTo>
                  <a:pt x="292298" y="5444"/>
                </a:moveTo>
                <a:cubicBezTo>
                  <a:pt x="173463" y="28123"/>
                  <a:pt x="16782" y="197984"/>
                  <a:pt x="0" y="407761"/>
                </a:cubicBezTo>
                <a:cubicBezTo>
                  <a:pt x="11565" y="658811"/>
                  <a:pt x="262807" y="830792"/>
                  <a:pt x="556645" y="830263"/>
                </a:cubicBezTo>
                <a:lnTo>
                  <a:pt x="3373551" y="834571"/>
                </a:lnTo>
                <a:cubicBezTo>
                  <a:pt x="3661115" y="822778"/>
                  <a:pt x="3832312" y="605065"/>
                  <a:pt x="3844105" y="411843"/>
                </a:cubicBezTo>
                <a:cubicBezTo>
                  <a:pt x="3835941" y="193826"/>
                  <a:pt x="3683794" y="12699"/>
                  <a:pt x="3527765" y="0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56335BA6-4B11-6080-64C7-3C03F09D5C95}"/>
              </a:ext>
            </a:extLst>
          </p:cNvPr>
          <p:cNvSpPr/>
          <p:nvPr/>
        </p:nvSpPr>
        <p:spPr>
          <a:xfrm>
            <a:off x="8534482" y="163069"/>
            <a:ext cx="1912649" cy="48851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7F78449A-EDEF-CAC9-A5CA-F772C911AC25}"/>
              </a:ext>
            </a:extLst>
          </p:cNvPr>
          <p:cNvSpPr txBox="1"/>
          <p:nvPr/>
        </p:nvSpPr>
        <p:spPr>
          <a:xfrm>
            <a:off x="7601873" y="71527"/>
            <a:ext cx="876970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890" dirty="0" err="1"/>
              <a:t>logged</a:t>
            </a:r>
            <a:endParaRPr lang="de-DE" sz="1890" dirty="0"/>
          </a:p>
          <a:p>
            <a:pPr algn="r"/>
            <a:r>
              <a:rPr lang="de-DE" sz="1890" dirty="0"/>
              <a:t>in </a:t>
            </a:r>
            <a:r>
              <a:rPr lang="de-DE" sz="1890" dirty="0" err="1"/>
              <a:t>as</a:t>
            </a:r>
            <a:r>
              <a:rPr lang="de-DE" sz="1890" dirty="0"/>
              <a:t> 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D2358385-4C25-17E1-B9BC-C961DF0B5FE0}"/>
              </a:ext>
            </a:extLst>
          </p:cNvPr>
          <p:cNvSpPr/>
          <p:nvPr/>
        </p:nvSpPr>
        <p:spPr>
          <a:xfrm>
            <a:off x="3862535" y="1101602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4189E81-E564-D34F-D347-E3BECDA1675F}"/>
              </a:ext>
            </a:extLst>
          </p:cNvPr>
          <p:cNvSpPr/>
          <p:nvPr/>
        </p:nvSpPr>
        <p:spPr>
          <a:xfrm>
            <a:off x="5509618" y="1108182"/>
            <a:ext cx="1172764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47625" cmpd="db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676573ED-B020-6688-EB91-BB306C2BF2A9}"/>
              </a:ext>
            </a:extLst>
          </p:cNvPr>
          <p:cNvSpPr/>
          <p:nvPr/>
        </p:nvSpPr>
        <p:spPr>
          <a:xfrm>
            <a:off x="7946905" y="1642606"/>
            <a:ext cx="2004273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 err="1">
                <a:solidFill>
                  <a:schemeClr val="bg1"/>
                </a:solidFill>
                <a:latin typeface="Aptos" panose="02110004020202020204"/>
              </a:rPr>
              <a:t>Stop</a:t>
            </a: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 and Restart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5F091B25-89C1-5FD1-91BD-06F0E138F296}"/>
              </a:ext>
            </a:extLst>
          </p:cNvPr>
          <p:cNvSpPr/>
          <p:nvPr/>
        </p:nvSpPr>
        <p:spPr>
          <a:xfrm>
            <a:off x="3144671" y="2582407"/>
            <a:ext cx="7853473" cy="4412412"/>
          </a:xfrm>
          <a:prstGeom prst="roundRect">
            <a:avLst>
              <a:gd name="adj" fmla="val 7145"/>
            </a:avLst>
          </a:prstGeom>
          <a:solidFill>
            <a:schemeClr val="bg1">
              <a:lumMod val="85000"/>
            </a:schemeClr>
          </a:solidFill>
          <a:ln w="476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141DFCC9-4F4B-15C2-3D5E-71736CC2D6B6}"/>
              </a:ext>
            </a:extLst>
          </p:cNvPr>
          <p:cNvSpPr/>
          <p:nvPr/>
        </p:nvSpPr>
        <p:spPr>
          <a:xfrm>
            <a:off x="10700067" y="84936"/>
            <a:ext cx="643350" cy="627588"/>
          </a:xfrm>
          <a:prstGeom prst="ellipse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DE0A48DE-15B3-BEF7-2BC7-87E862F972FA}"/>
              </a:ext>
            </a:extLst>
          </p:cNvPr>
          <p:cNvSpPr/>
          <p:nvPr/>
        </p:nvSpPr>
        <p:spPr>
          <a:xfrm>
            <a:off x="281756" y="3282871"/>
            <a:ext cx="2012419" cy="2066238"/>
          </a:xfrm>
          <a:prstGeom prst="roundRect">
            <a:avLst>
              <a:gd name="adj" fmla="val 13086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90" dirty="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9C136553-C386-BE8D-9217-1438113AB8AC}"/>
              </a:ext>
            </a:extLst>
          </p:cNvPr>
          <p:cNvSpPr/>
          <p:nvPr/>
        </p:nvSpPr>
        <p:spPr>
          <a:xfrm>
            <a:off x="597835" y="5458849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Export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5B0E6E1A-D9DF-B69F-186A-2E88D2384D89}"/>
              </a:ext>
            </a:extLst>
          </p:cNvPr>
          <p:cNvSpPr/>
          <p:nvPr/>
        </p:nvSpPr>
        <p:spPr>
          <a:xfrm>
            <a:off x="607028" y="6040969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Import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4D6FE67E-F05E-F22B-4765-855FF787D1A6}"/>
              </a:ext>
            </a:extLst>
          </p:cNvPr>
          <p:cNvSpPr/>
          <p:nvPr/>
        </p:nvSpPr>
        <p:spPr>
          <a:xfrm>
            <a:off x="601502" y="6617033"/>
            <a:ext cx="1292545" cy="45355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r>
              <a:rPr lang="de-DE" sz="1890" dirty="0">
                <a:solidFill>
                  <a:schemeClr val="bg1"/>
                </a:solidFill>
                <a:latin typeface="Aptos" panose="02110004020202020204"/>
              </a:rPr>
              <a:t>Edit File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8CCF705-A083-E0FF-422C-D48ACACEF173}"/>
              </a:ext>
            </a:extLst>
          </p:cNvPr>
          <p:cNvSpPr/>
          <p:nvPr/>
        </p:nvSpPr>
        <p:spPr>
          <a:xfrm>
            <a:off x="5509618" y="1722487"/>
            <a:ext cx="1172764" cy="453550"/>
          </a:xfrm>
          <a:prstGeom prst="roundRect">
            <a:avLst>
              <a:gd name="adj" fmla="val 32068"/>
            </a:avLst>
          </a:prstGeom>
          <a:solidFill>
            <a:schemeClr val="tx1">
              <a:lumMod val="65000"/>
              <a:lumOff val="35000"/>
            </a:schemeClr>
          </a:solidFill>
          <a:ln w="47625" cmpd="db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3FCB400-EB18-D261-283F-F7118726CA75}"/>
              </a:ext>
            </a:extLst>
          </p:cNvPr>
          <p:cNvSpPr/>
          <p:nvPr/>
        </p:nvSpPr>
        <p:spPr>
          <a:xfrm>
            <a:off x="3862535" y="1720453"/>
            <a:ext cx="1172764" cy="45355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34925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9937">
              <a:defRPr/>
            </a:pPr>
            <a:endParaRPr lang="de-DE" sz="1890" dirty="0">
              <a:solidFill>
                <a:schemeClr val="bg1"/>
              </a:solidFill>
              <a:latin typeface="Aptos" panose="02110004020202020204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C906AB5B-B315-A8A5-F6AE-742A7B00A994}"/>
              </a:ext>
            </a:extLst>
          </p:cNvPr>
          <p:cNvSpPr/>
          <p:nvPr/>
        </p:nvSpPr>
        <p:spPr>
          <a:xfrm>
            <a:off x="11502604" y="3167608"/>
            <a:ext cx="612000" cy="612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47625" cmpd="db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8D88730-4876-5026-56B6-AB2FDF97F398}"/>
              </a:ext>
            </a:extLst>
          </p:cNvPr>
          <p:cNvSpPr/>
          <p:nvPr/>
        </p:nvSpPr>
        <p:spPr>
          <a:xfrm>
            <a:off x="11502604" y="3866766"/>
            <a:ext cx="612000" cy="612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735DDED-4BE9-1D3F-EA29-E0EC29563C4B}"/>
              </a:ext>
            </a:extLst>
          </p:cNvPr>
          <p:cNvSpPr/>
          <p:nvPr/>
        </p:nvSpPr>
        <p:spPr>
          <a:xfrm>
            <a:off x="11544448" y="4626196"/>
            <a:ext cx="534220" cy="53422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476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75162D2-5402-0C94-1873-690F603B1D84}"/>
              </a:ext>
            </a:extLst>
          </p:cNvPr>
          <p:cNvSpPr/>
          <p:nvPr/>
        </p:nvSpPr>
        <p:spPr>
          <a:xfrm>
            <a:off x="11523526" y="5331585"/>
            <a:ext cx="612000" cy="612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34925" cmpd="thickThin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200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49</Words>
  <Application>Microsoft Office PowerPoint</Application>
  <PresentationFormat>Benutzerdefiniert</PresentationFormat>
  <Paragraphs>37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Lehnert, Alexander (BBWDDTN)</dc:creator>
  <cp:lastModifiedBy>Lehnert, Alexander (BBWDDTN)</cp:lastModifiedBy>
  <cp:revision>22</cp:revision>
  <dcterms:created xsi:type="dcterms:W3CDTF">2025-08-11T14:40:32Z</dcterms:created>
  <dcterms:modified xsi:type="dcterms:W3CDTF">2025-09-08T11:40:39Z</dcterms:modified>
</cp:coreProperties>
</file>